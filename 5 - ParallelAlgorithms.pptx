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67" r:id="rId3"/>
    <p:sldId id="707" r:id="rId4"/>
    <p:sldId id="702" r:id="rId5"/>
    <p:sldId id="709" r:id="rId6"/>
    <p:sldId id="681" r:id="rId7"/>
    <p:sldId id="715" r:id="rId8"/>
    <p:sldId id="716" r:id="rId9"/>
    <p:sldId id="711" r:id="rId10"/>
    <p:sldId id="712" r:id="rId11"/>
    <p:sldId id="713" r:id="rId12"/>
    <p:sldId id="714" r:id="rId13"/>
    <p:sldId id="717" r:id="rId14"/>
    <p:sldId id="71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F41AC-23D9-4DAF-938C-610805449A32}" v="1453" dt="2025-04-07T12:22:16.0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028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Jamal" userId="6724a5da2ffd1b8f" providerId="LiveId" clId="{8D2F41AC-23D9-4DAF-938C-610805449A32}"/>
    <pc:docChg chg="undo redo custSel addSld delSld modSld sldOrd">
      <pc:chgData name="Hasan Jamal" userId="6724a5da2ffd1b8f" providerId="LiveId" clId="{8D2F41AC-23D9-4DAF-938C-610805449A32}" dt="2025-04-07T12:25:38.244" v="4845" actId="47"/>
      <pc:docMkLst>
        <pc:docMk/>
      </pc:docMkLst>
      <pc:sldChg chg="del">
        <pc:chgData name="Hasan Jamal" userId="6724a5da2ffd1b8f" providerId="LiveId" clId="{8D2F41AC-23D9-4DAF-938C-610805449A32}" dt="2025-04-06T06:25:42.472" v="0" actId="47"/>
        <pc:sldMkLst>
          <pc:docMk/>
          <pc:sldMk cId="3466068394" sldId="536"/>
        </pc:sldMkLst>
      </pc:sldChg>
      <pc:sldChg chg="addSp delSp modSp mod ord modAnim">
        <pc:chgData name="Hasan Jamal" userId="6724a5da2ffd1b8f" providerId="LiveId" clId="{8D2F41AC-23D9-4DAF-938C-610805449A32}" dt="2025-04-07T06:05:17.419" v="2715" actId="1036"/>
        <pc:sldMkLst>
          <pc:docMk/>
          <pc:sldMk cId="3989475214" sldId="681"/>
        </pc:sldMkLst>
        <pc:spChg chg="del topLvl">
          <ac:chgData name="Hasan Jamal" userId="6724a5da2ffd1b8f" providerId="LiveId" clId="{8D2F41AC-23D9-4DAF-938C-610805449A32}" dt="2025-04-07T05:43:27.608" v="1925" actId="21"/>
          <ac:spMkLst>
            <pc:docMk/>
            <pc:sldMk cId="3989475214" sldId="681"/>
            <ac:spMk id="4" creationId="{E492FD76-31A3-3314-E491-35507B35A648}"/>
          </ac:spMkLst>
        </pc:spChg>
        <pc:spChg chg="mod">
          <ac:chgData name="Hasan Jamal" userId="6724a5da2ffd1b8f" providerId="LiveId" clId="{8D2F41AC-23D9-4DAF-938C-610805449A32}" dt="2025-04-07T05:57:15.644" v="2545" actId="164"/>
          <ac:spMkLst>
            <pc:docMk/>
            <pc:sldMk cId="3989475214" sldId="681"/>
            <ac:spMk id="6" creationId="{E300FC86-0FD4-54B5-5D39-016EABC8EE0A}"/>
          </ac:spMkLst>
        </pc:spChg>
        <pc:spChg chg="mod">
          <ac:chgData name="Hasan Jamal" userId="6724a5da2ffd1b8f" providerId="LiveId" clId="{8D2F41AC-23D9-4DAF-938C-610805449A32}" dt="2025-04-07T06:02:03.252" v="2617" actId="1076"/>
          <ac:spMkLst>
            <pc:docMk/>
            <pc:sldMk cId="3989475214" sldId="681"/>
            <ac:spMk id="7" creationId="{62D5B727-3B27-C550-68A9-B4993543F524}"/>
          </ac:spMkLst>
        </pc:spChg>
        <pc:spChg chg="mod topLvl">
          <ac:chgData name="Hasan Jamal" userId="6724a5da2ffd1b8f" providerId="LiveId" clId="{8D2F41AC-23D9-4DAF-938C-610805449A32}" dt="2025-04-07T06:02:03.252" v="2617" actId="1076"/>
          <ac:spMkLst>
            <pc:docMk/>
            <pc:sldMk cId="3989475214" sldId="681"/>
            <ac:spMk id="8" creationId="{1A9927A9-161D-CDC6-FE22-B4DA99109440}"/>
          </ac:spMkLst>
        </pc:spChg>
        <pc:spChg chg="mod topLvl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9" creationId="{68E2E465-40EB-03B8-30BF-2C10FEA648DB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10" creationId="{2ECC9114-E21C-4DCB-60E1-98BD2D9FE1B6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11" creationId="{CACDAEE9-86E0-456A-5F2D-9FFA8B7CDB6D}"/>
          </ac:spMkLst>
        </pc:spChg>
        <pc:spChg chg="mod">
          <ac:chgData name="Hasan Jamal" userId="6724a5da2ffd1b8f" providerId="LiveId" clId="{8D2F41AC-23D9-4DAF-938C-610805449A32}" dt="2025-04-07T05:55:07.517" v="2439" actId="164"/>
          <ac:spMkLst>
            <pc:docMk/>
            <pc:sldMk cId="3989475214" sldId="681"/>
            <ac:spMk id="12" creationId="{65010F4C-1389-D870-6868-BAC025207C00}"/>
          </ac:spMkLst>
        </pc:spChg>
        <pc:spChg chg="mod topLvl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13" creationId="{9D7EAE8E-D06D-DBF6-0156-880278208FA6}"/>
          </ac:spMkLst>
        </pc:spChg>
        <pc:spChg chg="mod topLvl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14" creationId="{E5AB1678-C97D-6C70-ECD8-534B0D70B761}"/>
          </ac:spMkLst>
        </pc:spChg>
        <pc:spChg chg="mod topLvl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15" creationId="{5ACEBA2E-5B7C-9611-4D6A-21A55E1D32D7}"/>
          </ac:spMkLst>
        </pc:spChg>
        <pc:spChg chg="mod">
          <ac:chgData name="Hasan Jamal" userId="6724a5da2ffd1b8f" providerId="LiveId" clId="{8D2F41AC-23D9-4DAF-938C-610805449A32}" dt="2025-04-07T05:53:37.201" v="2374" actId="164"/>
          <ac:spMkLst>
            <pc:docMk/>
            <pc:sldMk cId="3989475214" sldId="681"/>
            <ac:spMk id="16" creationId="{B41985FC-34E5-078D-63C7-0E822493CE0A}"/>
          </ac:spMkLst>
        </pc:spChg>
        <pc:spChg chg="mod topLvl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17" creationId="{7135C34A-2B90-1494-C8EA-31FA7F84537F}"/>
          </ac:spMkLst>
        </pc:spChg>
        <pc:spChg chg="mod topLvl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18" creationId="{DBC08B6C-5EEF-6C31-0F45-EBBBF6ED7F2F}"/>
          </ac:spMkLst>
        </pc:spChg>
        <pc:spChg chg="mod topLvl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19" creationId="{08A20D59-EFDE-234F-10C2-7057DE0B264C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20" creationId="{CEB25989-972C-07AF-3F7D-C8D7594812EE}"/>
          </ac:spMkLst>
        </pc:spChg>
        <pc:spChg chg="del">
          <ac:chgData name="Hasan Jamal" userId="6724a5da2ffd1b8f" providerId="LiveId" clId="{8D2F41AC-23D9-4DAF-938C-610805449A32}" dt="2025-04-07T05:45:44.646" v="2058" actId="478"/>
          <ac:spMkLst>
            <pc:docMk/>
            <pc:sldMk cId="3989475214" sldId="681"/>
            <ac:spMk id="22" creationId="{CD87D629-4B83-78CC-68D6-ED10FBC5A52D}"/>
          </ac:spMkLst>
        </pc:spChg>
        <pc:spChg chg="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23" creationId="{176BCF4C-AC01-890F-340D-0F16487A0759}"/>
          </ac:spMkLst>
        </pc:spChg>
        <pc:spChg chg="del mod topLvl">
          <ac:chgData name="Hasan Jamal" userId="6724a5da2ffd1b8f" providerId="LiveId" clId="{8D2F41AC-23D9-4DAF-938C-610805449A32}" dt="2025-04-07T05:51:55.771" v="2244" actId="478"/>
          <ac:spMkLst>
            <pc:docMk/>
            <pc:sldMk cId="3989475214" sldId="681"/>
            <ac:spMk id="24" creationId="{DD2F9E41-AB09-B914-BE51-254604F3F257}"/>
          </ac:spMkLst>
        </pc:spChg>
        <pc:spChg chg="del">
          <ac:chgData name="Hasan Jamal" userId="6724a5da2ffd1b8f" providerId="LiveId" clId="{8D2F41AC-23D9-4DAF-938C-610805449A32}" dt="2025-04-07T05:51:55.771" v="2244" actId="478"/>
          <ac:spMkLst>
            <pc:docMk/>
            <pc:sldMk cId="3989475214" sldId="681"/>
            <ac:spMk id="25" creationId="{A51E2CE0-F335-EFC4-0CD8-3E9536E24BED}"/>
          </ac:spMkLst>
        </pc:spChg>
        <pc:spChg chg="del mod topLvl">
          <ac:chgData name="Hasan Jamal" userId="6724a5da2ffd1b8f" providerId="LiveId" clId="{8D2F41AC-23D9-4DAF-938C-610805449A32}" dt="2025-04-07T05:53:25.698" v="2372" actId="478"/>
          <ac:spMkLst>
            <pc:docMk/>
            <pc:sldMk cId="3989475214" sldId="681"/>
            <ac:spMk id="26" creationId="{D3CCBF3A-77A4-744A-8993-B52781377B26}"/>
          </ac:spMkLst>
        </pc:spChg>
        <pc:spChg chg="del">
          <ac:chgData name="Hasan Jamal" userId="6724a5da2ffd1b8f" providerId="LiveId" clId="{8D2F41AC-23D9-4DAF-938C-610805449A32}" dt="2025-04-07T05:53:25.698" v="2372" actId="478"/>
          <ac:spMkLst>
            <pc:docMk/>
            <pc:sldMk cId="3989475214" sldId="681"/>
            <ac:spMk id="27" creationId="{0BDA83A2-E6CE-061A-A4AD-249D5FC0C9CE}"/>
          </ac:spMkLst>
        </pc:spChg>
        <pc:spChg chg="del">
          <ac:chgData name="Hasan Jamal" userId="6724a5da2ffd1b8f" providerId="LiveId" clId="{8D2F41AC-23D9-4DAF-938C-610805449A32}" dt="2025-04-07T05:53:28.487" v="2373" actId="478"/>
          <ac:spMkLst>
            <pc:docMk/>
            <pc:sldMk cId="3989475214" sldId="681"/>
            <ac:spMk id="28" creationId="{2937AB4C-ED36-0EDF-7DFE-658B80528E0A}"/>
          </ac:spMkLst>
        </pc:spChg>
        <pc:spChg chg="del mod">
          <ac:chgData name="Hasan Jamal" userId="6724a5da2ffd1b8f" providerId="LiveId" clId="{8D2F41AC-23D9-4DAF-938C-610805449A32}" dt="2025-04-07T05:55:12.743" v="2440" actId="478"/>
          <ac:spMkLst>
            <pc:docMk/>
            <pc:sldMk cId="3989475214" sldId="681"/>
            <ac:spMk id="29" creationId="{8646F0F8-F2F0-22D2-A73E-BA203F0A27AA}"/>
          </ac:spMkLst>
        </pc:spChg>
        <pc:spChg chg="del mod">
          <ac:chgData name="Hasan Jamal" userId="6724a5da2ffd1b8f" providerId="LiveId" clId="{8D2F41AC-23D9-4DAF-938C-610805449A32}" dt="2025-04-07T05:55:12.743" v="2440" actId="478"/>
          <ac:spMkLst>
            <pc:docMk/>
            <pc:sldMk cId="3989475214" sldId="681"/>
            <ac:spMk id="30" creationId="{CD2853F7-8494-C2C3-3970-7D72B06FDC48}"/>
          </ac:spMkLst>
        </pc:spChg>
        <pc:spChg chg="del mod">
          <ac:chgData name="Hasan Jamal" userId="6724a5da2ffd1b8f" providerId="LiveId" clId="{8D2F41AC-23D9-4DAF-938C-610805449A32}" dt="2025-04-07T05:57:00.689" v="2544" actId="478"/>
          <ac:spMkLst>
            <pc:docMk/>
            <pc:sldMk cId="3989475214" sldId="681"/>
            <ac:spMk id="31" creationId="{FB6BCCA6-2565-5D7E-23C0-2CD69E28AA0F}"/>
          </ac:spMkLst>
        </pc:spChg>
        <pc:spChg chg="del mod">
          <ac:chgData name="Hasan Jamal" userId="6724a5da2ffd1b8f" providerId="LiveId" clId="{8D2F41AC-23D9-4DAF-938C-610805449A32}" dt="2025-04-07T05:57:00.689" v="2544" actId="478"/>
          <ac:spMkLst>
            <pc:docMk/>
            <pc:sldMk cId="3989475214" sldId="681"/>
            <ac:spMk id="32" creationId="{9AA9017C-EBFD-7D22-EE37-970CE5E84FBF}"/>
          </ac:spMkLst>
        </pc:spChg>
        <pc:spChg chg="del mod">
          <ac:chgData name="Hasan Jamal" userId="6724a5da2ffd1b8f" providerId="LiveId" clId="{8D2F41AC-23D9-4DAF-938C-610805449A32}" dt="2025-04-07T05:58:02.658" v="2586" actId="478"/>
          <ac:spMkLst>
            <pc:docMk/>
            <pc:sldMk cId="3989475214" sldId="681"/>
            <ac:spMk id="33" creationId="{EB443F00-49D6-5301-99D1-6253F2A286ED}"/>
          </ac:spMkLst>
        </pc:spChg>
        <pc:spChg chg="mod">
          <ac:chgData name="Hasan Jamal" userId="6724a5da2ffd1b8f" providerId="LiveId" clId="{8D2F41AC-23D9-4DAF-938C-610805449A32}" dt="2025-04-07T06:02:03.252" v="2617" actId="1076"/>
          <ac:spMkLst>
            <pc:docMk/>
            <pc:sldMk cId="3989475214" sldId="681"/>
            <ac:spMk id="34" creationId="{F165CCB4-3F2A-575A-4471-7DDB92C807EF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35" creationId="{087F238F-9304-E79D-7109-AB5F9C5440AA}"/>
          </ac:spMkLst>
        </pc:spChg>
        <pc:spChg chg="add del mod">
          <ac:chgData name="Hasan Jamal" userId="6724a5da2ffd1b8f" providerId="LiveId" clId="{8D2F41AC-23D9-4DAF-938C-610805449A32}" dt="2025-04-07T05:44:20.986" v="1996" actId="478"/>
          <ac:spMkLst>
            <pc:docMk/>
            <pc:sldMk cId="3989475214" sldId="681"/>
            <ac:spMk id="36" creationId="{E0FDAC66-27A4-EC11-6587-0987DBEC14CC}"/>
          </ac:spMkLst>
        </pc:spChg>
        <pc:spChg chg="add del mod">
          <ac:chgData name="Hasan Jamal" userId="6724a5da2ffd1b8f" providerId="LiveId" clId="{8D2F41AC-23D9-4DAF-938C-610805449A32}" dt="2025-04-07T05:44:20.986" v="1996" actId="478"/>
          <ac:spMkLst>
            <pc:docMk/>
            <pc:sldMk cId="3989475214" sldId="681"/>
            <ac:spMk id="37" creationId="{DB74BE90-0CE7-B9F6-DAB2-60372C2DE572}"/>
          </ac:spMkLst>
        </pc:spChg>
        <pc:spChg chg="mod">
          <ac:chgData name="Hasan Jamal" userId="6724a5da2ffd1b8f" providerId="LiveId" clId="{8D2F41AC-23D9-4DAF-938C-610805449A32}" dt="2025-04-07T05:44:07.191" v="1958" actId="1037"/>
          <ac:spMkLst>
            <pc:docMk/>
            <pc:sldMk cId="3989475214" sldId="681"/>
            <ac:spMk id="39" creationId="{B663BFD5-5B63-23FF-838E-9A2FE9D4C6AF}"/>
          </ac:spMkLst>
        </pc:spChg>
        <pc:spChg chg="mod">
          <ac:chgData name="Hasan Jamal" userId="6724a5da2ffd1b8f" providerId="LiveId" clId="{8D2F41AC-23D9-4DAF-938C-610805449A32}" dt="2025-04-07T05:44:07.191" v="1958" actId="1037"/>
          <ac:spMkLst>
            <pc:docMk/>
            <pc:sldMk cId="3989475214" sldId="681"/>
            <ac:spMk id="40" creationId="{31C0DE90-4C29-FB81-6CC6-654411C5FDD0}"/>
          </ac:spMkLst>
        </pc:spChg>
        <pc:spChg chg="add del mod">
          <ac:chgData name="Hasan Jamal" userId="6724a5da2ffd1b8f" providerId="LiveId" clId="{8D2F41AC-23D9-4DAF-938C-610805449A32}" dt="2025-04-07T05:44:20.986" v="1996" actId="478"/>
          <ac:spMkLst>
            <pc:docMk/>
            <pc:sldMk cId="3989475214" sldId="681"/>
            <ac:spMk id="41" creationId="{40C8F510-D25D-1E38-3A82-5CBB3D476471}"/>
          </ac:spMkLst>
        </pc:spChg>
        <pc:spChg chg="add del mod">
          <ac:chgData name="Hasan Jamal" userId="6724a5da2ffd1b8f" providerId="LiveId" clId="{8D2F41AC-23D9-4DAF-938C-610805449A32}" dt="2025-04-07T05:48:47.687" v="2139" actId="478"/>
          <ac:spMkLst>
            <pc:docMk/>
            <pc:sldMk cId="3989475214" sldId="681"/>
            <ac:spMk id="42" creationId="{749031FE-C0FE-D91A-48AD-F3789446EBF6}"/>
          </ac:spMkLst>
        </pc:spChg>
        <pc:spChg chg="add del mod">
          <ac:chgData name="Hasan Jamal" userId="6724a5da2ffd1b8f" providerId="LiveId" clId="{8D2F41AC-23D9-4DAF-938C-610805449A32}" dt="2025-04-07T05:48:50.364" v="2140" actId="478"/>
          <ac:spMkLst>
            <pc:docMk/>
            <pc:sldMk cId="3989475214" sldId="681"/>
            <ac:spMk id="43" creationId="{83FD4B9F-F5E4-0D86-38C4-716178E13EE8}"/>
          </ac:spMkLst>
        </pc:spChg>
        <pc:spChg chg="add del mod">
          <ac:chgData name="Hasan Jamal" userId="6724a5da2ffd1b8f" providerId="LiveId" clId="{8D2F41AC-23D9-4DAF-938C-610805449A32}" dt="2025-04-07T05:48:47.687" v="2139" actId="478"/>
          <ac:spMkLst>
            <pc:docMk/>
            <pc:sldMk cId="3989475214" sldId="681"/>
            <ac:spMk id="44" creationId="{4149C1F0-6C4A-43F3-C323-89CA6F9F396A}"/>
          </ac:spMkLst>
        </pc:spChg>
        <pc:spChg chg="mod">
          <ac:chgData name="Hasan Jamal" userId="6724a5da2ffd1b8f" providerId="LiveId" clId="{8D2F41AC-23D9-4DAF-938C-610805449A32}" dt="2025-04-07T05:48:08.909" v="2125" actId="1076"/>
          <ac:spMkLst>
            <pc:docMk/>
            <pc:sldMk cId="3989475214" sldId="681"/>
            <ac:spMk id="46" creationId="{FB7BC1C2-9569-7B18-6D96-3A43CC67B167}"/>
          </ac:spMkLst>
        </pc:spChg>
        <pc:spChg chg="mod">
          <ac:chgData name="Hasan Jamal" userId="6724a5da2ffd1b8f" providerId="LiveId" clId="{8D2F41AC-23D9-4DAF-938C-610805449A32}" dt="2025-04-07T05:48:08.909" v="2125" actId="1076"/>
          <ac:spMkLst>
            <pc:docMk/>
            <pc:sldMk cId="3989475214" sldId="681"/>
            <ac:spMk id="47" creationId="{D249F5C3-1D27-463B-5C34-47A53C116F97}"/>
          </ac:spMkLst>
        </pc:spChg>
        <pc:spChg chg="add 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48" creationId="{438F1975-E30F-9A20-644B-92CE5E220ADA}"/>
          </ac:spMkLst>
        </pc:spChg>
        <pc:spChg chg="add del mod">
          <ac:chgData name="Hasan Jamal" userId="6724a5da2ffd1b8f" providerId="LiveId" clId="{8D2F41AC-23D9-4DAF-938C-610805449A32}" dt="2025-04-07T05:46:50.711" v="2114" actId="478"/>
          <ac:spMkLst>
            <pc:docMk/>
            <pc:sldMk cId="3989475214" sldId="681"/>
            <ac:spMk id="49" creationId="{C730EB9C-2E55-7694-5E12-AD970C27F324}"/>
          </ac:spMkLst>
        </pc:spChg>
        <pc:spChg chg="add del mod">
          <ac:chgData name="Hasan Jamal" userId="6724a5da2ffd1b8f" providerId="LiveId" clId="{8D2F41AC-23D9-4DAF-938C-610805449A32}" dt="2025-04-07T05:51:51.557" v="2243" actId="478"/>
          <ac:spMkLst>
            <pc:docMk/>
            <pc:sldMk cId="3989475214" sldId="681"/>
            <ac:spMk id="50" creationId="{9318DA52-E944-96D2-8E90-2754C8CB5CD1}"/>
          </ac:spMkLst>
        </pc:spChg>
        <pc:spChg chg="add del mod">
          <ac:chgData name="Hasan Jamal" userId="6724a5da2ffd1b8f" providerId="LiveId" clId="{8D2F41AC-23D9-4DAF-938C-610805449A32}" dt="2025-04-07T05:51:55.771" v="2244" actId="478"/>
          <ac:spMkLst>
            <pc:docMk/>
            <pc:sldMk cId="3989475214" sldId="681"/>
            <ac:spMk id="51" creationId="{458268D2-3FC1-8BB2-EFB9-FFA0ABF83E33}"/>
          </ac:spMkLst>
        </pc:spChg>
        <pc:spChg chg="add del mod">
          <ac:chgData name="Hasan Jamal" userId="6724a5da2ffd1b8f" providerId="LiveId" clId="{8D2F41AC-23D9-4DAF-938C-610805449A32}" dt="2025-04-07T05:51:51.557" v="2243" actId="478"/>
          <ac:spMkLst>
            <pc:docMk/>
            <pc:sldMk cId="3989475214" sldId="681"/>
            <ac:spMk id="52" creationId="{4E0DEA3B-3CDE-6D71-BE11-1B0F9FB521EC}"/>
          </ac:spMkLst>
        </pc:spChg>
        <pc:spChg chg="add del mod">
          <ac:chgData name="Hasan Jamal" userId="6724a5da2ffd1b8f" providerId="LiveId" clId="{8D2F41AC-23D9-4DAF-938C-610805449A32}" dt="2025-04-07T05:51:51.557" v="2243" actId="478"/>
          <ac:spMkLst>
            <pc:docMk/>
            <pc:sldMk cId="3989475214" sldId="681"/>
            <ac:spMk id="53" creationId="{706B6308-3B0E-7D26-6CC9-9A2DC0C0176E}"/>
          </ac:spMkLst>
        </pc:spChg>
        <pc:spChg chg="add del mod">
          <ac:chgData name="Hasan Jamal" userId="6724a5da2ffd1b8f" providerId="LiveId" clId="{8D2F41AC-23D9-4DAF-938C-610805449A32}" dt="2025-04-07T05:51:51.557" v="2243" actId="478"/>
          <ac:spMkLst>
            <pc:docMk/>
            <pc:sldMk cId="3989475214" sldId="681"/>
            <ac:spMk id="54" creationId="{49FAF3F2-A235-F89B-1199-FD6C7FA93943}"/>
          </ac:spMkLst>
        </pc:spChg>
        <pc:spChg chg="mod">
          <ac:chgData name="Hasan Jamal" userId="6724a5da2ffd1b8f" providerId="LiveId" clId="{8D2F41AC-23D9-4DAF-938C-610805449A32}" dt="2025-04-07T05:46:42.136" v="2113" actId="1037"/>
          <ac:spMkLst>
            <pc:docMk/>
            <pc:sldMk cId="3989475214" sldId="681"/>
            <ac:spMk id="56" creationId="{CFF3363A-B270-1F9F-0E34-EDC76A13B3C2}"/>
          </ac:spMkLst>
        </pc:spChg>
        <pc:spChg chg="mod">
          <ac:chgData name="Hasan Jamal" userId="6724a5da2ffd1b8f" providerId="LiveId" clId="{8D2F41AC-23D9-4DAF-938C-610805449A32}" dt="2025-04-07T05:46:42.136" v="2113" actId="1037"/>
          <ac:spMkLst>
            <pc:docMk/>
            <pc:sldMk cId="3989475214" sldId="681"/>
            <ac:spMk id="57" creationId="{29FA64C1-4BE1-E72B-D9E6-BF41D1DC13DD}"/>
          </ac:spMkLst>
        </pc:spChg>
        <pc:spChg chg="add del mod">
          <ac:chgData name="Hasan Jamal" userId="6724a5da2ffd1b8f" providerId="LiveId" clId="{8D2F41AC-23D9-4DAF-938C-610805449A32}" dt="2025-04-07T05:51:51.557" v="2243" actId="478"/>
          <ac:spMkLst>
            <pc:docMk/>
            <pc:sldMk cId="3989475214" sldId="681"/>
            <ac:spMk id="58" creationId="{50362660-D7B4-BABD-9843-096D9A93316F}"/>
          </ac:spMkLst>
        </pc:spChg>
        <pc:spChg chg="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61" creationId="{2BBDA353-10AC-0729-6566-E03CA87C2FB5}"/>
          </ac:spMkLst>
        </pc:spChg>
        <pc:spChg chg="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62" creationId="{69DDA364-432C-36D2-63BB-AE6271F10FAA}"/>
          </ac:spMkLst>
        </pc:spChg>
        <pc:spChg chg="mod">
          <ac:chgData name="Hasan Jamal" userId="6724a5da2ffd1b8f" providerId="LiveId" clId="{8D2F41AC-23D9-4DAF-938C-610805449A32}" dt="2025-04-07T06:01:53.877" v="2616" actId="1076"/>
          <ac:spMkLst>
            <pc:docMk/>
            <pc:sldMk cId="3989475214" sldId="681"/>
            <ac:spMk id="63" creationId="{54223603-BF74-A383-5510-40F7574C6055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3072" creationId="{FA277633-D058-7412-D69F-EFA69D3FF4F0}"/>
          </ac:spMkLst>
        </pc:spChg>
        <pc:spChg chg="mod">
          <ac:chgData name="Hasan Jamal" userId="6724a5da2ffd1b8f" providerId="LiveId" clId="{8D2F41AC-23D9-4DAF-938C-610805449A32}" dt="2025-04-07T06:02:28.718" v="2631"/>
          <ac:spMkLst>
            <pc:docMk/>
            <pc:sldMk cId="3989475214" sldId="681"/>
            <ac:spMk id="3074" creationId="{F688411B-DFDA-D328-103A-C2748DB5F4F3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76" creationId="{E755B818-3DC1-7C1D-87C3-39B4074B99B9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78" creationId="{78EAAD2A-AF88-362E-41B8-181AF8DE0938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79" creationId="{6162E506-29E8-AF12-36D8-4A01623C6F5C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3080" creationId="{EB286B53-9B07-C50F-ACF9-846116B71DD1}"/>
          </ac:spMkLst>
        </pc:spChg>
        <pc:spChg chg="mod">
          <ac:chgData name="Hasan Jamal" userId="6724a5da2ffd1b8f" providerId="LiveId" clId="{8D2F41AC-23D9-4DAF-938C-610805449A32}" dt="2025-04-07T05:56:06.483" v="2447" actId="1076"/>
          <ac:spMkLst>
            <pc:docMk/>
            <pc:sldMk cId="3989475214" sldId="681"/>
            <ac:spMk id="3081" creationId="{64963E0A-6BC7-BCCE-6801-02BB022BB049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83" creationId="{BD995731-6115-D289-3A62-F638948E48F6}"/>
          </ac:spMkLst>
        </pc:spChg>
        <pc:spChg chg="mod">
          <ac:chgData name="Hasan Jamal" userId="6724a5da2ffd1b8f" providerId="LiveId" clId="{8D2F41AC-23D9-4DAF-938C-610805449A32}" dt="2025-04-07T05:53:59.326" v="2377" actId="1076"/>
          <ac:spMkLst>
            <pc:docMk/>
            <pc:sldMk cId="3989475214" sldId="681"/>
            <ac:spMk id="3084" creationId="{F36FAF79-A413-A76C-374B-D921F5B83CD0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85" creationId="{23B3ABF1-6F10-50CF-4F6C-3C5555F67E46}"/>
          </ac:spMkLst>
        </pc:spChg>
        <pc:spChg chg="mod">
          <ac:chgData name="Hasan Jamal" userId="6724a5da2ffd1b8f" providerId="LiveId" clId="{8D2F41AC-23D9-4DAF-938C-610805449A32}" dt="2025-04-07T05:53:59.326" v="2377" actId="1076"/>
          <ac:spMkLst>
            <pc:docMk/>
            <pc:sldMk cId="3989475214" sldId="681"/>
            <ac:spMk id="3087" creationId="{57055568-3389-83C8-9DA4-11CB32FD328C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3088" creationId="{1A44AEF0-EBE3-06E0-A4A3-8F38061E8B57}"/>
          </ac:spMkLst>
        </pc:spChg>
        <pc:spChg chg="add mod">
          <ac:chgData name="Hasan Jamal" userId="6724a5da2ffd1b8f" providerId="LiveId" clId="{8D2F41AC-23D9-4DAF-938C-610805449A32}" dt="2025-04-07T05:55:07.517" v="2439" actId="164"/>
          <ac:spMkLst>
            <pc:docMk/>
            <pc:sldMk cId="3989475214" sldId="681"/>
            <ac:spMk id="3089" creationId="{468E15D0-A280-4407-E75B-EF68B79FDBEE}"/>
          </ac:spMkLst>
        </pc:spChg>
        <pc:spChg chg="add mod">
          <ac:chgData name="Hasan Jamal" userId="6724a5da2ffd1b8f" providerId="LiveId" clId="{8D2F41AC-23D9-4DAF-938C-610805449A32}" dt="2025-04-07T05:55:07.517" v="2439" actId="164"/>
          <ac:spMkLst>
            <pc:docMk/>
            <pc:sldMk cId="3989475214" sldId="681"/>
            <ac:spMk id="3090" creationId="{4435DBB7-5382-BB7A-479D-9B539DB09897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3096" creationId="{AABF2407-ECC9-0EBF-D6FC-84844B4F18CC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097" creationId="{16FD762F-1E1B-265D-8CE5-77641AE078FB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098" creationId="{354B049B-8BD5-20BA-E12D-085C93C1BAA8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01" creationId="{133029C3-248A-2FDB-869D-BE5D9EF962F3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02" creationId="{BA6DF0F7-FC9B-6D07-1EAD-B845ECD38A88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3107" creationId="{61CF9AD9-DFDA-C835-3569-04EC5BD60248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09" creationId="{FAC0F22D-6BBE-4488-9887-0B45F61207C7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10" creationId="{D4338569-FEA8-4BEA-0162-D993BFC91759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11" creationId="{01B43C88-A1F8-6F85-3CC4-07346CFCE9BE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13" creationId="{82CE1784-972A-30CA-2919-78F92F199D50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3114" creationId="{6EB523D8-822E-2E7B-C467-6088A42FC209}"/>
          </ac:spMkLst>
        </pc:spChg>
        <pc:spChg chg="mod">
          <ac:chgData name="Hasan Jamal" userId="6724a5da2ffd1b8f" providerId="LiveId" clId="{8D2F41AC-23D9-4DAF-938C-610805449A32}" dt="2025-04-07T06:00:54.896" v="2590" actId="1076"/>
          <ac:spMkLst>
            <pc:docMk/>
            <pc:sldMk cId="3989475214" sldId="681"/>
            <ac:spMk id="3117" creationId="{A376C118-5BC7-40BA-AE54-6CFD26839081}"/>
          </ac:spMkLst>
        </pc:spChg>
        <pc:spChg chg="add 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3119" creationId="{A3E3759D-0858-910C-B028-C68C616BA7B8}"/>
          </ac:spMkLst>
        </pc:spChg>
        <pc:spChg chg="add mod">
          <ac:chgData name="Hasan Jamal" userId="6724a5da2ffd1b8f" providerId="LiveId" clId="{8D2F41AC-23D9-4DAF-938C-610805449A32}" dt="2025-04-07T05:57:15.644" v="2545" actId="164"/>
          <ac:spMkLst>
            <pc:docMk/>
            <pc:sldMk cId="3989475214" sldId="681"/>
            <ac:spMk id="3120" creationId="{4AB111D4-9394-A301-534E-68CAB771D197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3127" creationId="{9966D326-5B87-7924-9DEC-45C8A70EC536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3128" creationId="{7296D6B0-E7DF-FE16-C9DA-17123D843E79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3129" creationId="{CDEB0DF5-509A-AA67-9F55-E7259E620CE0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3134" creationId="{F98A4682-36A7-B3F5-38A2-D26226221387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097" creationId="{08447286-9703-DC26-B605-5985E06B210B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4099" creationId="{5D7A40A5-E28D-06BE-1690-D13E624092B2}"/>
          </ac:spMkLst>
        </pc:spChg>
        <pc:spChg chg="mod">
          <ac:chgData name="Hasan Jamal" userId="6724a5da2ffd1b8f" providerId="LiveId" clId="{8D2F41AC-23D9-4DAF-938C-610805449A32}" dt="2025-04-07T05:50:56.313" v="2202" actId="1076"/>
          <ac:spMkLst>
            <pc:docMk/>
            <pc:sldMk cId="3989475214" sldId="681"/>
            <ac:spMk id="4103" creationId="{ECE4F358-C057-F05E-B946-F00AC12FB8DC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04" creationId="{999A187F-1610-278C-4535-CC22339A58DD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105" creationId="{72AEEF33-61F9-C21E-98C5-D332960410B6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06" creationId="{E7C973E1-D8C6-3791-E715-03A1EEA58625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08" creationId="{941475DC-A79C-8151-D0C6-063E81572CEE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09" creationId="{BA491CD9-22C0-A3AF-6545-6B5530F1A59A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10" creationId="{33759870-D8C2-DA04-A4BC-A7A4A1A266B7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12" creationId="{FD584D01-7F9E-DAD4-1E98-45428F8B9017}"/>
          </ac:spMkLst>
        </pc:spChg>
        <pc:spChg chg="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13" creationId="{82FDD102-2CBC-3B40-01B3-90B43325F5B7}"/>
          </ac:spMkLst>
        </pc:spChg>
        <pc:spChg chg="add mod">
          <ac:chgData name="Hasan Jamal" userId="6724a5da2ffd1b8f" providerId="LiveId" clId="{8D2F41AC-23D9-4DAF-938C-610805449A32}" dt="2025-04-07T06:01:45.086" v="2615" actId="1037"/>
          <ac:spMkLst>
            <pc:docMk/>
            <pc:sldMk cId="3989475214" sldId="681"/>
            <ac:spMk id="4114" creationId="{882813D8-554E-202C-F608-CA062DDDBDF6}"/>
          </ac:spMkLst>
        </pc:spChg>
        <pc:spChg chg="add mod">
          <ac:chgData name="Hasan Jamal" userId="6724a5da2ffd1b8f" providerId="LiveId" clId="{8D2F41AC-23D9-4DAF-938C-610805449A32}" dt="2025-04-07T05:52:12.092" v="2245" actId="164"/>
          <ac:spMkLst>
            <pc:docMk/>
            <pc:sldMk cId="3989475214" sldId="681"/>
            <ac:spMk id="4115" creationId="{0CE3EAE4-8807-1E29-C29C-F23CF3222F14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18" creationId="{64139067-580B-0439-EED7-3342C81E8309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4119" creationId="{AFCEB6D8-202C-16B6-04CE-BED63634879E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21" creationId="{68E34167-AD96-4621-1296-EF926A22584F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22" creationId="{35EF3651-8600-362C-CA75-EDDD1FCB3BE7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23" creationId="{873D25A7-E1B4-E71F-FC99-80E60D7609BD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124" creationId="{27213CAA-B8FF-63A2-118E-A6ADA86FF183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25" creationId="{D646C119-60EF-5F0B-6296-BD75EC10A0FE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28" creationId="{B06EF1B3-8F8C-1B31-2063-884B9689380C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29" creationId="{7FC551F0-B248-A2B2-2357-FE5FB2D97F4E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30" creationId="{F3F6BFB7-C010-A215-0FCB-5AC7D898A966}"/>
          </ac:spMkLst>
        </pc:spChg>
        <pc:spChg chg="mod">
          <ac:chgData name="Hasan Jamal" userId="6724a5da2ffd1b8f" providerId="LiveId" clId="{8D2F41AC-23D9-4DAF-938C-610805449A32}" dt="2025-04-07T06:01:34.316" v="2604" actId="1037"/>
          <ac:spMkLst>
            <pc:docMk/>
            <pc:sldMk cId="3989475214" sldId="681"/>
            <ac:spMk id="4132" creationId="{DA253208-3220-A6F3-F891-9F8C562C8D71}"/>
          </ac:spMkLst>
        </pc:spChg>
        <pc:spChg chg="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33" creationId="{3F8FDB40-3517-D34A-902E-5CCB10CBE89B}"/>
          </ac:spMkLst>
        </pc:spChg>
        <pc:spChg chg="mod">
          <ac:chgData name="Hasan Jamal" userId="6724a5da2ffd1b8f" providerId="LiveId" clId="{8D2F41AC-23D9-4DAF-938C-610805449A32}" dt="2025-04-07T05:52:46.123" v="2255"/>
          <ac:spMkLst>
            <pc:docMk/>
            <pc:sldMk cId="3989475214" sldId="681"/>
            <ac:spMk id="4135" creationId="{111B1166-5A6E-4EB1-39EF-9A7F93D6D7DE}"/>
          </ac:spMkLst>
        </pc:spChg>
        <pc:spChg chg="mod">
          <ac:chgData name="Hasan Jamal" userId="6724a5da2ffd1b8f" providerId="LiveId" clId="{8D2F41AC-23D9-4DAF-938C-610805449A32}" dt="2025-04-07T05:52:46.123" v="2255"/>
          <ac:spMkLst>
            <pc:docMk/>
            <pc:sldMk cId="3989475214" sldId="681"/>
            <ac:spMk id="4138" creationId="{2015CAC9-0A93-49E9-134B-618739E2CEAF}"/>
          </ac:spMkLst>
        </pc:spChg>
        <pc:spChg chg="mod">
          <ac:chgData name="Hasan Jamal" userId="6724a5da2ffd1b8f" providerId="LiveId" clId="{8D2F41AC-23D9-4DAF-938C-610805449A32}" dt="2025-04-07T05:52:46.123" v="2255"/>
          <ac:spMkLst>
            <pc:docMk/>
            <pc:sldMk cId="3989475214" sldId="681"/>
            <ac:spMk id="4139" creationId="{C364B258-1A4D-2D1D-6B23-DB46135E57A8}"/>
          </ac:spMkLst>
        </pc:spChg>
        <pc:spChg chg="mod">
          <ac:chgData name="Hasan Jamal" userId="6724a5da2ffd1b8f" providerId="LiveId" clId="{8D2F41AC-23D9-4DAF-938C-610805449A32}" dt="2025-04-07T05:52:46.123" v="2255"/>
          <ac:spMkLst>
            <pc:docMk/>
            <pc:sldMk cId="3989475214" sldId="681"/>
            <ac:spMk id="4140" creationId="{AEAD3A73-FECA-D4FE-64F4-41F4E7B2FB2B}"/>
          </ac:spMkLst>
        </pc:spChg>
        <pc:spChg chg="mod">
          <ac:chgData name="Hasan Jamal" userId="6724a5da2ffd1b8f" providerId="LiveId" clId="{8D2F41AC-23D9-4DAF-938C-610805449A32}" dt="2025-04-07T05:52:46.123" v="2255"/>
          <ac:spMkLst>
            <pc:docMk/>
            <pc:sldMk cId="3989475214" sldId="681"/>
            <ac:spMk id="4141" creationId="{5F865732-2A21-8D5C-3650-11F70D66FB6D}"/>
          </ac:spMkLst>
        </pc:spChg>
        <pc:spChg chg="mod">
          <ac:chgData name="Hasan Jamal" userId="6724a5da2ffd1b8f" providerId="LiveId" clId="{8D2F41AC-23D9-4DAF-938C-610805449A32}" dt="2025-04-07T05:52:46.123" v="2255"/>
          <ac:spMkLst>
            <pc:docMk/>
            <pc:sldMk cId="3989475214" sldId="681"/>
            <ac:spMk id="4142" creationId="{85914DAB-C7D5-5DF4-B339-D06592BFFBBF}"/>
          </ac:spMkLst>
        </pc:spChg>
        <pc:spChg chg="mod">
          <ac:chgData name="Hasan Jamal" userId="6724a5da2ffd1b8f" providerId="LiveId" clId="{8D2F41AC-23D9-4DAF-938C-610805449A32}" dt="2025-04-07T05:52:46.123" v="2255"/>
          <ac:spMkLst>
            <pc:docMk/>
            <pc:sldMk cId="3989475214" sldId="681"/>
            <ac:spMk id="4143" creationId="{8371B8CF-2779-98F1-2956-4A55A9B20364}"/>
          </ac:spMkLst>
        </pc:spChg>
        <pc:spChg chg="mod">
          <ac:chgData name="Hasan Jamal" userId="6724a5da2ffd1b8f" providerId="LiveId" clId="{8D2F41AC-23D9-4DAF-938C-610805449A32}" dt="2025-04-07T05:52:46.123" v="2255"/>
          <ac:spMkLst>
            <pc:docMk/>
            <pc:sldMk cId="3989475214" sldId="681"/>
            <ac:spMk id="4146" creationId="{71675B4F-2DA2-E3EB-DDFF-D00BFAF36398}"/>
          </ac:spMkLst>
        </pc:spChg>
        <pc:spChg chg="mod">
          <ac:chgData name="Hasan Jamal" userId="6724a5da2ffd1b8f" providerId="LiveId" clId="{8D2F41AC-23D9-4DAF-938C-610805449A32}" dt="2025-04-07T05:52:46.123" v="2255"/>
          <ac:spMkLst>
            <pc:docMk/>
            <pc:sldMk cId="3989475214" sldId="681"/>
            <ac:spMk id="4147" creationId="{F3B1CAF5-AB62-374F-375B-A2141E6741C9}"/>
          </ac:spMkLst>
        </pc:spChg>
        <pc:spChg chg="mod">
          <ac:chgData name="Hasan Jamal" userId="6724a5da2ffd1b8f" providerId="LiveId" clId="{8D2F41AC-23D9-4DAF-938C-610805449A32}" dt="2025-04-07T05:52:46.123" v="2255"/>
          <ac:spMkLst>
            <pc:docMk/>
            <pc:sldMk cId="3989475214" sldId="681"/>
            <ac:spMk id="4150" creationId="{936C10B2-859C-2241-0603-9702515CC34C}"/>
          </ac:spMkLst>
        </pc:spChg>
        <pc:spChg chg="add mod">
          <ac:chgData name="Hasan Jamal" userId="6724a5da2ffd1b8f" providerId="LiveId" clId="{8D2F41AC-23D9-4DAF-938C-610805449A32}" dt="2025-04-07T06:01:16.431" v="2593" actId="1037"/>
          <ac:spMkLst>
            <pc:docMk/>
            <pc:sldMk cId="3989475214" sldId="681"/>
            <ac:spMk id="4151" creationId="{D69699A8-81E6-00F5-20EF-385DDFED0BD0}"/>
          </ac:spMkLst>
        </pc:spChg>
        <pc:spChg chg="add mod">
          <ac:chgData name="Hasan Jamal" userId="6724a5da2ffd1b8f" providerId="LiveId" clId="{8D2F41AC-23D9-4DAF-938C-610805449A32}" dt="2025-04-07T05:53:37.201" v="2374" actId="164"/>
          <ac:spMkLst>
            <pc:docMk/>
            <pc:sldMk cId="3989475214" sldId="681"/>
            <ac:spMk id="4152" creationId="{D795A01D-0251-2212-6C76-E1F0B5DBCEF5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4155" creationId="{895D5A60-E783-E8A7-5B88-DA8FC6C84A9B}"/>
          </ac:spMkLst>
        </pc:spChg>
        <pc:spChg chg="mod">
          <ac:chgData name="Hasan Jamal" userId="6724a5da2ffd1b8f" providerId="LiveId" clId="{8D2F41AC-23D9-4DAF-938C-610805449A32}" dt="2025-04-07T06:02:26.686" v="2629" actId="1037"/>
          <ac:spMkLst>
            <pc:docMk/>
            <pc:sldMk cId="3989475214" sldId="681"/>
            <ac:spMk id="4156" creationId="{741CF12C-273E-DC67-F0B8-634A8A88705B}"/>
          </ac:spMkLst>
        </pc:spChg>
        <pc:spChg chg="mod">
          <ac:chgData name="Hasan Jamal" userId="6724a5da2ffd1b8f" providerId="LiveId" clId="{8D2F41AC-23D9-4DAF-938C-610805449A32}" dt="2025-04-07T05:53:59.326" v="2377" actId="1076"/>
          <ac:spMkLst>
            <pc:docMk/>
            <pc:sldMk cId="3989475214" sldId="681"/>
            <ac:spMk id="4158" creationId="{145E2F4F-F954-2FCD-5BA9-184788CEFF64}"/>
          </ac:spMkLst>
        </pc:spChg>
        <pc:spChg chg="mod">
          <ac:chgData name="Hasan Jamal" userId="6724a5da2ffd1b8f" providerId="LiveId" clId="{8D2F41AC-23D9-4DAF-938C-610805449A32}" dt="2025-04-07T06:00:48.926" v="2589" actId="1076"/>
          <ac:spMkLst>
            <pc:docMk/>
            <pc:sldMk cId="3989475214" sldId="681"/>
            <ac:spMk id="4159" creationId="{EDC8A3E4-8758-EFCD-7A7E-BB50167801D1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4160" creationId="{CD111C1C-261A-0D99-D176-E8DE9F00266D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4161" creationId="{7A745F7E-B2C8-945C-3C97-47DFE8872549}"/>
          </ac:spMkLst>
        </pc:spChg>
        <pc:spChg chg="mod">
          <ac:chgData name="Hasan Jamal" userId="6724a5da2ffd1b8f" providerId="LiveId" clId="{8D2F41AC-23D9-4DAF-938C-610805449A32}" dt="2025-04-07T05:57:24.495" v="2547" actId="1076"/>
          <ac:spMkLst>
            <pc:docMk/>
            <pc:sldMk cId="3989475214" sldId="681"/>
            <ac:spMk id="4162" creationId="{89067D83-C275-3F06-8290-C8A45B298EDC}"/>
          </ac:spMkLst>
        </pc:spChg>
        <pc:spChg chg="mod">
          <ac:chgData name="Hasan Jamal" userId="6724a5da2ffd1b8f" providerId="LiveId" clId="{8D2F41AC-23D9-4DAF-938C-610805449A32}" dt="2025-04-07T05:57:24.495" v="2547" actId="1076"/>
          <ac:spMkLst>
            <pc:docMk/>
            <pc:sldMk cId="3989475214" sldId="681"/>
            <ac:spMk id="4166" creationId="{81E46161-B456-EC04-82D5-8FAE574AD4E2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170" creationId="{FD808604-4F6B-24E0-F6D2-39D79652BFEC}"/>
          </ac:spMkLst>
        </pc:spChg>
        <pc:spChg chg="mod">
          <ac:chgData name="Hasan Jamal" userId="6724a5da2ffd1b8f" providerId="LiveId" clId="{8D2F41AC-23D9-4DAF-938C-610805449A32}" dt="2025-04-07T06:00:33.816" v="2588" actId="1076"/>
          <ac:spMkLst>
            <pc:docMk/>
            <pc:sldMk cId="3989475214" sldId="681"/>
            <ac:spMk id="4174" creationId="{88904B00-24E1-526F-7DD2-89778EF18F24}"/>
          </ac:spMkLst>
        </pc:spChg>
        <pc:spChg chg="mod">
          <ac:chgData name="Hasan Jamal" userId="6724a5da2ffd1b8f" providerId="LiveId" clId="{8D2F41AC-23D9-4DAF-938C-610805449A32}" dt="2025-04-07T06:05:01.816" v="2704" actId="1035"/>
          <ac:spMkLst>
            <pc:docMk/>
            <pc:sldMk cId="3989475214" sldId="681"/>
            <ac:spMk id="4177" creationId="{5730C6B3-8C95-6FA6-D023-55157A88983A}"/>
          </ac:spMkLst>
        </pc:spChg>
        <pc:spChg chg="add mod">
          <ac:chgData name="Hasan Jamal" userId="6724a5da2ffd1b8f" providerId="LiveId" clId="{8D2F41AC-23D9-4DAF-938C-610805449A32}" dt="2025-04-07T05:58:09.088" v="2587" actId="164"/>
          <ac:spMkLst>
            <pc:docMk/>
            <pc:sldMk cId="3989475214" sldId="681"/>
            <ac:spMk id="4178" creationId="{830B0592-DBE4-11FD-78C1-447D7CC7681F}"/>
          </ac:spMkLst>
        </pc:spChg>
        <pc:spChg chg="add mod">
          <ac:chgData name="Hasan Jamal" userId="6724a5da2ffd1b8f" providerId="LiveId" clId="{8D2F41AC-23D9-4DAF-938C-610805449A32}" dt="2025-04-07T05:58:09.088" v="2587" actId="164"/>
          <ac:spMkLst>
            <pc:docMk/>
            <pc:sldMk cId="3989475214" sldId="681"/>
            <ac:spMk id="4179" creationId="{0AC72558-C56D-8790-3438-3FD05FC794CE}"/>
          </ac:spMkLst>
        </pc:spChg>
        <pc:spChg chg="add mod">
          <ac:chgData name="Hasan Jamal" userId="6724a5da2ffd1b8f" providerId="LiveId" clId="{8D2F41AC-23D9-4DAF-938C-610805449A32}" dt="2025-04-07T06:05:17.419" v="2715" actId="1036"/>
          <ac:spMkLst>
            <pc:docMk/>
            <pc:sldMk cId="3989475214" sldId="681"/>
            <ac:spMk id="4181" creationId="{EB336697-4831-39A7-BDF0-969BD0046264}"/>
          </ac:spMkLst>
        </pc:spChg>
        <pc:grpChg chg="del mod">
          <ac:chgData name="Hasan Jamal" userId="6724a5da2ffd1b8f" providerId="LiveId" clId="{8D2F41AC-23D9-4DAF-938C-610805449A32}" dt="2025-04-07T05:43:27.608" v="1925" actId="21"/>
          <ac:grpSpMkLst>
            <pc:docMk/>
            <pc:sldMk cId="3989475214" sldId="681"/>
            <ac:grpSpMk id="2" creationId="{39DBD272-AF43-228A-006A-0AEBB3DA0828}"/>
          </ac:grpSpMkLst>
        </pc:grpChg>
        <pc:grpChg chg="topLvl">
          <ac:chgData name="Hasan Jamal" userId="6724a5da2ffd1b8f" providerId="LiveId" clId="{8D2F41AC-23D9-4DAF-938C-610805449A32}" dt="2025-04-07T05:43:27.608" v="1925" actId="21"/>
          <ac:grpSpMkLst>
            <pc:docMk/>
            <pc:sldMk cId="3989475214" sldId="681"/>
            <ac:grpSpMk id="5" creationId="{CE1A1012-9EF1-FE5A-2B8D-08F39895E7F9}"/>
          </ac:grpSpMkLst>
        </pc:grpChg>
        <pc:grpChg chg="mod">
          <ac:chgData name="Hasan Jamal" userId="6724a5da2ffd1b8f" providerId="LiveId" clId="{8D2F41AC-23D9-4DAF-938C-610805449A32}" dt="2025-04-07T06:02:03.252" v="2617" actId="1076"/>
          <ac:grpSpMkLst>
            <pc:docMk/>
            <pc:sldMk cId="3989475214" sldId="681"/>
            <ac:grpSpMk id="21" creationId="{B1ECA2DB-82AA-E23C-6382-17BB408D4819}"/>
          </ac:grpSpMkLst>
        </pc:grpChg>
        <pc:grpChg chg="add del mod">
          <ac:chgData name="Hasan Jamal" userId="6724a5da2ffd1b8f" providerId="LiveId" clId="{8D2F41AC-23D9-4DAF-938C-610805449A32}" dt="2025-04-07T05:44:20.986" v="1996" actId="478"/>
          <ac:grpSpMkLst>
            <pc:docMk/>
            <pc:sldMk cId="3989475214" sldId="681"/>
            <ac:grpSpMk id="38" creationId="{838B6D14-E1DE-31A1-C94A-9C20CCA32C10}"/>
          </ac:grpSpMkLst>
        </pc:grpChg>
        <pc:grpChg chg="add del mod">
          <ac:chgData name="Hasan Jamal" userId="6724a5da2ffd1b8f" providerId="LiveId" clId="{8D2F41AC-23D9-4DAF-938C-610805449A32}" dt="2025-04-07T05:48:47.687" v="2139" actId="478"/>
          <ac:grpSpMkLst>
            <pc:docMk/>
            <pc:sldMk cId="3989475214" sldId="681"/>
            <ac:grpSpMk id="45" creationId="{B2240F8D-23A6-546D-F549-FC121D6BD086}"/>
          </ac:grpSpMkLst>
        </pc:grpChg>
        <pc:grpChg chg="add del mod">
          <ac:chgData name="Hasan Jamal" userId="6724a5da2ffd1b8f" providerId="LiveId" clId="{8D2F41AC-23D9-4DAF-938C-610805449A32}" dt="2025-04-07T05:51:51.557" v="2243" actId="478"/>
          <ac:grpSpMkLst>
            <pc:docMk/>
            <pc:sldMk cId="3989475214" sldId="681"/>
            <ac:grpSpMk id="55" creationId="{213E328A-5881-79AF-C1D8-231B2FC1E1D3}"/>
          </ac:grpSpMkLst>
        </pc:grpChg>
        <pc:grpChg chg="add mod">
          <ac:chgData name="Hasan Jamal" userId="6724a5da2ffd1b8f" providerId="LiveId" clId="{8D2F41AC-23D9-4DAF-938C-610805449A32}" dt="2025-04-07T06:02:03.252" v="2617" actId="1076"/>
          <ac:grpSpMkLst>
            <pc:docMk/>
            <pc:sldMk cId="3989475214" sldId="681"/>
            <ac:grpSpMk id="59" creationId="{DAAC45A4-E085-8C1F-4E18-CC08A445A04E}"/>
          </ac:grpSpMkLst>
        </pc:grpChg>
        <pc:grpChg chg="add mod">
          <ac:chgData name="Hasan Jamal" userId="6724a5da2ffd1b8f" providerId="LiveId" clId="{8D2F41AC-23D9-4DAF-938C-610805449A32}" dt="2025-04-07T05:50:18.113" v="2200" actId="164"/>
          <ac:grpSpMkLst>
            <pc:docMk/>
            <pc:sldMk cId="3989475214" sldId="681"/>
            <ac:grpSpMk id="60" creationId="{29495F28-21CA-690B-2D3B-C22E903E8356}"/>
          </ac:grpSpMkLst>
        </pc:grpChg>
        <pc:grpChg chg="add mod">
          <ac:chgData name="Hasan Jamal" userId="6724a5da2ffd1b8f" providerId="LiveId" clId="{8D2F41AC-23D9-4DAF-938C-610805449A32}" dt="2025-04-07T05:57:15.644" v="2545" actId="164"/>
          <ac:grpSpMkLst>
            <pc:docMk/>
            <pc:sldMk cId="3989475214" sldId="681"/>
            <ac:grpSpMk id="3091" creationId="{FB0EB824-4855-DE49-9A60-50D2E6A9EEEA}"/>
          </ac:grpSpMkLst>
        </pc:grpChg>
        <pc:grpChg chg="add mod">
          <ac:chgData name="Hasan Jamal" userId="6724a5da2ffd1b8f" providerId="LiveId" clId="{8D2F41AC-23D9-4DAF-938C-610805449A32}" dt="2025-04-07T05:57:15.644" v="2545" actId="164"/>
          <ac:grpSpMkLst>
            <pc:docMk/>
            <pc:sldMk cId="3989475214" sldId="681"/>
            <ac:grpSpMk id="3121" creationId="{6BDA0666-FBFF-05A5-0E00-CC6DA9E24358}"/>
          </ac:grpSpMkLst>
        </pc:grpChg>
        <pc:grpChg chg="mod">
          <ac:chgData name="Hasan Jamal" userId="6724a5da2ffd1b8f" providerId="LiveId" clId="{8D2F41AC-23D9-4DAF-938C-610805449A32}" dt="2025-04-07T05:58:09.088" v="2587" actId="164"/>
          <ac:grpSpMkLst>
            <pc:docMk/>
            <pc:sldMk cId="3989475214" sldId="681"/>
            <ac:grpSpMk id="3122" creationId="{645CFA35-0DFF-4EF2-BC55-F08A3FBD38DC}"/>
          </ac:grpSpMkLst>
        </pc:grpChg>
        <pc:grpChg chg="mod">
          <ac:chgData name="Hasan Jamal" userId="6724a5da2ffd1b8f" providerId="LiveId" clId="{8D2F41AC-23D9-4DAF-938C-610805449A32}" dt="2025-04-07T05:48:56.759" v="2142" actId="1076"/>
          <ac:grpSpMkLst>
            <pc:docMk/>
            <pc:sldMk cId="3989475214" sldId="681"/>
            <ac:grpSpMk id="4096" creationId="{3414A1FB-D79B-EF18-F22F-556A5D8D5AF2}"/>
          </ac:grpSpMkLst>
        </pc:grpChg>
        <pc:grpChg chg="add mod">
          <ac:chgData name="Hasan Jamal" userId="6724a5da2ffd1b8f" providerId="LiveId" clId="{8D2F41AC-23D9-4DAF-938C-610805449A32}" dt="2025-04-07T06:01:53.877" v="2616" actId="1076"/>
          <ac:grpSpMkLst>
            <pc:docMk/>
            <pc:sldMk cId="3989475214" sldId="681"/>
            <ac:grpSpMk id="4101" creationId="{BF5FDEF3-6C37-6723-7E57-C5DEC6DEFE23}"/>
          </ac:grpSpMkLst>
        </pc:grpChg>
        <pc:grpChg chg="add mod">
          <ac:chgData name="Hasan Jamal" userId="6724a5da2ffd1b8f" providerId="LiveId" clId="{8D2F41AC-23D9-4DAF-938C-610805449A32}" dt="2025-04-07T05:52:12.092" v="2245" actId="164"/>
          <ac:grpSpMkLst>
            <pc:docMk/>
            <pc:sldMk cId="3989475214" sldId="681"/>
            <ac:grpSpMk id="4102" creationId="{B1DD92FB-E463-C0F7-8125-C3F016AE47F6}"/>
          </ac:grpSpMkLst>
        </pc:grpChg>
        <pc:grpChg chg="add mod">
          <ac:chgData name="Hasan Jamal" userId="6724a5da2ffd1b8f" providerId="LiveId" clId="{8D2F41AC-23D9-4DAF-938C-610805449A32}" dt="2025-04-07T05:52:12.092" v="2245" actId="164"/>
          <ac:grpSpMkLst>
            <pc:docMk/>
            <pc:sldMk cId="3989475214" sldId="681"/>
            <ac:grpSpMk id="4116" creationId="{AAF201A2-C621-65B3-9352-5F654E668324}"/>
          </ac:grpSpMkLst>
        </pc:grpChg>
        <pc:grpChg chg="mod">
          <ac:chgData name="Hasan Jamal" userId="6724a5da2ffd1b8f" providerId="LiveId" clId="{8D2F41AC-23D9-4DAF-938C-610805449A32}" dt="2025-04-07T05:53:37.201" v="2374" actId="164"/>
          <ac:grpSpMkLst>
            <pc:docMk/>
            <pc:sldMk cId="3989475214" sldId="681"/>
            <ac:grpSpMk id="4117" creationId="{6BE44FCF-CF90-C66D-CBC9-2EBB1515DA2E}"/>
          </ac:grpSpMkLst>
        </pc:grpChg>
        <pc:grpChg chg="add mod">
          <ac:chgData name="Hasan Jamal" userId="6724a5da2ffd1b8f" providerId="LiveId" clId="{8D2F41AC-23D9-4DAF-938C-610805449A32}" dt="2025-04-07T05:53:37.201" v="2374" actId="164"/>
          <ac:grpSpMkLst>
            <pc:docMk/>
            <pc:sldMk cId="3989475214" sldId="681"/>
            <ac:grpSpMk id="4153" creationId="{1A43C5A2-6B92-F44C-813D-7FBB79914DE0}"/>
          </ac:grpSpMkLst>
        </pc:grpChg>
        <pc:grpChg chg="mod">
          <ac:chgData name="Hasan Jamal" userId="6724a5da2ffd1b8f" providerId="LiveId" clId="{8D2F41AC-23D9-4DAF-938C-610805449A32}" dt="2025-04-07T05:55:07.517" v="2439" actId="164"/>
          <ac:grpSpMkLst>
            <pc:docMk/>
            <pc:sldMk cId="3989475214" sldId="681"/>
            <ac:grpSpMk id="4154" creationId="{6DB86F43-3F50-B2E9-947E-427FABE4FE3C}"/>
          </ac:grpSpMkLst>
        </pc:grpChg>
        <pc:grpChg chg="add mod">
          <ac:chgData name="Hasan Jamal" userId="6724a5da2ffd1b8f" providerId="LiveId" clId="{8D2F41AC-23D9-4DAF-938C-610805449A32}" dt="2025-04-07T05:58:09.088" v="2587" actId="164"/>
          <ac:grpSpMkLst>
            <pc:docMk/>
            <pc:sldMk cId="3989475214" sldId="681"/>
            <ac:grpSpMk id="4180" creationId="{F4950035-BD2B-81DE-95C2-36D6FCBBE39E}"/>
          </ac:grpSpMkLst>
        </pc:grpChg>
        <pc:picChg chg="del">
          <ac:chgData name="Hasan Jamal" userId="6724a5da2ffd1b8f" providerId="LiveId" clId="{8D2F41AC-23D9-4DAF-938C-610805449A32}" dt="2025-04-07T05:42:38.254" v="1920" actId="478"/>
          <ac:picMkLst>
            <pc:docMk/>
            <pc:sldMk cId="3989475214" sldId="681"/>
            <ac:picMk id="4098" creationId="{61F5B96A-7F6F-5BA3-60F5-D7E5EEA4B1AF}"/>
          </ac:picMkLst>
        </pc:picChg>
        <pc:picChg chg="del">
          <ac:chgData name="Hasan Jamal" userId="6724a5da2ffd1b8f" providerId="LiveId" clId="{8D2F41AC-23D9-4DAF-938C-610805449A32}" dt="2025-04-07T05:42:40.480" v="1921" actId="478"/>
          <ac:picMkLst>
            <pc:docMk/>
            <pc:sldMk cId="3989475214" sldId="681"/>
            <ac:picMk id="4100" creationId="{934917C7-C9E5-9022-C14F-437815C98143}"/>
          </ac:picMkLst>
        </pc:picChg>
      </pc:sldChg>
      <pc:sldChg chg="del">
        <pc:chgData name="Hasan Jamal" userId="6724a5da2ffd1b8f" providerId="LiveId" clId="{8D2F41AC-23D9-4DAF-938C-610805449A32}" dt="2025-04-07T12:25:30.359" v="4839" actId="47"/>
        <pc:sldMkLst>
          <pc:docMk/>
          <pc:sldMk cId="734209575" sldId="682"/>
        </pc:sldMkLst>
      </pc:sldChg>
      <pc:sldChg chg="del">
        <pc:chgData name="Hasan Jamal" userId="6724a5da2ffd1b8f" providerId="LiveId" clId="{8D2F41AC-23D9-4DAF-938C-610805449A32}" dt="2025-04-06T06:25:42.472" v="0" actId="47"/>
        <pc:sldMkLst>
          <pc:docMk/>
          <pc:sldMk cId="297886957" sldId="698"/>
        </pc:sldMkLst>
      </pc:sldChg>
      <pc:sldChg chg="del">
        <pc:chgData name="Hasan Jamal" userId="6724a5da2ffd1b8f" providerId="LiveId" clId="{8D2F41AC-23D9-4DAF-938C-610805449A32}" dt="2025-04-07T12:25:28.560" v="4836" actId="47"/>
        <pc:sldMkLst>
          <pc:docMk/>
          <pc:sldMk cId="204052173" sldId="699"/>
        </pc:sldMkLst>
      </pc:sldChg>
      <pc:sldChg chg="del">
        <pc:chgData name="Hasan Jamal" userId="6724a5da2ffd1b8f" providerId="LiveId" clId="{8D2F41AC-23D9-4DAF-938C-610805449A32}" dt="2025-04-07T12:25:29.351" v="4837" actId="47"/>
        <pc:sldMkLst>
          <pc:docMk/>
          <pc:sldMk cId="3015221162" sldId="700"/>
        </pc:sldMkLst>
      </pc:sldChg>
      <pc:sldChg chg="del">
        <pc:chgData name="Hasan Jamal" userId="6724a5da2ffd1b8f" providerId="LiveId" clId="{8D2F41AC-23D9-4DAF-938C-610805449A32}" dt="2025-04-07T12:25:29.975" v="4838" actId="47"/>
        <pc:sldMkLst>
          <pc:docMk/>
          <pc:sldMk cId="2328394073" sldId="701"/>
        </pc:sldMkLst>
      </pc:sldChg>
      <pc:sldChg chg="addSp delSp modSp mod">
        <pc:chgData name="Hasan Jamal" userId="6724a5da2ffd1b8f" providerId="LiveId" clId="{8D2F41AC-23D9-4DAF-938C-610805449A32}" dt="2025-04-07T05:40:10.285" v="1919" actId="1076"/>
        <pc:sldMkLst>
          <pc:docMk/>
          <pc:sldMk cId="1609764774" sldId="702"/>
        </pc:sldMkLst>
        <pc:spChg chg="add del mod">
          <ac:chgData name="Hasan Jamal" userId="6724a5da2ffd1b8f" providerId="LiveId" clId="{8D2F41AC-23D9-4DAF-938C-610805449A32}" dt="2025-04-06T08:56:13.517" v="687" actId="478"/>
          <ac:spMkLst>
            <pc:docMk/>
            <pc:sldMk cId="1609764774" sldId="702"/>
            <ac:spMk id="4" creationId="{11BB0BF9-F8FF-9B4A-A0DE-E324145D72E4}"/>
          </ac:spMkLst>
        </pc:spChg>
        <pc:spChg chg="add mod">
          <ac:chgData name="Hasan Jamal" userId="6724a5da2ffd1b8f" providerId="LiveId" clId="{8D2F41AC-23D9-4DAF-938C-610805449A32}" dt="2025-04-07T03:42:30.186" v="1442" actId="20577"/>
          <ac:spMkLst>
            <pc:docMk/>
            <pc:sldMk cId="1609764774" sldId="702"/>
            <ac:spMk id="4" creationId="{72647394-7F3E-53A7-E30B-536B6219C910}"/>
          </ac:spMkLst>
        </pc:spChg>
        <pc:spChg chg="add mod">
          <ac:chgData name="Hasan Jamal" userId="6724a5da2ffd1b8f" providerId="LiveId" clId="{8D2F41AC-23D9-4DAF-938C-610805449A32}" dt="2025-04-07T03:42:53.878" v="1451" actId="20577"/>
          <ac:spMkLst>
            <pc:docMk/>
            <pc:sldMk cId="1609764774" sldId="702"/>
            <ac:spMk id="5" creationId="{BE77F674-3BDC-43A4-6F31-2475CD342ACC}"/>
          </ac:spMkLst>
        </pc:spChg>
        <pc:spChg chg="mod">
          <ac:chgData name="Hasan Jamal" userId="6724a5da2ffd1b8f" providerId="LiveId" clId="{8D2F41AC-23D9-4DAF-938C-610805449A32}" dt="2025-04-07T05:39:29.632" v="1915" actId="1076"/>
          <ac:spMkLst>
            <pc:docMk/>
            <pc:sldMk cId="1609764774" sldId="702"/>
            <ac:spMk id="9" creationId="{2E056219-05FC-C09B-EE3E-F4399ABFA404}"/>
          </ac:spMkLst>
        </pc:spChg>
        <pc:spChg chg="mod">
          <ac:chgData name="Hasan Jamal" userId="6724a5da2ffd1b8f" providerId="LiveId" clId="{8D2F41AC-23D9-4DAF-938C-610805449A32}" dt="2025-04-07T05:39:29.632" v="1915" actId="1076"/>
          <ac:spMkLst>
            <pc:docMk/>
            <pc:sldMk cId="1609764774" sldId="702"/>
            <ac:spMk id="11" creationId="{C9D1F4B0-DE19-6908-EE39-66EA027C86DA}"/>
          </ac:spMkLst>
        </pc:spChg>
        <pc:spChg chg="mod">
          <ac:chgData name="Hasan Jamal" userId="6724a5da2ffd1b8f" providerId="LiveId" clId="{8D2F41AC-23D9-4DAF-938C-610805449A32}" dt="2025-04-07T03:35:15.317" v="1418" actId="20577"/>
          <ac:spMkLst>
            <pc:docMk/>
            <pc:sldMk cId="1609764774" sldId="702"/>
            <ac:spMk id="12" creationId="{F0AB79A6-672D-DB90-0D6B-E4B59D0D388E}"/>
          </ac:spMkLst>
        </pc:spChg>
        <pc:spChg chg="mod">
          <ac:chgData name="Hasan Jamal" userId="6724a5da2ffd1b8f" providerId="LiveId" clId="{8D2F41AC-23D9-4DAF-938C-610805449A32}" dt="2025-04-07T05:39:29.632" v="1915" actId="1076"/>
          <ac:spMkLst>
            <pc:docMk/>
            <pc:sldMk cId="1609764774" sldId="702"/>
            <ac:spMk id="13" creationId="{DC1F59EC-F0C8-FE7D-34C6-C2DFEC36440E}"/>
          </ac:spMkLst>
        </pc:spChg>
        <pc:spChg chg="mod">
          <ac:chgData name="Hasan Jamal" userId="6724a5da2ffd1b8f" providerId="LiveId" clId="{8D2F41AC-23D9-4DAF-938C-610805449A32}" dt="2025-04-07T05:39:29.632" v="1915" actId="1076"/>
          <ac:spMkLst>
            <pc:docMk/>
            <pc:sldMk cId="1609764774" sldId="702"/>
            <ac:spMk id="23" creationId="{F32CCCD9-6F59-DBD0-9C3C-DDFFCA90B890}"/>
          </ac:spMkLst>
        </pc:spChg>
        <pc:spChg chg="mod">
          <ac:chgData name="Hasan Jamal" userId="6724a5da2ffd1b8f" providerId="LiveId" clId="{8D2F41AC-23D9-4DAF-938C-610805449A32}" dt="2025-04-07T05:39:29.632" v="1915" actId="1076"/>
          <ac:spMkLst>
            <pc:docMk/>
            <pc:sldMk cId="1609764774" sldId="702"/>
            <ac:spMk id="24" creationId="{BEA08F8F-DA3E-50F8-CED7-2C274D367611}"/>
          </ac:spMkLst>
        </pc:spChg>
        <pc:spChg chg="mod">
          <ac:chgData name="Hasan Jamal" userId="6724a5da2ffd1b8f" providerId="LiveId" clId="{8D2F41AC-23D9-4DAF-938C-610805449A32}" dt="2025-04-07T05:39:29.632" v="1915" actId="1076"/>
          <ac:spMkLst>
            <pc:docMk/>
            <pc:sldMk cId="1609764774" sldId="702"/>
            <ac:spMk id="26" creationId="{D7F0277B-86D6-7311-2C43-315779BA074E}"/>
          </ac:spMkLst>
        </pc:spChg>
        <pc:spChg chg="mod">
          <ac:chgData name="Hasan Jamal" userId="6724a5da2ffd1b8f" providerId="LiveId" clId="{8D2F41AC-23D9-4DAF-938C-610805449A32}" dt="2025-04-07T05:39:29.632" v="1915" actId="1076"/>
          <ac:spMkLst>
            <pc:docMk/>
            <pc:sldMk cId="1609764774" sldId="702"/>
            <ac:spMk id="29" creationId="{B429EFC8-08D2-2C60-4617-71F56AD1F139}"/>
          </ac:spMkLst>
        </pc:spChg>
        <pc:spChg chg="mod">
          <ac:chgData name="Hasan Jamal" userId="6724a5da2ffd1b8f" providerId="LiveId" clId="{8D2F41AC-23D9-4DAF-938C-610805449A32}" dt="2025-04-07T05:39:29.632" v="1915" actId="1076"/>
          <ac:spMkLst>
            <pc:docMk/>
            <pc:sldMk cId="1609764774" sldId="702"/>
            <ac:spMk id="30" creationId="{72924D7D-5A59-9074-1CB8-45BAAFA5E84F}"/>
          </ac:spMkLst>
        </pc:spChg>
        <pc:spChg chg="mod">
          <ac:chgData name="Hasan Jamal" userId="6724a5da2ffd1b8f" providerId="LiveId" clId="{8D2F41AC-23D9-4DAF-938C-610805449A32}" dt="2025-04-07T05:39:29.632" v="1915" actId="1076"/>
          <ac:spMkLst>
            <pc:docMk/>
            <pc:sldMk cId="1609764774" sldId="702"/>
            <ac:spMk id="34" creationId="{EC36B5DC-7AAA-2F89-663B-927882D0D033}"/>
          </ac:spMkLst>
        </pc:spChg>
        <pc:spChg chg="mod">
          <ac:chgData name="Hasan Jamal" userId="6724a5da2ffd1b8f" providerId="LiveId" clId="{8D2F41AC-23D9-4DAF-938C-610805449A32}" dt="2025-04-07T05:39:29.632" v="1915" actId="1076"/>
          <ac:spMkLst>
            <pc:docMk/>
            <pc:sldMk cId="1609764774" sldId="702"/>
            <ac:spMk id="39" creationId="{72D75A20-3029-FACD-1B99-46AE92E7615B}"/>
          </ac:spMkLst>
        </pc:spChg>
        <pc:spChg chg="mod">
          <ac:chgData name="Hasan Jamal" userId="6724a5da2ffd1b8f" providerId="LiveId" clId="{8D2F41AC-23D9-4DAF-938C-610805449A32}" dt="2025-04-07T03:26:15.564" v="1230" actId="20577"/>
          <ac:spMkLst>
            <pc:docMk/>
            <pc:sldMk cId="1609764774" sldId="702"/>
            <ac:spMk id="3074" creationId="{602F47BB-CCB0-E92E-6DFE-BBD26BB78D0B}"/>
          </ac:spMkLst>
        </pc:spChg>
        <pc:grpChg chg="del">
          <ac:chgData name="Hasan Jamal" userId="6724a5da2ffd1b8f" providerId="LiveId" clId="{8D2F41AC-23D9-4DAF-938C-610805449A32}" dt="2025-04-07T05:39:36.469" v="1916" actId="478"/>
          <ac:grpSpMkLst>
            <pc:docMk/>
            <pc:sldMk cId="1609764774" sldId="702"/>
            <ac:grpSpMk id="6" creationId="{27B3C819-1837-35F9-110D-1D14170B2311}"/>
          </ac:grpSpMkLst>
        </pc:grpChg>
        <pc:picChg chg="add mod">
          <ac:chgData name="Hasan Jamal" userId="6724a5da2ffd1b8f" providerId="LiveId" clId="{8D2F41AC-23D9-4DAF-938C-610805449A32}" dt="2025-04-07T05:40:10.285" v="1919" actId="1076"/>
          <ac:picMkLst>
            <pc:docMk/>
            <pc:sldMk cId="1609764774" sldId="702"/>
            <ac:picMk id="41" creationId="{15F86E25-1228-3689-66BE-69D02CC110CA}"/>
          </ac:picMkLst>
        </pc:picChg>
      </pc:sldChg>
      <pc:sldChg chg="del">
        <pc:chgData name="Hasan Jamal" userId="6724a5da2ffd1b8f" providerId="LiveId" clId="{8D2F41AC-23D9-4DAF-938C-610805449A32}" dt="2025-04-06T06:25:44.659" v="1" actId="47"/>
        <pc:sldMkLst>
          <pc:docMk/>
          <pc:sldMk cId="433514142" sldId="703"/>
        </pc:sldMkLst>
      </pc:sldChg>
      <pc:sldChg chg="del">
        <pc:chgData name="Hasan Jamal" userId="6724a5da2ffd1b8f" providerId="LiveId" clId="{8D2F41AC-23D9-4DAF-938C-610805449A32}" dt="2025-04-07T12:25:31.071" v="4840" actId="47"/>
        <pc:sldMkLst>
          <pc:docMk/>
          <pc:sldMk cId="2212326555" sldId="704"/>
        </pc:sldMkLst>
      </pc:sldChg>
      <pc:sldChg chg="add del">
        <pc:chgData name="Hasan Jamal" userId="6724a5da2ffd1b8f" providerId="LiveId" clId="{8D2F41AC-23D9-4DAF-938C-610805449A32}" dt="2025-04-07T12:25:38.244" v="4845" actId="47"/>
        <pc:sldMkLst>
          <pc:docMk/>
          <pc:sldMk cId="1797331049" sldId="705"/>
        </pc:sldMkLst>
      </pc:sldChg>
      <pc:sldChg chg="delSp modSp add del mod">
        <pc:chgData name="Hasan Jamal" userId="6724a5da2ffd1b8f" providerId="LiveId" clId="{8D2F41AC-23D9-4DAF-938C-610805449A32}" dt="2025-04-07T12:25:27.228" v="4835" actId="47"/>
        <pc:sldMkLst>
          <pc:docMk/>
          <pc:sldMk cId="2763900195" sldId="706"/>
        </pc:sldMkLst>
        <pc:spChg chg="del">
          <ac:chgData name="Hasan Jamal" userId="6724a5da2ffd1b8f" providerId="LiveId" clId="{8D2F41AC-23D9-4DAF-938C-610805449A32}" dt="2025-04-06T08:42:55.187" v="402" actId="478"/>
          <ac:spMkLst>
            <pc:docMk/>
            <pc:sldMk cId="2763900195" sldId="706"/>
            <ac:spMk id="4" creationId="{134CEE06-C641-3E93-A085-1309F1A061AC}"/>
          </ac:spMkLst>
        </pc:spChg>
        <pc:spChg chg="mod">
          <ac:chgData name="Hasan Jamal" userId="6724a5da2ffd1b8f" providerId="LiveId" clId="{8D2F41AC-23D9-4DAF-938C-610805449A32}" dt="2025-04-07T12:24:33.051" v="4822" actId="21"/>
          <ac:spMkLst>
            <pc:docMk/>
            <pc:sldMk cId="2763900195" sldId="706"/>
            <ac:spMk id="12" creationId="{12982355-529E-07C4-E972-D2D70DFAFEBE}"/>
          </ac:spMkLst>
        </pc:spChg>
        <pc:spChg chg="mod">
          <ac:chgData name="Hasan Jamal" userId="6724a5da2ffd1b8f" providerId="LiveId" clId="{8D2F41AC-23D9-4DAF-938C-610805449A32}" dt="2025-04-06T08:53:00.123" v="517" actId="20577"/>
          <ac:spMkLst>
            <pc:docMk/>
            <pc:sldMk cId="2763900195" sldId="706"/>
            <ac:spMk id="3074" creationId="{C31360B2-07D9-27A2-978F-9C338EFB1158}"/>
          </ac:spMkLst>
        </pc:spChg>
      </pc:sldChg>
      <pc:sldChg chg="modSp add mod modNotesTx">
        <pc:chgData name="Hasan Jamal" userId="6724a5da2ffd1b8f" providerId="LiveId" clId="{8D2F41AC-23D9-4DAF-938C-610805449A32}" dt="2025-04-07T06:08:07.183" v="2752" actId="20577"/>
        <pc:sldMkLst>
          <pc:docMk/>
          <pc:sldMk cId="700518559" sldId="707"/>
        </pc:sldMkLst>
        <pc:spChg chg="mod">
          <ac:chgData name="Hasan Jamal" userId="6724a5da2ffd1b8f" providerId="LiveId" clId="{8D2F41AC-23D9-4DAF-938C-610805449A32}" dt="2025-04-07T06:08:07.183" v="2752" actId="20577"/>
          <ac:spMkLst>
            <pc:docMk/>
            <pc:sldMk cId="700518559" sldId="707"/>
            <ac:spMk id="12" creationId="{EC35F367-070C-F548-3238-9CC2EBE75D1C}"/>
          </ac:spMkLst>
        </pc:spChg>
        <pc:spChg chg="mod">
          <ac:chgData name="Hasan Jamal" userId="6724a5da2ffd1b8f" providerId="LiveId" clId="{8D2F41AC-23D9-4DAF-938C-610805449A32}" dt="2025-04-06T08:46:00.407" v="410" actId="20577"/>
          <ac:spMkLst>
            <pc:docMk/>
            <pc:sldMk cId="700518559" sldId="707"/>
            <ac:spMk id="3074" creationId="{BD7FCCBC-86AB-7AC4-A0BF-803A4FA03E78}"/>
          </ac:spMkLst>
        </pc:spChg>
      </pc:sldChg>
      <pc:sldChg chg="modSp add del mod ord">
        <pc:chgData name="Hasan Jamal" userId="6724a5da2ffd1b8f" providerId="LiveId" clId="{8D2F41AC-23D9-4DAF-938C-610805449A32}" dt="2025-04-07T03:36:31.617" v="1426" actId="47"/>
        <pc:sldMkLst>
          <pc:docMk/>
          <pc:sldMk cId="2491473310" sldId="708"/>
        </pc:sldMkLst>
        <pc:spChg chg="mod">
          <ac:chgData name="Hasan Jamal" userId="6724a5da2ffd1b8f" providerId="LiveId" clId="{8D2F41AC-23D9-4DAF-938C-610805449A32}" dt="2025-04-06T09:02:13.446" v="845" actId="1076"/>
          <ac:spMkLst>
            <pc:docMk/>
            <pc:sldMk cId="2491473310" sldId="708"/>
            <ac:spMk id="4" creationId="{6B2BDC44-A99E-C3A1-5DCB-3F4BEC2CE264}"/>
          </ac:spMkLst>
        </pc:spChg>
        <pc:spChg chg="mod">
          <ac:chgData name="Hasan Jamal" userId="6724a5da2ffd1b8f" providerId="LiveId" clId="{8D2F41AC-23D9-4DAF-938C-610805449A32}" dt="2025-04-06T09:03:23.372" v="960" actId="20577"/>
          <ac:spMkLst>
            <pc:docMk/>
            <pc:sldMk cId="2491473310" sldId="708"/>
            <ac:spMk id="12" creationId="{9856E4A3-59A4-C4F5-AA4B-D0C1CF307DAE}"/>
          </ac:spMkLst>
        </pc:spChg>
        <pc:spChg chg="mod">
          <ac:chgData name="Hasan Jamal" userId="6724a5da2ffd1b8f" providerId="LiveId" clId="{8D2F41AC-23D9-4DAF-938C-610805449A32}" dt="2025-04-06T08:56:36.064" v="710" actId="20577"/>
          <ac:spMkLst>
            <pc:docMk/>
            <pc:sldMk cId="2491473310" sldId="708"/>
            <ac:spMk id="3074" creationId="{5C7B0F0A-2E01-2AF2-D8F8-B7445D494C7C}"/>
          </ac:spMkLst>
        </pc:spChg>
      </pc:sldChg>
      <pc:sldChg chg="addSp delSp modSp add mod ord">
        <pc:chgData name="Hasan Jamal" userId="6724a5da2ffd1b8f" providerId="LiveId" clId="{8D2F41AC-23D9-4DAF-938C-610805449A32}" dt="2025-04-07T06:08:41.375" v="2772" actId="1036"/>
        <pc:sldMkLst>
          <pc:docMk/>
          <pc:sldMk cId="1569319809" sldId="709"/>
        </pc:sldMkLst>
        <pc:spChg chg="del">
          <ac:chgData name="Hasan Jamal" userId="6724a5da2ffd1b8f" providerId="LiveId" clId="{8D2F41AC-23D9-4DAF-938C-610805449A32}" dt="2025-04-06T10:43:52.577" v="1008" actId="478"/>
          <ac:spMkLst>
            <pc:docMk/>
            <pc:sldMk cId="1569319809" sldId="709"/>
            <ac:spMk id="4" creationId="{27662E9D-93D4-F948-9DE7-99FCDE38A273}"/>
          </ac:spMkLst>
        </pc:spChg>
        <pc:spChg chg="add del">
          <ac:chgData name="Hasan Jamal" userId="6724a5da2ffd1b8f" providerId="LiveId" clId="{8D2F41AC-23D9-4DAF-938C-610805449A32}" dt="2025-04-07T03:47:26.505" v="1498" actId="22"/>
          <ac:spMkLst>
            <pc:docMk/>
            <pc:sldMk cId="1569319809" sldId="709"/>
            <ac:spMk id="4" creationId="{75047AA6-7509-5DD3-3915-96A689A882F0}"/>
          </ac:spMkLst>
        </pc:spChg>
        <pc:spChg chg="add mod">
          <ac:chgData name="Hasan Jamal" userId="6724a5da2ffd1b8f" providerId="LiveId" clId="{8D2F41AC-23D9-4DAF-938C-610805449A32}" dt="2025-04-07T06:08:41.375" v="2772" actId="1036"/>
          <ac:spMkLst>
            <pc:docMk/>
            <pc:sldMk cId="1569319809" sldId="709"/>
            <ac:spMk id="5" creationId="{73B91A98-D67F-0D48-951A-727F675BA112}"/>
          </ac:spMkLst>
        </pc:spChg>
        <pc:spChg chg="mod">
          <ac:chgData name="Hasan Jamal" userId="6724a5da2ffd1b8f" providerId="LiveId" clId="{8D2F41AC-23D9-4DAF-938C-610805449A32}" dt="2025-04-07T06:08:37.380" v="2761" actId="403"/>
          <ac:spMkLst>
            <pc:docMk/>
            <pc:sldMk cId="1569319809" sldId="709"/>
            <ac:spMk id="12" creationId="{70D945CB-F7F3-A278-C137-E71D97D1960E}"/>
          </ac:spMkLst>
        </pc:spChg>
        <pc:spChg chg="mod">
          <ac:chgData name="Hasan Jamal" userId="6724a5da2ffd1b8f" providerId="LiveId" clId="{8D2F41AC-23D9-4DAF-938C-610805449A32}" dt="2025-04-06T10:42:20.633" v="983" actId="20577"/>
          <ac:spMkLst>
            <pc:docMk/>
            <pc:sldMk cId="1569319809" sldId="709"/>
            <ac:spMk id="3074" creationId="{2D81E151-D41F-7DE2-7778-0A541D960FF3}"/>
          </ac:spMkLst>
        </pc:spChg>
      </pc:sldChg>
      <pc:sldChg chg="modSp add del mod">
        <pc:chgData name="Hasan Jamal" userId="6724a5da2ffd1b8f" providerId="LiveId" clId="{8D2F41AC-23D9-4DAF-938C-610805449A32}" dt="2025-04-07T12:25:34.568" v="4843" actId="47"/>
        <pc:sldMkLst>
          <pc:docMk/>
          <pc:sldMk cId="1827870221" sldId="710"/>
        </pc:sldMkLst>
        <pc:spChg chg="mod">
          <ac:chgData name="Hasan Jamal" userId="6724a5da2ffd1b8f" providerId="LiveId" clId="{8D2F41AC-23D9-4DAF-938C-610805449A32}" dt="2025-04-07T12:25:18.238" v="4834" actId="14100"/>
          <ac:spMkLst>
            <pc:docMk/>
            <pc:sldMk cId="1827870221" sldId="710"/>
            <ac:spMk id="12" creationId="{C6124B1E-E159-7FC2-E1B5-E635D6B6F4B4}"/>
          </ac:spMkLst>
        </pc:spChg>
        <pc:spChg chg="mod">
          <ac:chgData name="Hasan Jamal" userId="6724a5da2ffd1b8f" providerId="LiveId" clId="{8D2F41AC-23D9-4DAF-938C-610805449A32}" dt="2025-04-07T12:23:55.401" v="4815" actId="20577"/>
          <ac:spMkLst>
            <pc:docMk/>
            <pc:sldMk cId="1827870221" sldId="710"/>
            <ac:spMk id="3074" creationId="{CBA8B0BC-8F95-ABDD-9198-62E4BA7E0EF3}"/>
          </ac:spMkLst>
        </pc:spChg>
      </pc:sldChg>
      <pc:sldChg chg="addSp delSp modSp add mod">
        <pc:chgData name="Hasan Jamal" userId="6724a5da2ffd1b8f" providerId="LiveId" clId="{8D2F41AC-23D9-4DAF-938C-610805449A32}" dt="2025-04-07T12:22:16.047" v="4793" actId="478"/>
        <pc:sldMkLst>
          <pc:docMk/>
          <pc:sldMk cId="2913141654" sldId="711"/>
        </pc:sldMkLst>
        <pc:spChg chg="del topLvl">
          <ac:chgData name="Hasan Jamal" userId="6724a5da2ffd1b8f" providerId="LiveId" clId="{8D2F41AC-23D9-4DAF-938C-610805449A32}" dt="2025-04-07T06:19:09.592" v="2878" actId="478"/>
          <ac:spMkLst>
            <pc:docMk/>
            <pc:sldMk cId="2913141654" sldId="711"/>
            <ac:spMk id="4" creationId="{339AB2F9-D434-8718-3F7B-A7B68DEC2019}"/>
          </ac:spMkLst>
        </pc:spChg>
        <pc:spChg chg="del">
          <ac:chgData name="Hasan Jamal" userId="6724a5da2ffd1b8f" providerId="LiveId" clId="{8D2F41AC-23D9-4DAF-938C-610805449A32}" dt="2025-04-07T06:16:03.066" v="2820" actId="478"/>
          <ac:spMkLst>
            <pc:docMk/>
            <pc:sldMk cId="2913141654" sldId="711"/>
            <ac:spMk id="5" creationId="{9DB34CE8-031F-AC23-6B3F-0101912591F0}"/>
          </ac:spMkLst>
        </pc:spChg>
        <pc:spChg chg="mod topLvl">
          <ac:chgData name="Hasan Jamal" userId="6724a5da2ffd1b8f" providerId="LiveId" clId="{8D2F41AC-23D9-4DAF-938C-610805449A32}" dt="2025-04-07T06:19:51.602" v="2880" actId="164"/>
          <ac:spMkLst>
            <pc:docMk/>
            <pc:sldMk cId="2913141654" sldId="711"/>
            <ac:spMk id="7" creationId="{414084B1-BA4E-18FF-B614-657221C12195}"/>
          </ac:spMkLst>
        </pc:spChg>
        <pc:spChg chg="mod">
          <ac:chgData name="Hasan Jamal" userId="6724a5da2ffd1b8f" providerId="LiveId" clId="{8D2F41AC-23D9-4DAF-938C-610805449A32}" dt="2025-04-07T06:20:55.302" v="2898" actId="1036"/>
          <ac:spMkLst>
            <pc:docMk/>
            <pc:sldMk cId="2913141654" sldId="711"/>
            <ac:spMk id="8" creationId="{A653381B-67CE-2B26-F545-C236D2DE8392}"/>
          </ac:spMkLst>
        </pc:spChg>
        <pc:spChg chg="mod topLvl">
          <ac:chgData name="Hasan Jamal" userId="6724a5da2ffd1b8f" providerId="LiveId" clId="{8D2F41AC-23D9-4DAF-938C-610805449A32}" dt="2025-04-07T06:20:55.302" v="2898" actId="1036"/>
          <ac:spMkLst>
            <pc:docMk/>
            <pc:sldMk cId="2913141654" sldId="711"/>
            <ac:spMk id="9" creationId="{4A94703B-E675-AED9-77FA-8534F27887A5}"/>
          </ac:spMkLst>
        </pc:spChg>
        <pc:spChg chg="mod">
          <ac:chgData name="Hasan Jamal" userId="6724a5da2ffd1b8f" providerId="LiveId" clId="{8D2F41AC-23D9-4DAF-938C-610805449A32}" dt="2025-04-07T06:19:51.602" v="2880" actId="164"/>
          <ac:spMkLst>
            <pc:docMk/>
            <pc:sldMk cId="2913141654" sldId="711"/>
            <ac:spMk id="10" creationId="{1F98B366-2928-6F19-3CD7-A0CF5E3A9C98}"/>
          </ac:spMkLst>
        </pc:spChg>
        <pc:spChg chg="mod topLvl">
          <ac:chgData name="Hasan Jamal" userId="6724a5da2ffd1b8f" providerId="LiveId" clId="{8D2F41AC-23D9-4DAF-938C-610805449A32}" dt="2025-04-07T06:19:51.602" v="2880" actId="164"/>
          <ac:spMkLst>
            <pc:docMk/>
            <pc:sldMk cId="2913141654" sldId="711"/>
            <ac:spMk id="11" creationId="{ABEFF9CC-86AB-63E3-0842-E5BC2AEFB070}"/>
          </ac:spMkLst>
        </pc:spChg>
        <pc:spChg chg="mod">
          <ac:chgData name="Hasan Jamal" userId="6724a5da2ffd1b8f" providerId="LiveId" clId="{8D2F41AC-23D9-4DAF-938C-610805449A32}" dt="2025-04-07T09:59:22.985" v="2994" actId="20577"/>
          <ac:spMkLst>
            <pc:docMk/>
            <pc:sldMk cId="2913141654" sldId="711"/>
            <ac:spMk id="12" creationId="{321C0708-27BC-9B65-3303-90EDBCE59553}"/>
          </ac:spMkLst>
        </pc:spChg>
        <pc:spChg chg="mod topLvl">
          <ac:chgData name="Hasan Jamal" userId="6724a5da2ffd1b8f" providerId="LiveId" clId="{8D2F41AC-23D9-4DAF-938C-610805449A32}" dt="2025-04-07T06:20:55.302" v="2898" actId="1036"/>
          <ac:spMkLst>
            <pc:docMk/>
            <pc:sldMk cId="2913141654" sldId="711"/>
            <ac:spMk id="13" creationId="{77BA47EB-1E1C-A4C7-C446-7760DA1996A4}"/>
          </ac:spMkLst>
        </pc:spChg>
        <pc:spChg chg="mod topLvl">
          <ac:chgData name="Hasan Jamal" userId="6724a5da2ffd1b8f" providerId="LiveId" clId="{8D2F41AC-23D9-4DAF-938C-610805449A32}" dt="2025-04-07T06:20:55.302" v="2898" actId="1036"/>
          <ac:spMkLst>
            <pc:docMk/>
            <pc:sldMk cId="2913141654" sldId="711"/>
            <ac:spMk id="14" creationId="{D426DFF6-00BE-F383-6E54-5FF7790F0C0E}"/>
          </ac:spMkLst>
        </pc:spChg>
        <pc:spChg chg="mod topLvl">
          <ac:chgData name="Hasan Jamal" userId="6724a5da2ffd1b8f" providerId="LiveId" clId="{8D2F41AC-23D9-4DAF-938C-610805449A32}" dt="2025-04-07T06:19:51.602" v="2880" actId="164"/>
          <ac:spMkLst>
            <pc:docMk/>
            <pc:sldMk cId="2913141654" sldId="711"/>
            <ac:spMk id="15" creationId="{9CA29F20-A81A-1CFE-97A3-4788915CA423}"/>
          </ac:spMkLst>
        </pc:spChg>
        <pc:spChg chg="mod">
          <ac:chgData name="Hasan Jamal" userId="6724a5da2ffd1b8f" providerId="LiveId" clId="{8D2F41AC-23D9-4DAF-938C-610805449A32}" dt="2025-04-07T06:20:34.925" v="2886" actId="164"/>
          <ac:spMkLst>
            <pc:docMk/>
            <pc:sldMk cId="2913141654" sldId="711"/>
            <ac:spMk id="16" creationId="{A1C01D26-ECFA-8C3F-1491-C29D3E6EEE5B}"/>
          </ac:spMkLst>
        </pc:spChg>
        <pc:spChg chg="mod">
          <ac:chgData name="Hasan Jamal" userId="6724a5da2ffd1b8f" providerId="LiveId" clId="{8D2F41AC-23D9-4DAF-938C-610805449A32}" dt="2025-04-07T06:20:34.925" v="2886" actId="164"/>
          <ac:spMkLst>
            <pc:docMk/>
            <pc:sldMk cId="2913141654" sldId="711"/>
            <ac:spMk id="17" creationId="{AC3C8989-AA10-DF4A-6C23-97EBD7327D60}"/>
          </ac:spMkLst>
        </pc:spChg>
        <pc:spChg chg="mod">
          <ac:chgData name="Hasan Jamal" userId="6724a5da2ffd1b8f" providerId="LiveId" clId="{8D2F41AC-23D9-4DAF-938C-610805449A32}" dt="2025-04-07T06:20:34.925" v="2886" actId="164"/>
          <ac:spMkLst>
            <pc:docMk/>
            <pc:sldMk cId="2913141654" sldId="711"/>
            <ac:spMk id="18" creationId="{E2EA89B3-A126-5F67-3075-339C9FBE5541}"/>
          </ac:spMkLst>
        </pc:spChg>
        <pc:spChg chg="mod">
          <ac:chgData name="Hasan Jamal" userId="6724a5da2ffd1b8f" providerId="LiveId" clId="{8D2F41AC-23D9-4DAF-938C-610805449A32}" dt="2025-04-07T06:20:34.925" v="2886" actId="164"/>
          <ac:spMkLst>
            <pc:docMk/>
            <pc:sldMk cId="2913141654" sldId="711"/>
            <ac:spMk id="19" creationId="{8906AAF4-CC04-D33B-7C9C-207429396606}"/>
          </ac:spMkLst>
        </pc:spChg>
        <pc:spChg chg="del mod">
          <ac:chgData name="Hasan Jamal" userId="6724a5da2ffd1b8f" providerId="LiveId" clId="{8D2F41AC-23D9-4DAF-938C-610805449A32}" dt="2025-04-07T12:22:16.047" v="4793" actId="478"/>
          <ac:spMkLst>
            <pc:docMk/>
            <pc:sldMk cId="2913141654" sldId="711"/>
            <ac:spMk id="20" creationId="{9898EF39-6975-DAA7-98CD-33AEF25172DD}"/>
          </ac:spMkLst>
        </pc:spChg>
        <pc:spChg chg="del mod topLvl">
          <ac:chgData name="Hasan Jamal" userId="6724a5da2ffd1b8f" providerId="LiveId" clId="{8D2F41AC-23D9-4DAF-938C-610805449A32}" dt="2025-04-07T12:22:16.047" v="4793" actId="478"/>
          <ac:spMkLst>
            <pc:docMk/>
            <pc:sldMk cId="2913141654" sldId="711"/>
            <ac:spMk id="21" creationId="{05C8701E-5646-3C1F-E796-9C3F020430F3}"/>
          </ac:spMkLst>
        </pc:spChg>
        <pc:spChg chg="del mod">
          <ac:chgData name="Hasan Jamal" userId="6724a5da2ffd1b8f" providerId="LiveId" clId="{8D2F41AC-23D9-4DAF-938C-610805449A32}" dt="2025-04-07T12:22:16.047" v="4793" actId="478"/>
          <ac:spMkLst>
            <pc:docMk/>
            <pc:sldMk cId="2913141654" sldId="711"/>
            <ac:spMk id="22" creationId="{8795689F-C830-7A6D-0E3E-43CA1E52E280}"/>
          </ac:spMkLst>
        </pc:spChg>
        <pc:spChg chg="mod">
          <ac:chgData name="Hasan Jamal" userId="6724a5da2ffd1b8f" providerId="LiveId" clId="{8D2F41AC-23D9-4DAF-938C-610805449A32}" dt="2025-04-07T06:20:31.572" v="2884" actId="164"/>
          <ac:spMkLst>
            <pc:docMk/>
            <pc:sldMk cId="2913141654" sldId="711"/>
            <ac:spMk id="30" creationId="{D4955038-B000-B874-9391-B03A41A3D9A7}"/>
          </ac:spMkLst>
        </pc:spChg>
        <pc:spChg chg="mod">
          <ac:chgData name="Hasan Jamal" userId="6724a5da2ffd1b8f" providerId="LiveId" clId="{8D2F41AC-23D9-4DAF-938C-610805449A32}" dt="2025-04-07T06:20:31.572" v="2884" actId="164"/>
          <ac:spMkLst>
            <pc:docMk/>
            <pc:sldMk cId="2913141654" sldId="711"/>
            <ac:spMk id="31" creationId="{BED1314D-F6E2-4E33-C979-C535D5F35222}"/>
          </ac:spMkLst>
        </pc:spChg>
        <pc:spChg chg="mod">
          <ac:chgData name="Hasan Jamal" userId="6724a5da2ffd1b8f" providerId="LiveId" clId="{8D2F41AC-23D9-4DAF-938C-610805449A32}" dt="2025-04-07T06:20:31.572" v="2884" actId="164"/>
          <ac:spMkLst>
            <pc:docMk/>
            <pc:sldMk cId="2913141654" sldId="711"/>
            <ac:spMk id="34" creationId="{766DE459-81F0-170C-E8FE-4F1BDFC2C409}"/>
          </ac:spMkLst>
        </pc:spChg>
        <pc:spChg chg="mod">
          <ac:chgData name="Hasan Jamal" userId="6724a5da2ffd1b8f" providerId="LiveId" clId="{8D2F41AC-23D9-4DAF-938C-610805449A32}" dt="2025-04-07T06:20:31.572" v="2884" actId="164"/>
          <ac:spMkLst>
            <pc:docMk/>
            <pc:sldMk cId="2913141654" sldId="711"/>
            <ac:spMk id="35" creationId="{0099FC97-6E56-4A6A-8138-16F3D5C4BD39}"/>
          </ac:spMkLst>
        </pc:spChg>
        <pc:spChg chg="mod">
          <ac:chgData name="Hasan Jamal" userId="6724a5da2ffd1b8f" providerId="LiveId" clId="{8D2F41AC-23D9-4DAF-938C-610805449A32}" dt="2025-04-07T06:20:55.302" v="2898" actId="1036"/>
          <ac:spMkLst>
            <pc:docMk/>
            <pc:sldMk cId="2913141654" sldId="711"/>
            <ac:spMk id="36" creationId="{DE120677-6F73-959E-9514-3E72A5CE72A7}"/>
          </ac:spMkLst>
        </pc:spChg>
        <pc:spChg chg="mod">
          <ac:chgData name="Hasan Jamal" userId="6724a5da2ffd1b8f" providerId="LiveId" clId="{8D2F41AC-23D9-4DAF-938C-610805449A32}" dt="2025-04-07T06:20:55.302" v="2898" actId="1036"/>
          <ac:spMkLst>
            <pc:docMk/>
            <pc:sldMk cId="2913141654" sldId="711"/>
            <ac:spMk id="37" creationId="{A3A097BF-334E-027C-8CF3-D3115D2EAF41}"/>
          </ac:spMkLst>
        </pc:spChg>
        <pc:spChg chg="mod">
          <ac:chgData name="Hasan Jamal" userId="6724a5da2ffd1b8f" providerId="LiveId" clId="{8D2F41AC-23D9-4DAF-938C-610805449A32}" dt="2025-04-07T06:20:55.302" v="2898" actId="1036"/>
          <ac:spMkLst>
            <pc:docMk/>
            <pc:sldMk cId="2913141654" sldId="711"/>
            <ac:spMk id="38" creationId="{AD516FA5-372D-F92F-FE04-CD6B66999BB9}"/>
          </ac:spMkLst>
        </pc:spChg>
        <pc:spChg chg="mod">
          <ac:chgData name="Hasan Jamal" userId="6724a5da2ffd1b8f" providerId="LiveId" clId="{8D2F41AC-23D9-4DAF-938C-610805449A32}" dt="2025-04-07T06:20:55.302" v="2898" actId="1036"/>
          <ac:spMkLst>
            <pc:docMk/>
            <pc:sldMk cId="2913141654" sldId="711"/>
            <ac:spMk id="39" creationId="{23EE1864-F908-F133-6D55-719FF97ED910}"/>
          </ac:spMkLst>
        </pc:spChg>
        <pc:spChg chg="mod">
          <ac:chgData name="Hasan Jamal" userId="6724a5da2ffd1b8f" providerId="LiveId" clId="{8D2F41AC-23D9-4DAF-938C-610805449A32}" dt="2025-04-07T06:20:55.302" v="2898" actId="1036"/>
          <ac:spMkLst>
            <pc:docMk/>
            <pc:sldMk cId="2913141654" sldId="711"/>
            <ac:spMk id="40" creationId="{164B2231-228C-FA0D-CA8B-09A914FCEEA8}"/>
          </ac:spMkLst>
        </pc:spChg>
        <pc:spChg chg="mod">
          <ac:chgData name="Hasan Jamal" userId="6724a5da2ffd1b8f" providerId="LiveId" clId="{8D2F41AC-23D9-4DAF-938C-610805449A32}" dt="2025-04-07T06:19:39.419" v="2879" actId="165"/>
          <ac:spMkLst>
            <pc:docMk/>
            <pc:sldMk cId="2913141654" sldId="711"/>
            <ac:spMk id="41" creationId="{FC606F5E-E1E8-A828-A21F-AA073D7C0DC7}"/>
          </ac:spMkLst>
        </pc:spChg>
        <pc:spChg chg="mod">
          <ac:chgData name="Hasan Jamal" userId="6724a5da2ffd1b8f" providerId="LiveId" clId="{8D2F41AC-23D9-4DAF-938C-610805449A32}" dt="2025-04-07T06:20:55.302" v="2898" actId="1036"/>
          <ac:spMkLst>
            <pc:docMk/>
            <pc:sldMk cId="2913141654" sldId="711"/>
            <ac:spMk id="43" creationId="{818BA005-4131-269E-8FF7-81B8C14BABB3}"/>
          </ac:spMkLst>
        </pc:spChg>
        <pc:spChg chg="add del mod">
          <ac:chgData name="Hasan Jamal" userId="6724a5da2ffd1b8f" providerId="LiveId" clId="{8D2F41AC-23D9-4DAF-938C-610805449A32}" dt="2025-04-07T12:22:16.047" v="4793" actId="478"/>
          <ac:spMkLst>
            <pc:docMk/>
            <pc:sldMk cId="2913141654" sldId="711"/>
            <ac:spMk id="48" creationId="{97DCF601-8DFE-3F1F-8E08-941067B0F56F}"/>
          </ac:spMkLst>
        </pc:spChg>
        <pc:spChg chg="mod">
          <ac:chgData name="Hasan Jamal" userId="6724a5da2ffd1b8f" providerId="LiveId" clId="{8D2F41AC-23D9-4DAF-938C-610805449A32}" dt="2025-04-07T08:10:19.180" v="2988" actId="14100"/>
          <ac:spMkLst>
            <pc:docMk/>
            <pc:sldMk cId="2913141654" sldId="711"/>
            <ac:spMk id="50" creationId="{9A75DDC9-78DD-7F7F-D863-6485EAE33C40}"/>
          </ac:spMkLst>
        </pc:spChg>
        <pc:spChg chg="mod">
          <ac:chgData name="Hasan Jamal" userId="6724a5da2ffd1b8f" providerId="LiveId" clId="{8D2F41AC-23D9-4DAF-938C-610805449A32}" dt="2025-04-07T08:10:19.180" v="2988" actId="14100"/>
          <ac:spMkLst>
            <pc:docMk/>
            <pc:sldMk cId="2913141654" sldId="711"/>
            <ac:spMk id="51" creationId="{5FFC04DE-78E4-626B-57FA-0739180D546B}"/>
          </ac:spMkLst>
        </pc:spChg>
        <pc:spChg chg="mod">
          <ac:chgData name="Hasan Jamal" userId="6724a5da2ffd1b8f" providerId="LiveId" clId="{8D2F41AC-23D9-4DAF-938C-610805449A32}" dt="2025-04-07T08:10:19.180" v="2988" actId="14100"/>
          <ac:spMkLst>
            <pc:docMk/>
            <pc:sldMk cId="2913141654" sldId="711"/>
            <ac:spMk id="52" creationId="{0C2B5678-6B70-EC62-1D64-F2BCE9034AD8}"/>
          </ac:spMkLst>
        </pc:spChg>
        <pc:spChg chg="mod">
          <ac:chgData name="Hasan Jamal" userId="6724a5da2ffd1b8f" providerId="LiveId" clId="{8D2F41AC-23D9-4DAF-938C-610805449A32}" dt="2025-04-07T08:10:19.180" v="2988" actId="14100"/>
          <ac:spMkLst>
            <pc:docMk/>
            <pc:sldMk cId="2913141654" sldId="711"/>
            <ac:spMk id="53" creationId="{CA690275-7C0B-53EF-440A-0F326D04A340}"/>
          </ac:spMkLst>
        </pc:spChg>
        <pc:spChg chg="mod">
          <ac:chgData name="Hasan Jamal" userId="6724a5da2ffd1b8f" providerId="LiveId" clId="{8D2F41AC-23D9-4DAF-938C-610805449A32}" dt="2025-04-07T08:10:19.180" v="2988" actId="14100"/>
          <ac:spMkLst>
            <pc:docMk/>
            <pc:sldMk cId="2913141654" sldId="711"/>
            <ac:spMk id="54" creationId="{15A3DBED-78BC-DE5A-89E3-B32DAF5B1EDA}"/>
          </ac:spMkLst>
        </pc:spChg>
        <pc:spChg chg="mod">
          <ac:chgData name="Hasan Jamal" userId="6724a5da2ffd1b8f" providerId="LiveId" clId="{8D2F41AC-23D9-4DAF-938C-610805449A32}" dt="2025-04-07T08:10:19.180" v="2988" actId="14100"/>
          <ac:spMkLst>
            <pc:docMk/>
            <pc:sldMk cId="2913141654" sldId="711"/>
            <ac:spMk id="55" creationId="{3FE4D52C-BEE5-E6B7-1162-F19CEFB142BE}"/>
          </ac:spMkLst>
        </pc:spChg>
        <pc:spChg chg="mod">
          <ac:chgData name="Hasan Jamal" userId="6724a5da2ffd1b8f" providerId="LiveId" clId="{8D2F41AC-23D9-4DAF-938C-610805449A32}" dt="2025-04-07T08:10:19.180" v="2988" actId="14100"/>
          <ac:spMkLst>
            <pc:docMk/>
            <pc:sldMk cId="2913141654" sldId="711"/>
            <ac:spMk id="56" creationId="{98F2CE15-F312-4965-2842-F510413CFA6B}"/>
          </ac:spMkLst>
        </pc:spChg>
        <pc:spChg chg="mod">
          <ac:chgData name="Hasan Jamal" userId="6724a5da2ffd1b8f" providerId="LiveId" clId="{8D2F41AC-23D9-4DAF-938C-610805449A32}" dt="2025-04-07T08:10:19.180" v="2988" actId="14100"/>
          <ac:spMkLst>
            <pc:docMk/>
            <pc:sldMk cId="2913141654" sldId="711"/>
            <ac:spMk id="57" creationId="{521F3D58-228C-430C-608F-7187D34A7AA1}"/>
          </ac:spMkLst>
        </pc:spChg>
        <pc:spChg chg="mod">
          <ac:chgData name="Hasan Jamal" userId="6724a5da2ffd1b8f" providerId="LiveId" clId="{8D2F41AC-23D9-4DAF-938C-610805449A32}" dt="2025-04-07T08:07:27.631" v="2950" actId="20577"/>
          <ac:spMkLst>
            <pc:docMk/>
            <pc:sldMk cId="2913141654" sldId="711"/>
            <ac:spMk id="59" creationId="{6F031CA5-5DA9-3970-5526-961466CA94F8}"/>
          </ac:spMkLst>
        </pc:spChg>
        <pc:spChg chg="mod">
          <ac:chgData name="Hasan Jamal" userId="6724a5da2ffd1b8f" providerId="LiveId" clId="{8D2F41AC-23D9-4DAF-938C-610805449A32}" dt="2025-04-07T08:07:30.790" v="2952" actId="20577"/>
          <ac:spMkLst>
            <pc:docMk/>
            <pc:sldMk cId="2913141654" sldId="711"/>
            <ac:spMk id="60" creationId="{03DF0C63-E888-BCE5-71A4-9343CC8D2A8E}"/>
          </ac:spMkLst>
        </pc:spChg>
        <pc:spChg chg="mod">
          <ac:chgData name="Hasan Jamal" userId="6724a5da2ffd1b8f" providerId="LiveId" clId="{8D2F41AC-23D9-4DAF-938C-610805449A32}" dt="2025-04-07T08:07:42.598" v="2954" actId="20577"/>
          <ac:spMkLst>
            <pc:docMk/>
            <pc:sldMk cId="2913141654" sldId="711"/>
            <ac:spMk id="61" creationId="{8E1D9600-4EF2-510C-EE0B-F781D34FEF4F}"/>
          </ac:spMkLst>
        </pc:spChg>
        <pc:spChg chg="mod">
          <ac:chgData name="Hasan Jamal" userId="6724a5da2ffd1b8f" providerId="LiveId" clId="{8D2F41AC-23D9-4DAF-938C-610805449A32}" dt="2025-04-07T08:09:19.050" v="2972" actId="20577"/>
          <ac:spMkLst>
            <pc:docMk/>
            <pc:sldMk cId="2913141654" sldId="711"/>
            <ac:spMk id="62" creationId="{D5FE1155-132E-ECD1-084C-7644F67F43E3}"/>
          </ac:spMkLst>
        </pc:spChg>
        <pc:spChg chg="del mod">
          <ac:chgData name="Hasan Jamal" userId="6724a5da2ffd1b8f" providerId="LiveId" clId="{8D2F41AC-23D9-4DAF-938C-610805449A32}" dt="2025-04-07T12:22:16.047" v="4793" actId="478"/>
          <ac:spMkLst>
            <pc:docMk/>
            <pc:sldMk cId="2913141654" sldId="711"/>
            <ac:spMk id="63" creationId="{E2651EF6-E42F-F9A9-C597-CB7908D9991E}"/>
          </ac:spMkLst>
        </pc:spChg>
        <pc:spChg chg="add del mod">
          <ac:chgData name="Hasan Jamal" userId="6724a5da2ffd1b8f" providerId="LiveId" clId="{8D2F41AC-23D9-4DAF-938C-610805449A32}" dt="2025-04-07T12:22:16.047" v="4793" actId="478"/>
          <ac:spMkLst>
            <pc:docMk/>
            <pc:sldMk cId="2913141654" sldId="711"/>
            <ac:spMk id="3072" creationId="{B90A0039-598B-50B9-5BE8-612026E9A2F2}"/>
          </ac:spMkLst>
        </pc:spChg>
        <pc:spChg chg="del mod">
          <ac:chgData name="Hasan Jamal" userId="6724a5da2ffd1b8f" providerId="LiveId" clId="{8D2F41AC-23D9-4DAF-938C-610805449A32}" dt="2025-04-07T12:22:16.047" v="4793" actId="478"/>
          <ac:spMkLst>
            <pc:docMk/>
            <pc:sldMk cId="2913141654" sldId="711"/>
            <ac:spMk id="3073" creationId="{A520E811-AEB2-9C1D-CE7E-2AC923C61E17}"/>
          </ac:spMkLst>
        </pc:spChg>
        <pc:spChg chg="mod">
          <ac:chgData name="Hasan Jamal" userId="6724a5da2ffd1b8f" providerId="LiveId" clId="{8D2F41AC-23D9-4DAF-938C-610805449A32}" dt="2025-04-07T10:03:24.923" v="3047" actId="20577"/>
          <ac:spMkLst>
            <pc:docMk/>
            <pc:sldMk cId="2913141654" sldId="711"/>
            <ac:spMk id="3074" creationId="{2FEFD1AD-DF7D-C1FF-1732-F3F4F33B9FBC}"/>
          </ac:spMkLst>
        </pc:spChg>
        <pc:spChg chg="mod">
          <ac:chgData name="Hasan Jamal" userId="6724a5da2ffd1b8f" providerId="LiveId" clId="{8D2F41AC-23D9-4DAF-938C-610805449A32}" dt="2025-04-07T08:04:46.476" v="2923" actId="1076"/>
          <ac:spMkLst>
            <pc:docMk/>
            <pc:sldMk cId="2913141654" sldId="711"/>
            <ac:spMk id="3082" creationId="{45104F4A-B7BF-CC6F-0B21-04D19443902B}"/>
          </ac:spMkLst>
        </pc:spChg>
        <pc:spChg chg="mod">
          <ac:chgData name="Hasan Jamal" userId="6724a5da2ffd1b8f" providerId="LiveId" clId="{8D2F41AC-23D9-4DAF-938C-610805449A32}" dt="2025-04-07T08:04:46.476" v="2923" actId="1076"/>
          <ac:spMkLst>
            <pc:docMk/>
            <pc:sldMk cId="2913141654" sldId="711"/>
            <ac:spMk id="3084" creationId="{0AA3AAAA-557D-6416-60CB-1702C440083E}"/>
          </ac:spMkLst>
        </pc:spChg>
        <pc:spChg chg="mod">
          <ac:chgData name="Hasan Jamal" userId="6724a5da2ffd1b8f" providerId="LiveId" clId="{8D2F41AC-23D9-4DAF-938C-610805449A32}" dt="2025-04-07T08:04:46.476" v="2923" actId="1076"/>
          <ac:spMkLst>
            <pc:docMk/>
            <pc:sldMk cId="2913141654" sldId="711"/>
            <ac:spMk id="3085" creationId="{C50D862C-8564-D180-A2B5-55DA09597B20}"/>
          </ac:spMkLst>
        </pc:spChg>
        <pc:spChg chg="mod">
          <ac:chgData name="Hasan Jamal" userId="6724a5da2ffd1b8f" providerId="LiveId" clId="{8D2F41AC-23D9-4DAF-938C-610805449A32}" dt="2025-04-07T08:04:46.476" v="2923" actId="1076"/>
          <ac:spMkLst>
            <pc:docMk/>
            <pc:sldMk cId="2913141654" sldId="711"/>
            <ac:spMk id="3086" creationId="{C5236EB9-697F-98A7-67E3-0A7DF72956F7}"/>
          </ac:spMkLst>
        </pc:spChg>
        <pc:spChg chg="mod">
          <ac:chgData name="Hasan Jamal" userId="6724a5da2ffd1b8f" providerId="LiveId" clId="{8D2F41AC-23D9-4DAF-938C-610805449A32}" dt="2025-04-07T08:04:46.476" v="2923" actId="1076"/>
          <ac:spMkLst>
            <pc:docMk/>
            <pc:sldMk cId="2913141654" sldId="711"/>
            <ac:spMk id="3087" creationId="{504F3420-8F77-9BA5-C6FE-A739CE109F27}"/>
          </ac:spMkLst>
        </pc:spChg>
        <pc:spChg chg="mod">
          <ac:chgData name="Hasan Jamal" userId="6724a5da2ffd1b8f" providerId="LiveId" clId="{8D2F41AC-23D9-4DAF-938C-610805449A32}" dt="2025-04-07T08:04:46.476" v="2923" actId="1076"/>
          <ac:spMkLst>
            <pc:docMk/>
            <pc:sldMk cId="2913141654" sldId="711"/>
            <ac:spMk id="3090" creationId="{956D7AAE-352C-FFB3-28E9-1D66BEC41692}"/>
          </ac:spMkLst>
        </pc:spChg>
        <pc:spChg chg="add del mod">
          <ac:chgData name="Hasan Jamal" userId="6724a5da2ffd1b8f" providerId="LiveId" clId="{8D2F41AC-23D9-4DAF-938C-610805449A32}" dt="2025-04-07T12:22:16.047" v="4793" actId="478"/>
          <ac:spMkLst>
            <pc:docMk/>
            <pc:sldMk cId="2913141654" sldId="711"/>
            <ac:spMk id="3097" creationId="{39B351CA-7A03-1369-6FFA-CF1A010BDE39}"/>
          </ac:spMkLst>
        </pc:spChg>
        <pc:grpChg chg="del">
          <ac:chgData name="Hasan Jamal" userId="6724a5da2ffd1b8f" providerId="LiveId" clId="{8D2F41AC-23D9-4DAF-938C-610805449A32}" dt="2025-04-07T06:19:09.592" v="2878" actId="478"/>
          <ac:grpSpMkLst>
            <pc:docMk/>
            <pc:sldMk cId="2913141654" sldId="711"/>
            <ac:grpSpMk id="2" creationId="{7646AC34-5E37-4802-D3BE-66C049A2834E}"/>
          </ac:grpSpMkLst>
        </pc:grpChg>
        <pc:grpChg chg="topLvl">
          <ac:chgData name="Hasan Jamal" userId="6724a5da2ffd1b8f" providerId="LiveId" clId="{8D2F41AC-23D9-4DAF-938C-610805449A32}" dt="2025-04-07T06:19:09.592" v="2878" actId="478"/>
          <ac:grpSpMkLst>
            <pc:docMk/>
            <pc:sldMk cId="2913141654" sldId="711"/>
            <ac:grpSpMk id="6" creationId="{7AD20D6D-AC08-54C4-F8E4-50B2F34649D2}"/>
          </ac:grpSpMkLst>
        </pc:grpChg>
        <pc:grpChg chg="mod">
          <ac:chgData name="Hasan Jamal" userId="6724a5da2ffd1b8f" providerId="LiveId" clId="{8D2F41AC-23D9-4DAF-938C-610805449A32}" dt="2025-04-07T06:20:01.145" v="2881" actId="164"/>
          <ac:grpSpMkLst>
            <pc:docMk/>
            <pc:sldMk cId="2913141654" sldId="711"/>
            <ac:grpSpMk id="23" creationId="{151E72B9-10C8-9827-0628-E813021FA8F3}"/>
          </ac:grpSpMkLst>
        </pc:grpChg>
        <pc:grpChg chg="mod">
          <ac:chgData name="Hasan Jamal" userId="6724a5da2ffd1b8f" providerId="LiveId" clId="{8D2F41AC-23D9-4DAF-938C-610805449A32}" dt="2025-04-07T06:20:01.145" v="2881" actId="164"/>
          <ac:grpSpMkLst>
            <pc:docMk/>
            <pc:sldMk cId="2913141654" sldId="711"/>
            <ac:grpSpMk id="24" creationId="{7C506A70-80D7-68B5-56CD-2F31F93EEDA3}"/>
          </ac:grpSpMkLst>
        </pc:grpChg>
        <pc:grpChg chg="mod">
          <ac:chgData name="Hasan Jamal" userId="6724a5da2ffd1b8f" providerId="LiveId" clId="{8D2F41AC-23D9-4DAF-938C-610805449A32}" dt="2025-04-07T06:20:01.145" v="2881" actId="164"/>
          <ac:grpSpMkLst>
            <pc:docMk/>
            <pc:sldMk cId="2913141654" sldId="711"/>
            <ac:grpSpMk id="25" creationId="{491F1B67-6592-D9B6-B8B5-3E54FF6B1AE4}"/>
          </ac:grpSpMkLst>
        </pc:grpChg>
        <pc:grpChg chg="mod">
          <ac:chgData name="Hasan Jamal" userId="6724a5da2ffd1b8f" providerId="LiveId" clId="{8D2F41AC-23D9-4DAF-938C-610805449A32}" dt="2025-04-07T06:20:01.145" v="2881" actId="164"/>
          <ac:grpSpMkLst>
            <pc:docMk/>
            <pc:sldMk cId="2913141654" sldId="711"/>
            <ac:grpSpMk id="26" creationId="{6047FB5B-1EF2-A728-C16E-8FE81164F4A2}"/>
          </ac:grpSpMkLst>
        </pc:grpChg>
        <pc:grpChg chg="mod">
          <ac:chgData name="Hasan Jamal" userId="6724a5da2ffd1b8f" providerId="LiveId" clId="{8D2F41AC-23D9-4DAF-938C-610805449A32}" dt="2025-04-07T06:20:31.572" v="2884" actId="164"/>
          <ac:grpSpMkLst>
            <pc:docMk/>
            <pc:sldMk cId="2913141654" sldId="711"/>
            <ac:grpSpMk id="27" creationId="{B22F4FFE-A75D-FC9C-B967-7DC33C811791}"/>
          </ac:grpSpMkLst>
        </pc:grpChg>
        <pc:grpChg chg="mod">
          <ac:chgData name="Hasan Jamal" userId="6724a5da2ffd1b8f" providerId="LiveId" clId="{8D2F41AC-23D9-4DAF-938C-610805449A32}" dt="2025-04-07T06:20:45.950" v="2891" actId="1035"/>
          <ac:grpSpMkLst>
            <pc:docMk/>
            <pc:sldMk cId="2913141654" sldId="711"/>
            <ac:grpSpMk id="28" creationId="{3504008D-745D-6934-0EA6-47CCDADAD5B4}"/>
          </ac:grpSpMkLst>
        </pc:grpChg>
        <pc:grpChg chg="mod">
          <ac:chgData name="Hasan Jamal" userId="6724a5da2ffd1b8f" providerId="LiveId" clId="{8D2F41AC-23D9-4DAF-938C-610805449A32}" dt="2025-04-07T06:20:59.170" v="2899" actId="1036"/>
          <ac:grpSpMkLst>
            <pc:docMk/>
            <pc:sldMk cId="2913141654" sldId="711"/>
            <ac:grpSpMk id="29" creationId="{D2EAF957-E3B8-D998-6E9B-07A6DA63FCC2}"/>
          </ac:grpSpMkLst>
        </pc:grpChg>
        <pc:grpChg chg="add del mod">
          <ac:chgData name="Hasan Jamal" userId="6724a5da2ffd1b8f" providerId="LiveId" clId="{8D2F41AC-23D9-4DAF-938C-610805449A32}" dt="2025-04-07T12:22:16.047" v="4793" actId="478"/>
          <ac:grpSpMkLst>
            <pc:docMk/>
            <pc:sldMk cId="2913141654" sldId="711"/>
            <ac:grpSpMk id="44" creationId="{E5A6DDBE-EDBB-CCF5-7713-A17D6B0FC447}"/>
          </ac:grpSpMkLst>
        </pc:grpChg>
        <pc:grpChg chg="add mod">
          <ac:chgData name="Hasan Jamal" userId="6724a5da2ffd1b8f" providerId="LiveId" clId="{8D2F41AC-23D9-4DAF-938C-610805449A32}" dt="2025-04-07T06:20:01.145" v="2881" actId="164"/>
          <ac:grpSpMkLst>
            <pc:docMk/>
            <pc:sldMk cId="2913141654" sldId="711"/>
            <ac:grpSpMk id="45" creationId="{6F383361-1FB5-512B-32A8-C56731C03E74}"/>
          </ac:grpSpMkLst>
        </pc:grpChg>
        <pc:grpChg chg="add mod">
          <ac:chgData name="Hasan Jamal" userId="6724a5da2ffd1b8f" providerId="LiveId" clId="{8D2F41AC-23D9-4DAF-938C-610805449A32}" dt="2025-04-07T06:20:34.925" v="2886" actId="164"/>
          <ac:grpSpMkLst>
            <pc:docMk/>
            <pc:sldMk cId="2913141654" sldId="711"/>
            <ac:grpSpMk id="46" creationId="{4DB748C2-4919-EED9-C8F6-23E27AA4BEB4}"/>
          </ac:grpSpMkLst>
        </pc:grpChg>
        <pc:grpChg chg="add mod">
          <ac:chgData name="Hasan Jamal" userId="6724a5da2ffd1b8f" providerId="LiveId" clId="{8D2F41AC-23D9-4DAF-938C-610805449A32}" dt="2025-04-07T06:20:31.572" v="2884" actId="164"/>
          <ac:grpSpMkLst>
            <pc:docMk/>
            <pc:sldMk cId="2913141654" sldId="711"/>
            <ac:grpSpMk id="47" creationId="{F342325F-0E55-ED9B-72C3-8330B82CE78C}"/>
          </ac:grpSpMkLst>
        </pc:grpChg>
        <pc:grpChg chg="mod">
          <ac:chgData name="Hasan Jamal" userId="6724a5da2ffd1b8f" providerId="LiveId" clId="{8D2F41AC-23D9-4DAF-938C-610805449A32}" dt="2025-04-07T08:10:19.180" v="2988" actId="14100"/>
          <ac:grpSpMkLst>
            <pc:docMk/>
            <pc:sldMk cId="2913141654" sldId="711"/>
            <ac:grpSpMk id="49" creationId="{8460C357-AE80-0ECA-2607-4C88F96503A0}"/>
          </ac:grpSpMkLst>
        </pc:grpChg>
        <pc:grpChg chg="del">
          <ac:chgData name="Hasan Jamal" userId="6724a5da2ffd1b8f" providerId="LiveId" clId="{8D2F41AC-23D9-4DAF-938C-610805449A32}" dt="2025-04-07T12:22:16.047" v="4793" actId="478"/>
          <ac:grpSpMkLst>
            <pc:docMk/>
            <pc:sldMk cId="2913141654" sldId="711"/>
            <ac:grpSpMk id="3088" creationId="{49B9D560-AE5E-0FFE-82C9-EEB9C9EC757E}"/>
          </ac:grpSpMkLst>
        </pc:grpChg>
      </pc:sldChg>
      <pc:sldChg chg="addSp delSp modSp add mod modAnim">
        <pc:chgData name="Hasan Jamal" userId="6724a5da2ffd1b8f" providerId="LiveId" clId="{8D2F41AC-23D9-4DAF-938C-610805449A32}" dt="2025-04-07T11:55:52.662" v="4509" actId="20577"/>
        <pc:sldMkLst>
          <pc:docMk/>
          <pc:sldMk cId="1965777611" sldId="712"/>
        </pc:sldMkLst>
        <pc:spChg chg="add mod">
          <ac:chgData name="Hasan Jamal" userId="6724a5da2ffd1b8f" providerId="LiveId" clId="{8D2F41AC-23D9-4DAF-938C-610805449A32}" dt="2025-04-07T11:55:52.662" v="4509" actId="20577"/>
          <ac:spMkLst>
            <pc:docMk/>
            <pc:sldMk cId="1965777611" sldId="712"/>
            <ac:spMk id="2" creationId="{A684AF22-C57D-C63C-51F0-05C88209864B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8" creationId="{6FDDC007-2EFA-6824-2063-575449F4B64F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9" creationId="{CAEB7C3B-1D30-358E-4FD1-A46E1265D461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11" creationId="{43B19C62-86E3-3BD9-0A9D-3FDC6288A2EB}"/>
          </ac:spMkLst>
        </pc:spChg>
        <pc:spChg chg="del">
          <ac:chgData name="Hasan Jamal" userId="6724a5da2ffd1b8f" providerId="LiveId" clId="{8D2F41AC-23D9-4DAF-938C-610805449A32}" dt="2025-04-07T09:59:47.334" v="2996" actId="478"/>
          <ac:spMkLst>
            <pc:docMk/>
            <pc:sldMk cId="1965777611" sldId="712"/>
            <ac:spMk id="12" creationId="{69553BFA-7BF2-26AA-420A-7E96CF98BDE9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13" creationId="{310E4814-754D-72E6-3022-F12437A23C52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19" creationId="{BFD14A1B-96C2-4AB5-4EA3-673F5787E21C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33" creationId="{D674F63E-7AC1-6F8B-FA72-09BE838030BF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34" creationId="{9BF18436-6CB0-464E-4448-9C11197CF851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36" creationId="{1786217A-4182-087B-C6C8-B1CC5FF6310C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40" creationId="{BCB38000-1B88-A0E1-53C9-FB743EAB0C52}"/>
          </ac:spMkLst>
        </pc:spChg>
        <pc:spChg chg="mod">
          <ac:chgData name="Hasan Jamal" userId="6724a5da2ffd1b8f" providerId="LiveId" clId="{8D2F41AC-23D9-4DAF-938C-610805449A32}" dt="2025-04-07T11:04:22.460" v="4008" actId="1037"/>
          <ac:spMkLst>
            <pc:docMk/>
            <pc:sldMk cId="1965777611" sldId="712"/>
            <ac:spMk id="42" creationId="{95402ECD-2698-7962-B1F9-B4670C7425E6}"/>
          </ac:spMkLst>
        </pc:spChg>
        <pc:spChg chg="add mod">
          <ac:chgData name="Hasan Jamal" userId="6724a5da2ffd1b8f" providerId="LiveId" clId="{8D2F41AC-23D9-4DAF-938C-610805449A32}" dt="2025-04-07T11:54:10.875" v="4452" actId="1035"/>
          <ac:spMkLst>
            <pc:docMk/>
            <pc:sldMk cId="1965777611" sldId="712"/>
            <ac:spMk id="47" creationId="{5A7E28BE-2E62-D9B6-8BF3-A42027756858}"/>
          </ac:spMkLst>
        </pc:spChg>
        <pc:spChg chg="del">
          <ac:chgData name="Hasan Jamal" userId="6724a5da2ffd1b8f" providerId="LiveId" clId="{8D2F41AC-23D9-4DAF-938C-610805449A32}" dt="2025-04-07T10:04:41.646" v="3057" actId="478"/>
          <ac:spMkLst>
            <pc:docMk/>
            <pc:sldMk cId="1965777611" sldId="712"/>
            <ac:spMk id="48" creationId="{D0585067-D53F-D16C-641D-2FD817C9F9D1}"/>
          </ac:spMkLst>
        </pc:spChg>
        <pc:spChg chg="del">
          <ac:chgData name="Hasan Jamal" userId="6724a5da2ffd1b8f" providerId="LiveId" clId="{8D2F41AC-23D9-4DAF-938C-610805449A32}" dt="2025-04-07T10:00:04.026" v="3011" actId="478"/>
          <ac:spMkLst>
            <pc:docMk/>
            <pc:sldMk cId="1965777611" sldId="712"/>
            <ac:spMk id="63" creationId="{04A68953-B21B-5555-66C9-E819F1590967}"/>
          </ac:spMkLst>
        </pc:spChg>
        <pc:spChg chg="del">
          <ac:chgData name="Hasan Jamal" userId="6724a5da2ffd1b8f" providerId="LiveId" clId="{8D2F41AC-23D9-4DAF-938C-610805449A32}" dt="2025-04-07T10:00:04.026" v="3011" actId="478"/>
          <ac:spMkLst>
            <pc:docMk/>
            <pc:sldMk cId="1965777611" sldId="712"/>
            <ac:spMk id="3072" creationId="{2A6D6277-9706-289E-2757-BBC2D7406111}"/>
          </ac:spMkLst>
        </pc:spChg>
        <pc:spChg chg="del">
          <ac:chgData name="Hasan Jamal" userId="6724a5da2ffd1b8f" providerId="LiveId" clId="{8D2F41AC-23D9-4DAF-938C-610805449A32}" dt="2025-04-07T10:00:04.026" v="3011" actId="478"/>
          <ac:spMkLst>
            <pc:docMk/>
            <pc:sldMk cId="1965777611" sldId="712"/>
            <ac:spMk id="3073" creationId="{7907DC37-7E77-3DAA-D5E0-BF7BF7D7BAF1}"/>
          </ac:spMkLst>
        </pc:spChg>
        <pc:spChg chg="mod">
          <ac:chgData name="Hasan Jamal" userId="6724a5da2ffd1b8f" providerId="LiveId" clId="{8D2F41AC-23D9-4DAF-938C-610805449A32}" dt="2025-04-07T10:03:38.334" v="3056" actId="20577"/>
          <ac:spMkLst>
            <pc:docMk/>
            <pc:sldMk cId="1965777611" sldId="712"/>
            <ac:spMk id="3074" creationId="{A5DC2726-344E-77A2-9927-9E2735A7ADFB}"/>
          </ac:spMkLst>
        </pc:spChg>
        <pc:spChg chg="del">
          <ac:chgData name="Hasan Jamal" userId="6724a5da2ffd1b8f" providerId="LiveId" clId="{8D2F41AC-23D9-4DAF-938C-610805449A32}" dt="2025-04-07T10:00:04.026" v="3011" actId="478"/>
          <ac:spMkLst>
            <pc:docMk/>
            <pc:sldMk cId="1965777611" sldId="712"/>
            <ac:spMk id="3097" creationId="{594F7D1E-FD7D-2C77-0959-B0F5F584145E}"/>
          </ac:spMkLst>
        </pc:spChg>
        <pc:spChg chg="add mod">
          <ac:chgData name="Hasan Jamal" userId="6724a5da2ffd1b8f" providerId="LiveId" clId="{8D2F41AC-23D9-4DAF-938C-610805449A32}" dt="2025-04-07T11:54:10.875" v="4452" actId="1035"/>
          <ac:spMkLst>
            <pc:docMk/>
            <pc:sldMk cId="1965777611" sldId="712"/>
            <ac:spMk id="3098" creationId="{317EBC3D-B94E-FA33-799D-622CD5CA2187}"/>
          </ac:spMkLst>
        </pc:spChg>
        <pc:spChg chg="add mod">
          <ac:chgData name="Hasan Jamal" userId="6724a5da2ffd1b8f" providerId="LiveId" clId="{8D2F41AC-23D9-4DAF-938C-610805449A32}" dt="2025-04-07T11:54:10.875" v="4452" actId="1035"/>
          <ac:spMkLst>
            <pc:docMk/>
            <pc:sldMk cId="1965777611" sldId="712"/>
            <ac:spMk id="3100" creationId="{550B83E8-28A2-20E2-CF49-E60CD5FE1D1F}"/>
          </ac:spMkLst>
        </pc:spChg>
        <pc:spChg chg="add mod">
          <ac:chgData name="Hasan Jamal" userId="6724a5da2ffd1b8f" providerId="LiveId" clId="{8D2F41AC-23D9-4DAF-938C-610805449A32}" dt="2025-04-07T11:54:10.875" v="4452" actId="1035"/>
          <ac:spMkLst>
            <pc:docMk/>
            <pc:sldMk cId="1965777611" sldId="712"/>
            <ac:spMk id="3102" creationId="{9D169AAF-A7B9-3EEE-68D4-A7967EF91C60}"/>
          </ac:spMkLst>
        </pc:spChg>
        <pc:spChg chg="mod">
          <ac:chgData name="Hasan Jamal" userId="6724a5da2ffd1b8f" providerId="LiveId" clId="{8D2F41AC-23D9-4DAF-938C-610805449A32}" dt="2025-04-07T11:18:38.090" v="4067" actId="1036"/>
          <ac:spMkLst>
            <pc:docMk/>
            <pc:sldMk cId="1965777611" sldId="712"/>
            <ac:spMk id="3107" creationId="{09368E04-3E3A-E411-5FFA-D8584FC92F08}"/>
          </ac:spMkLst>
        </pc:spChg>
        <pc:spChg chg="mod">
          <ac:chgData name="Hasan Jamal" userId="6724a5da2ffd1b8f" providerId="LiveId" clId="{8D2F41AC-23D9-4DAF-938C-610805449A32}" dt="2025-04-07T11:18:59.795" v="4069" actId="20577"/>
          <ac:spMkLst>
            <pc:docMk/>
            <pc:sldMk cId="1965777611" sldId="712"/>
            <ac:spMk id="3115" creationId="{A468B002-10DC-A7B3-DA5A-F93E54E350C4}"/>
          </ac:spMkLst>
        </pc:spChg>
        <pc:spChg chg="mod">
          <ac:chgData name="Hasan Jamal" userId="6724a5da2ffd1b8f" providerId="LiveId" clId="{8D2F41AC-23D9-4DAF-938C-610805449A32}" dt="2025-04-07T11:19:10.791" v="4071" actId="20577"/>
          <ac:spMkLst>
            <pc:docMk/>
            <pc:sldMk cId="1965777611" sldId="712"/>
            <ac:spMk id="3117" creationId="{1C03245A-CCAB-B8BD-E58A-64130233983E}"/>
          </ac:spMkLst>
        </pc:spChg>
        <pc:spChg chg="del">
          <ac:chgData name="Hasan Jamal" userId="6724a5da2ffd1b8f" providerId="LiveId" clId="{8D2F41AC-23D9-4DAF-938C-610805449A32}" dt="2025-04-07T11:28:58.365" v="4145" actId="478"/>
          <ac:spMkLst>
            <pc:docMk/>
            <pc:sldMk cId="1965777611" sldId="712"/>
            <ac:spMk id="3118" creationId="{352398E8-7959-9AAB-0851-9817B03ADD7E}"/>
          </ac:spMkLst>
        </pc:spChg>
        <pc:spChg chg="del mod">
          <ac:chgData name="Hasan Jamal" userId="6724a5da2ffd1b8f" providerId="LiveId" clId="{8D2F41AC-23D9-4DAF-938C-610805449A32}" dt="2025-04-07T11:28:58.365" v="4145" actId="478"/>
          <ac:spMkLst>
            <pc:docMk/>
            <pc:sldMk cId="1965777611" sldId="712"/>
            <ac:spMk id="3119" creationId="{8A8E877C-3C44-7651-E11B-3DA3BA17939A}"/>
          </ac:spMkLst>
        </pc:spChg>
        <pc:spChg chg="add del mod">
          <ac:chgData name="Hasan Jamal" userId="6724a5da2ffd1b8f" providerId="LiveId" clId="{8D2F41AC-23D9-4DAF-938C-610805449A32}" dt="2025-04-07T11:29:02.342" v="4146" actId="478"/>
          <ac:spMkLst>
            <pc:docMk/>
            <pc:sldMk cId="1965777611" sldId="712"/>
            <ac:spMk id="3120" creationId="{54E4E1C5-84A9-1198-9D5C-A74E71B85DBB}"/>
          </ac:spMkLst>
        </pc:spChg>
        <pc:spChg chg="mod">
          <ac:chgData name="Hasan Jamal" userId="6724a5da2ffd1b8f" providerId="LiveId" clId="{8D2F41AC-23D9-4DAF-938C-610805449A32}" dt="2025-04-07T11:18:38.090" v="4067" actId="1036"/>
          <ac:spMkLst>
            <pc:docMk/>
            <pc:sldMk cId="1965777611" sldId="712"/>
            <ac:spMk id="3126" creationId="{F2624C07-3400-C54A-FD13-C1DD2CC7ACED}"/>
          </ac:spMkLst>
        </pc:spChg>
        <pc:spChg chg="mod">
          <ac:chgData name="Hasan Jamal" userId="6724a5da2ffd1b8f" providerId="LiveId" clId="{8D2F41AC-23D9-4DAF-938C-610805449A32}" dt="2025-04-07T11:18:38.090" v="4067" actId="1036"/>
          <ac:spMkLst>
            <pc:docMk/>
            <pc:sldMk cId="1965777611" sldId="712"/>
            <ac:spMk id="3127" creationId="{D221F65E-390F-A904-6131-345585D11235}"/>
          </ac:spMkLst>
        </pc:spChg>
        <pc:spChg chg="mod">
          <ac:chgData name="Hasan Jamal" userId="6724a5da2ffd1b8f" providerId="LiveId" clId="{8D2F41AC-23D9-4DAF-938C-610805449A32}" dt="2025-04-07T11:18:38.090" v="4067" actId="1036"/>
          <ac:spMkLst>
            <pc:docMk/>
            <pc:sldMk cId="1965777611" sldId="712"/>
            <ac:spMk id="3128" creationId="{2903D45B-5F78-937D-5C90-88800B04F707}"/>
          </ac:spMkLst>
        </pc:spChg>
        <pc:spChg chg="mod">
          <ac:chgData name="Hasan Jamal" userId="6724a5da2ffd1b8f" providerId="LiveId" clId="{8D2F41AC-23D9-4DAF-938C-610805449A32}" dt="2025-04-07T11:18:38.090" v="4067" actId="1036"/>
          <ac:spMkLst>
            <pc:docMk/>
            <pc:sldMk cId="1965777611" sldId="712"/>
            <ac:spMk id="3130" creationId="{8DD45AEE-1220-7021-430A-ADB464DEC21E}"/>
          </ac:spMkLst>
        </pc:spChg>
        <pc:spChg chg="mod">
          <ac:chgData name="Hasan Jamal" userId="6724a5da2ffd1b8f" providerId="LiveId" clId="{8D2F41AC-23D9-4DAF-938C-610805449A32}" dt="2025-04-07T11:18:38.090" v="4067" actId="1036"/>
          <ac:spMkLst>
            <pc:docMk/>
            <pc:sldMk cId="1965777611" sldId="712"/>
            <ac:spMk id="3131" creationId="{BA43DCCC-1CF3-A416-B68D-5DBBC9BA2EB5}"/>
          </ac:spMkLst>
        </pc:spChg>
        <pc:spChg chg="mod">
          <ac:chgData name="Hasan Jamal" userId="6724a5da2ffd1b8f" providerId="LiveId" clId="{8D2F41AC-23D9-4DAF-938C-610805449A32}" dt="2025-04-07T11:18:38.090" v="4067" actId="1036"/>
          <ac:spMkLst>
            <pc:docMk/>
            <pc:sldMk cId="1965777611" sldId="712"/>
            <ac:spMk id="3132" creationId="{AE914B6C-D56D-8CE0-D539-5AFABC919CE4}"/>
          </ac:spMkLst>
        </pc:spChg>
        <pc:spChg chg="mod">
          <ac:chgData name="Hasan Jamal" userId="6724a5da2ffd1b8f" providerId="LiveId" clId="{8D2F41AC-23D9-4DAF-938C-610805449A32}" dt="2025-04-07T11:18:38.090" v="4067" actId="1036"/>
          <ac:spMkLst>
            <pc:docMk/>
            <pc:sldMk cId="1965777611" sldId="712"/>
            <ac:spMk id="3135" creationId="{ECAB9D96-E97B-8363-4805-1D89877CC158}"/>
          </ac:spMkLst>
        </pc:spChg>
        <pc:spChg chg="mod">
          <ac:chgData name="Hasan Jamal" userId="6724a5da2ffd1b8f" providerId="LiveId" clId="{8D2F41AC-23D9-4DAF-938C-610805449A32}" dt="2025-04-07T11:18:38.090" v="4067" actId="1036"/>
          <ac:spMkLst>
            <pc:docMk/>
            <pc:sldMk cId="1965777611" sldId="712"/>
            <ac:spMk id="3142" creationId="{6D3CE2C4-EA1E-4544-0B82-D3F3893B0B94}"/>
          </ac:spMkLst>
        </pc:spChg>
        <pc:grpChg chg="del">
          <ac:chgData name="Hasan Jamal" userId="6724a5da2ffd1b8f" providerId="LiveId" clId="{8D2F41AC-23D9-4DAF-938C-610805449A32}" dt="2025-04-07T10:00:04.026" v="3011" actId="478"/>
          <ac:grpSpMkLst>
            <pc:docMk/>
            <pc:sldMk cId="1965777611" sldId="712"/>
            <ac:grpSpMk id="49" creationId="{3C57FD3C-7572-9BB9-A722-597D1A7A4B42}"/>
          </ac:grpSpMkLst>
        </pc:grpChg>
        <pc:grpChg chg="del">
          <ac:chgData name="Hasan Jamal" userId="6724a5da2ffd1b8f" providerId="LiveId" clId="{8D2F41AC-23D9-4DAF-938C-610805449A32}" dt="2025-04-07T10:00:04.026" v="3011" actId="478"/>
          <ac:grpSpMkLst>
            <pc:docMk/>
            <pc:sldMk cId="1965777611" sldId="712"/>
            <ac:grpSpMk id="58" creationId="{5EB8869F-5D2D-D06F-D8AC-B8802F9E2C21}"/>
          </ac:grpSpMkLst>
        </pc:grpChg>
        <pc:grpChg chg="del">
          <ac:chgData name="Hasan Jamal" userId="6724a5da2ffd1b8f" providerId="LiveId" clId="{8D2F41AC-23D9-4DAF-938C-610805449A32}" dt="2025-04-07T10:00:04.026" v="3011" actId="478"/>
          <ac:grpSpMkLst>
            <pc:docMk/>
            <pc:sldMk cId="1965777611" sldId="712"/>
            <ac:grpSpMk id="3075" creationId="{8AB27DF8-75C0-DCD2-9C60-C323AB14A57E}"/>
          </ac:grpSpMkLst>
        </pc:grpChg>
        <pc:grpChg chg="del">
          <ac:chgData name="Hasan Jamal" userId="6724a5da2ffd1b8f" providerId="LiveId" clId="{8D2F41AC-23D9-4DAF-938C-610805449A32}" dt="2025-04-07T10:00:04.026" v="3011" actId="478"/>
          <ac:grpSpMkLst>
            <pc:docMk/>
            <pc:sldMk cId="1965777611" sldId="712"/>
            <ac:grpSpMk id="3088" creationId="{8DFF3233-1AF2-61EF-AAAB-16AD82167007}"/>
          </ac:grpSpMkLst>
        </pc:grpChg>
        <pc:grpChg chg="del">
          <ac:chgData name="Hasan Jamal" userId="6724a5da2ffd1b8f" providerId="LiveId" clId="{8D2F41AC-23D9-4DAF-938C-610805449A32}" dt="2025-04-07T10:00:04.026" v="3011" actId="478"/>
          <ac:grpSpMkLst>
            <pc:docMk/>
            <pc:sldMk cId="1965777611" sldId="712"/>
            <ac:grpSpMk id="3091" creationId="{8E8E6DD6-C88E-39A6-B582-F7B8A209C03E}"/>
          </ac:grpSpMkLst>
        </pc:grpChg>
        <pc:grpChg chg="del">
          <ac:chgData name="Hasan Jamal" userId="6724a5da2ffd1b8f" providerId="LiveId" clId="{8D2F41AC-23D9-4DAF-938C-610805449A32}" dt="2025-04-07T10:00:04.026" v="3011" actId="478"/>
          <ac:grpSpMkLst>
            <pc:docMk/>
            <pc:sldMk cId="1965777611" sldId="712"/>
            <ac:grpSpMk id="3094" creationId="{041F5D36-147D-85E1-0828-0F788FA6AE44}"/>
          </ac:grpSpMkLst>
        </pc:grpChg>
        <pc:grpChg chg="del">
          <ac:chgData name="Hasan Jamal" userId="6724a5da2ffd1b8f" providerId="LiveId" clId="{8D2F41AC-23D9-4DAF-938C-610805449A32}" dt="2025-04-07T11:28:58.365" v="4145" actId="478"/>
          <ac:grpSpMkLst>
            <pc:docMk/>
            <pc:sldMk cId="1965777611" sldId="712"/>
            <ac:grpSpMk id="3104" creationId="{79E891C0-88EC-BB92-1FDF-1DEE4A3B6E3B}"/>
          </ac:grpSpMkLst>
        </pc:grpChg>
        <pc:grpChg chg="del">
          <ac:chgData name="Hasan Jamal" userId="6724a5da2ffd1b8f" providerId="LiveId" clId="{8D2F41AC-23D9-4DAF-938C-610805449A32}" dt="2025-04-07T11:28:58.365" v="4145" actId="478"/>
          <ac:grpSpMkLst>
            <pc:docMk/>
            <pc:sldMk cId="1965777611" sldId="712"/>
            <ac:grpSpMk id="3113" creationId="{26418F01-47B3-639A-9C4D-68F8DD26DADE}"/>
          </ac:grpSpMkLst>
        </pc:grpChg>
        <pc:grpChg chg="del">
          <ac:chgData name="Hasan Jamal" userId="6724a5da2ffd1b8f" providerId="LiveId" clId="{8D2F41AC-23D9-4DAF-938C-610805449A32}" dt="2025-04-07T11:28:58.365" v="4145" actId="478"/>
          <ac:grpSpMkLst>
            <pc:docMk/>
            <pc:sldMk cId="1965777611" sldId="712"/>
            <ac:grpSpMk id="3121" creationId="{A6FCF2D3-98A4-3F64-1F15-C22E21A35E61}"/>
          </ac:grpSpMkLst>
        </pc:grpChg>
        <pc:grpChg chg="del">
          <ac:chgData name="Hasan Jamal" userId="6724a5da2ffd1b8f" providerId="LiveId" clId="{8D2F41AC-23D9-4DAF-938C-610805449A32}" dt="2025-04-07T11:28:58.365" v="4145" actId="478"/>
          <ac:grpSpMkLst>
            <pc:docMk/>
            <pc:sldMk cId="1965777611" sldId="712"/>
            <ac:grpSpMk id="3134" creationId="{719AA1F3-B5AE-743E-A125-DF90B81E29B5}"/>
          </ac:grpSpMkLst>
        </pc:grpChg>
        <pc:grpChg chg="del">
          <ac:chgData name="Hasan Jamal" userId="6724a5da2ffd1b8f" providerId="LiveId" clId="{8D2F41AC-23D9-4DAF-938C-610805449A32}" dt="2025-04-07T11:28:58.365" v="4145" actId="478"/>
          <ac:grpSpMkLst>
            <pc:docMk/>
            <pc:sldMk cId="1965777611" sldId="712"/>
            <ac:grpSpMk id="3137" creationId="{28755F9A-4D72-3ED1-6F5E-3CF102E008C1}"/>
          </ac:grpSpMkLst>
        </pc:grpChg>
        <pc:grpChg chg="del">
          <ac:chgData name="Hasan Jamal" userId="6724a5da2ffd1b8f" providerId="LiveId" clId="{8D2F41AC-23D9-4DAF-938C-610805449A32}" dt="2025-04-07T11:28:58.365" v="4145" actId="478"/>
          <ac:grpSpMkLst>
            <pc:docMk/>
            <pc:sldMk cId="1965777611" sldId="712"/>
            <ac:grpSpMk id="3140" creationId="{72461D4E-A940-24C6-F570-0D8DCB8E5F91}"/>
          </ac:grpSpMkLst>
        </pc:grpChg>
        <pc:graphicFrameChg chg="add del mod">
          <ac:chgData name="Hasan Jamal" userId="6724a5da2ffd1b8f" providerId="LiveId" clId="{8D2F41AC-23D9-4DAF-938C-610805449A32}" dt="2025-04-07T10:05:14.415" v="3061" actId="3680"/>
          <ac:graphicFrameMkLst>
            <pc:docMk/>
            <pc:sldMk cId="1965777611" sldId="712"/>
            <ac:graphicFrameMk id="4" creationId="{CB76F1A2-943B-672E-7E43-747ABB4D2659}"/>
          </ac:graphicFrameMkLst>
        </pc:graphicFrameChg>
        <pc:graphicFrameChg chg="add del mod">
          <ac:chgData name="Hasan Jamal" userId="6724a5da2ffd1b8f" providerId="LiveId" clId="{8D2F41AC-23D9-4DAF-938C-610805449A32}" dt="2025-04-07T10:05:35.227" v="3065" actId="3680"/>
          <ac:graphicFrameMkLst>
            <pc:docMk/>
            <pc:sldMk cId="1965777611" sldId="712"/>
            <ac:graphicFrameMk id="5" creationId="{F8CB8D0C-95AB-F2E4-08FE-70083C01B0FB}"/>
          </ac:graphicFrameMkLst>
        </pc:graphicFrameChg>
        <pc:graphicFrameChg chg="add mod modGraphic">
          <ac:chgData name="Hasan Jamal" userId="6724a5da2ffd1b8f" providerId="LiveId" clId="{8D2F41AC-23D9-4DAF-938C-610805449A32}" dt="2025-04-07T11:54:10.875" v="4452" actId="1035"/>
          <ac:graphicFrameMkLst>
            <pc:docMk/>
            <pc:sldMk cId="1965777611" sldId="712"/>
            <ac:graphicFrameMk id="6" creationId="{A116B3FA-EAA6-8996-E8F1-B959CB452934}"/>
          </ac:graphicFrameMkLst>
        </pc:graphicFrameChg>
        <pc:graphicFrameChg chg="add mod modGraphic">
          <ac:chgData name="Hasan Jamal" userId="6724a5da2ffd1b8f" providerId="LiveId" clId="{8D2F41AC-23D9-4DAF-938C-610805449A32}" dt="2025-04-07T11:54:10.875" v="4452" actId="1035"/>
          <ac:graphicFrameMkLst>
            <pc:docMk/>
            <pc:sldMk cId="1965777611" sldId="712"/>
            <ac:graphicFrameMk id="3099" creationId="{19FEA137-0E5F-C08E-3DB6-D5BDB9653221}"/>
          </ac:graphicFrameMkLst>
        </pc:graphicFrameChg>
        <pc:graphicFrameChg chg="add mod modGraphic">
          <ac:chgData name="Hasan Jamal" userId="6724a5da2ffd1b8f" providerId="LiveId" clId="{8D2F41AC-23D9-4DAF-938C-610805449A32}" dt="2025-04-07T11:54:10.875" v="4452" actId="1035"/>
          <ac:graphicFrameMkLst>
            <pc:docMk/>
            <pc:sldMk cId="1965777611" sldId="712"/>
            <ac:graphicFrameMk id="3101" creationId="{9414FF6A-3D3F-E0A7-9D52-FFB0F3EC4313}"/>
          </ac:graphicFrameMkLst>
        </pc:graphicFrameChg>
        <pc:graphicFrameChg chg="add mod modGraphic">
          <ac:chgData name="Hasan Jamal" userId="6724a5da2ffd1b8f" providerId="LiveId" clId="{8D2F41AC-23D9-4DAF-938C-610805449A32}" dt="2025-04-07T11:54:10.875" v="4452" actId="1035"/>
          <ac:graphicFrameMkLst>
            <pc:docMk/>
            <pc:sldMk cId="1965777611" sldId="712"/>
            <ac:graphicFrameMk id="3103" creationId="{8881D5B8-2713-5456-041F-086C8C254A9F}"/>
          </ac:graphicFrameMkLst>
        </pc:graphicFrameChg>
      </pc:sldChg>
      <pc:sldChg chg="addSp delSp modSp add mod modAnim">
        <pc:chgData name="Hasan Jamal" userId="6724a5da2ffd1b8f" providerId="LiveId" clId="{8D2F41AC-23D9-4DAF-938C-610805449A32}" dt="2025-04-07T11:55:19.585" v="4504" actId="20577"/>
        <pc:sldMkLst>
          <pc:docMk/>
          <pc:sldMk cId="128208520" sldId="713"/>
        </pc:sldMkLst>
        <pc:spChg chg="mod">
          <ac:chgData name="Hasan Jamal" userId="6724a5da2ffd1b8f" providerId="LiveId" clId="{8D2F41AC-23D9-4DAF-938C-610805449A32}" dt="2025-04-07T11:55:19.585" v="4504" actId="20577"/>
          <ac:spMkLst>
            <pc:docMk/>
            <pc:sldMk cId="128208520" sldId="713"/>
            <ac:spMk id="2" creationId="{7518681C-B5C5-1B65-1090-0F44A91D2A31}"/>
          </ac:spMkLst>
        </pc:spChg>
        <pc:spChg chg="add del mod">
          <ac:chgData name="Hasan Jamal" userId="6724a5da2ffd1b8f" providerId="LiveId" clId="{8D2F41AC-23D9-4DAF-938C-610805449A32}" dt="2025-04-07T10:48:34.434" v="3708" actId="478"/>
          <ac:spMkLst>
            <pc:docMk/>
            <pc:sldMk cId="128208520" sldId="713"/>
            <ac:spMk id="4" creationId="{09C67DDE-DE1F-4E11-B82C-B06BBDEAC110}"/>
          </ac:spMkLst>
        </pc:spChg>
        <pc:spChg chg="add 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5" creationId="{8634CA26-F702-BCC9-B3DE-A1A1502CB603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7" creationId="{071CE591-30FC-0442-0C8B-20EABEEC5D74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8" creationId="{CB17356D-04CF-52C2-FA84-ECB590AD2939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9" creationId="{6F68D369-29EE-1CF7-3DE8-E9D864E90393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10" creationId="{AD79D61B-65A7-D097-E72C-57410134E04F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11" creationId="{486744BF-025F-F837-1535-3BFE1AE0C379}"/>
          </ac:spMkLst>
        </pc:spChg>
        <pc:spChg chg="add 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12" creationId="{420D0D5C-F681-CC07-7FDC-3B664EB3E402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13" creationId="{21BAB0F2-5459-4216-359E-415E58A6289D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14" creationId="{5D1ACFE8-7E91-DBA3-90BF-C42F20F51BE2}"/>
          </ac:spMkLst>
        </pc:spChg>
        <pc:spChg chg="mod">
          <ac:chgData name="Hasan Jamal" userId="6724a5da2ffd1b8f" providerId="LiveId" clId="{8D2F41AC-23D9-4DAF-938C-610805449A32}" dt="2025-04-07T11:04:04.427" v="3988" actId="14100"/>
          <ac:spMkLst>
            <pc:docMk/>
            <pc:sldMk cId="128208520" sldId="713"/>
            <ac:spMk id="15" creationId="{AA45500A-C442-393A-053E-95FCFAE4FAE7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16" creationId="{E978FA38-1606-4BD7-5CED-CA2D88B2886E}"/>
          </ac:spMkLst>
        </pc:spChg>
        <pc:spChg chg="mod">
          <ac:chgData name="Hasan Jamal" userId="6724a5da2ffd1b8f" providerId="LiveId" clId="{8D2F41AC-23D9-4DAF-938C-610805449A32}" dt="2025-04-07T11:02:40.451" v="3958" actId="20577"/>
          <ac:spMkLst>
            <pc:docMk/>
            <pc:sldMk cId="128208520" sldId="713"/>
            <ac:spMk id="17" creationId="{9674AB37-B414-48C2-E7D0-7C46E6D8118B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18" creationId="{B178291D-332F-0718-2115-D48BAD5854EC}"/>
          </ac:spMkLst>
        </pc:spChg>
        <pc:spChg chg="mod">
          <ac:chgData name="Hasan Jamal" userId="6724a5da2ffd1b8f" providerId="LiveId" clId="{8D2F41AC-23D9-4DAF-938C-610805449A32}" dt="2025-04-07T11:02:54.769" v="3962" actId="20577"/>
          <ac:spMkLst>
            <pc:docMk/>
            <pc:sldMk cId="128208520" sldId="713"/>
            <ac:spMk id="19" creationId="{15C7D6E1-318E-4FFB-767A-8E68BA0281A5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20" creationId="{C002B396-2F8A-979E-19C0-81CE28515F6B}"/>
          </ac:spMkLst>
        </pc:spChg>
        <pc:spChg chg="mod">
          <ac:chgData name="Hasan Jamal" userId="6724a5da2ffd1b8f" providerId="LiveId" clId="{8D2F41AC-23D9-4DAF-938C-610805449A32}" dt="2025-04-07T11:02:27.755" v="3952" actId="20577"/>
          <ac:spMkLst>
            <pc:docMk/>
            <pc:sldMk cId="128208520" sldId="713"/>
            <ac:spMk id="21" creationId="{227ED42B-835B-B591-5E27-293467467FA8}"/>
          </ac:spMkLst>
        </pc:spChg>
        <pc:spChg chg="mod">
          <ac:chgData name="Hasan Jamal" userId="6724a5da2ffd1b8f" providerId="LiveId" clId="{8D2F41AC-23D9-4DAF-938C-610805449A32}" dt="2025-04-07T11:02:18.215" v="3949" actId="20577"/>
          <ac:spMkLst>
            <pc:docMk/>
            <pc:sldMk cId="128208520" sldId="713"/>
            <ac:spMk id="22" creationId="{28AC6D3D-FBB8-21C9-D08B-E499D003940A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31" creationId="{EA64CC69-5158-E708-A7FB-CBA49D70D908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32" creationId="{EC07C4D9-D5B8-24FC-F983-0BA44C334338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33" creationId="{1CEE88B9-B72B-F239-E815-83E394879720}"/>
          </ac:spMkLst>
        </pc:spChg>
        <pc:spChg chg="mod">
          <ac:chgData name="Hasan Jamal" userId="6724a5da2ffd1b8f" providerId="LiveId" clId="{8D2F41AC-23D9-4DAF-938C-610805449A32}" dt="2025-04-07T11:04:13.671" v="3998" actId="1037"/>
          <ac:spMkLst>
            <pc:docMk/>
            <pc:sldMk cId="128208520" sldId="713"/>
            <ac:spMk id="38" creationId="{73A569C8-E5DF-5700-0A4A-65A3FFD5F720}"/>
          </ac:spMkLst>
        </pc:spChg>
        <pc:spChg chg="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47" creationId="{926E5F04-E31B-E2C0-4CD3-B3D16E3F6D1A}"/>
          </ac:spMkLst>
        </pc:spChg>
        <pc:spChg chg="mod">
          <ac:chgData name="Hasan Jamal" userId="6724a5da2ffd1b8f" providerId="LiveId" clId="{8D2F41AC-23D9-4DAF-938C-610805449A32}" dt="2025-04-07T11:30:57.532" v="4246" actId="20577"/>
          <ac:spMkLst>
            <pc:docMk/>
            <pc:sldMk cId="128208520" sldId="713"/>
            <ac:spMk id="50" creationId="{DD59205C-8716-854C-0A95-2053D72BF4B0}"/>
          </ac:spMkLst>
        </pc:spChg>
        <pc:spChg chg="mod">
          <ac:chgData name="Hasan Jamal" userId="6724a5da2ffd1b8f" providerId="LiveId" clId="{8D2F41AC-23D9-4DAF-938C-610805449A32}" dt="2025-04-07T11:30:59.767" v="4247" actId="20577"/>
          <ac:spMkLst>
            <pc:docMk/>
            <pc:sldMk cId="128208520" sldId="713"/>
            <ac:spMk id="51" creationId="{8B1CCAB3-E6C2-9B99-0166-24624B07130B}"/>
          </ac:spMkLst>
        </pc:spChg>
        <pc:spChg chg="mod">
          <ac:chgData name="Hasan Jamal" userId="6724a5da2ffd1b8f" providerId="LiveId" clId="{8D2F41AC-23D9-4DAF-938C-610805449A32}" dt="2025-04-07T11:31:00.198" v="4248" actId="1076"/>
          <ac:spMkLst>
            <pc:docMk/>
            <pc:sldMk cId="128208520" sldId="713"/>
            <ac:spMk id="54" creationId="{5DC01DD5-F274-E767-B95B-D0C60B96150B}"/>
          </ac:spMkLst>
        </pc:spChg>
        <pc:spChg chg="mod">
          <ac:chgData name="Hasan Jamal" userId="6724a5da2ffd1b8f" providerId="LiveId" clId="{8D2F41AC-23D9-4DAF-938C-610805449A32}" dt="2025-04-07T11:31:00.198" v="4248" actId="1076"/>
          <ac:spMkLst>
            <pc:docMk/>
            <pc:sldMk cId="128208520" sldId="713"/>
            <ac:spMk id="55" creationId="{D24C71F0-13FB-66F1-E193-FC7BFF73C385}"/>
          </ac:spMkLst>
        </pc:spChg>
        <pc:spChg chg="mod">
          <ac:chgData name="Hasan Jamal" userId="6724a5da2ffd1b8f" providerId="LiveId" clId="{8D2F41AC-23D9-4DAF-938C-610805449A32}" dt="2025-04-07T11:31:00.198" v="4248" actId="1076"/>
          <ac:spMkLst>
            <pc:docMk/>
            <pc:sldMk cId="128208520" sldId="713"/>
            <ac:spMk id="58" creationId="{A48C5792-8A76-1972-8F9E-08124DF1803B}"/>
          </ac:spMkLst>
        </pc:spChg>
        <pc:spChg chg="mod">
          <ac:chgData name="Hasan Jamal" userId="6724a5da2ffd1b8f" providerId="LiveId" clId="{8D2F41AC-23D9-4DAF-938C-610805449A32}" dt="2025-04-07T11:31:00.198" v="4248" actId="1076"/>
          <ac:spMkLst>
            <pc:docMk/>
            <pc:sldMk cId="128208520" sldId="713"/>
            <ac:spMk id="59" creationId="{2D4D7461-3E05-8F4A-B11C-1763D3216750}"/>
          </ac:spMkLst>
        </pc:spChg>
        <pc:spChg chg="mod">
          <ac:chgData name="Hasan Jamal" userId="6724a5da2ffd1b8f" providerId="LiveId" clId="{8D2F41AC-23D9-4DAF-938C-610805449A32}" dt="2025-04-07T10:38:04.978" v="3489" actId="20577"/>
          <ac:spMkLst>
            <pc:docMk/>
            <pc:sldMk cId="128208520" sldId="713"/>
            <ac:spMk id="3074" creationId="{816760CE-8523-B480-866F-35B420CD03D6}"/>
          </ac:spMkLst>
        </pc:spChg>
        <pc:spChg chg="mod">
          <ac:chgData name="Hasan Jamal" userId="6724a5da2ffd1b8f" providerId="LiveId" clId="{8D2F41AC-23D9-4DAF-938C-610805449A32}" dt="2025-04-07T11:31:00.198" v="4248" actId="1076"/>
          <ac:spMkLst>
            <pc:docMk/>
            <pc:sldMk cId="128208520" sldId="713"/>
            <ac:spMk id="3079" creationId="{39911EA5-A748-C920-DBE1-ABAB048EAE04}"/>
          </ac:spMkLst>
        </pc:spChg>
        <pc:spChg chg="mod">
          <ac:chgData name="Hasan Jamal" userId="6724a5da2ffd1b8f" providerId="LiveId" clId="{8D2F41AC-23D9-4DAF-938C-610805449A32}" dt="2025-04-07T11:31:00.198" v="4248" actId="1076"/>
          <ac:spMkLst>
            <pc:docMk/>
            <pc:sldMk cId="128208520" sldId="713"/>
            <ac:spMk id="3080" creationId="{3254FE33-8CB7-75AC-71B8-51AC20D3A637}"/>
          </ac:spMkLst>
        </pc:spChg>
        <pc:spChg chg="mod">
          <ac:chgData name="Hasan Jamal" userId="6724a5da2ffd1b8f" providerId="LiveId" clId="{8D2F41AC-23D9-4DAF-938C-610805449A32}" dt="2025-04-07T11:31:00.198" v="4248" actId="1076"/>
          <ac:spMkLst>
            <pc:docMk/>
            <pc:sldMk cId="128208520" sldId="713"/>
            <ac:spMk id="3082" creationId="{7DEDA379-FA02-2373-7452-82F9FA823437}"/>
          </ac:spMkLst>
        </pc:spChg>
        <pc:spChg chg="mod">
          <ac:chgData name="Hasan Jamal" userId="6724a5da2ffd1b8f" providerId="LiveId" clId="{8D2F41AC-23D9-4DAF-938C-610805449A32}" dt="2025-04-07T11:31:00.198" v="4248" actId="1076"/>
          <ac:spMkLst>
            <pc:docMk/>
            <pc:sldMk cId="128208520" sldId="713"/>
            <ac:spMk id="3083" creationId="{E3BA8B9F-AEBA-F2C3-C700-3E6FD0547B6A}"/>
          </ac:spMkLst>
        </pc:spChg>
        <pc:spChg chg="mod">
          <ac:chgData name="Hasan Jamal" userId="6724a5da2ffd1b8f" providerId="LiveId" clId="{8D2F41AC-23D9-4DAF-938C-610805449A32}" dt="2025-04-07T11:31:00.198" v="4248" actId="1076"/>
          <ac:spMkLst>
            <pc:docMk/>
            <pc:sldMk cId="128208520" sldId="713"/>
            <ac:spMk id="3084" creationId="{9AC6172A-925C-D63A-77CC-14574244AC4E}"/>
          </ac:spMkLst>
        </pc:spChg>
        <pc:spChg chg="mod">
          <ac:chgData name="Hasan Jamal" userId="6724a5da2ffd1b8f" providerId="LiveId" clId="{8D2F41AC-23D9-4DAF-938C-610805449A32}" dt="2025-04-07T11:31:00.198" v="4248" actId="1076"/>
          <ac:spMkLst>
            <pc:docMk/>
            <pc:sldMk cId="128208520" sldId="713"/>
            <ac:spMk id="3085" creationId="{E1A59955-FF02-B573-E466-37359DD24A87}"/>
          </ac:spMkLst>
        </pc:spChg>
        <pc:spChg chg="mod">
          <ac:chgData name="Hasan Jamal" userId="6724a5da2ffd1b8f" providerId="LiveId" clId="{8D2F41AC-23D9-4DAF-938C-610805449A32}" dt="2025-04-07T11:33:40.775" v="4276" actId="1037"/>
          <ac:spMkLst>
            <pc:docMk/>
            <pc:sldMk cId="128208520" sldId="713"/>
            <ac:spMk id="3097" creationId="{A312B0E2-0505-87D4-6CE7-EAAB395E50CA}"/>
          </ac:spMkLst>
        </pc:spChg>
        <pc:spChg chg="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3098" creationId="{7BA9B847-06A6-374C-54AB-58C22EB0622A}"/>
          </ac:spMkLst>
        </pc:spChg>
        <pc:spChg chg="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3100" creationId="{9674F833-5CB4-D64D-27FB-2837F3D3428D}"/>
          </ac:spMkLst>
        </pc:spChg>
        <pc:spChg chg="mod">
          <ac:chgData name="Hasan Jamal" userId="6724a5da2ffd1b8f" providerId="LiveId" clId="{8D2F41AC-23D9-4DAF-938C-610805449A32}" dt="2025-04-07T11:54:23.467" v="4490" actId="1035"/>
          <ac:spMkLst>
            <pc:docMk/>
            <pc:sldMk cId="128208520" sldId="713"/>
            <ac:spMk id="3102" creationId="{8005B7F1-FA37-CFDA-78E0-76780583E158}"/>
          </ac:spMkLst>
        </pc:spChg>
        <pc:spChg chg="mod">
          <ac:chgData name="Hasan Jamal" userId="6724a5da2ffd1b8f" providerId="LiveId" clId="{8D2F41AC-23D9-4DAF-938C-610805449A32}" dt="2025-04-07T11:33:40.775" v="4276" actId="1037"/>
          <ac:spMkLst>
            <pc:docMk/>
            <pc:sldMk cId="128208520" sldId="713"/>
            <ac:spMk id="3104" creationId="{059AE5E9-DA0F-5037-9A10-01EEFB437684}"/>
          </ac:spMkLst>
        </pc:spChg>
        <pc:spChg chg="mod">
          <ac:chgData name="Hasan Jamal" userId="6724a5da2ffd1b8f" providerId="LiveId" clId="{8D2F41AC-23D9-4DAF-938C-610805449A32}" dt="2025-04-07T11:33:40.775" v="4276" actId="1037"/>
          <ac:spMkLst>
            <pc:docMk/>
            <pc:sldMk cId="128208520" sldId="713"/>
            <ac:spMk id="3105" creationId="{C40EABCA-5715-F6B4-500D-773D2B5CC121}"/>
          </ac:spMkLst>
        </pc:spChg>
        <pc:spChg chg="mod">
          <ac:chgData name="Hasan Jamal" userId="6724a5da2ffd1b8f" providerId="LiveId" clId="{8D2F41AC-23D9-4DAF-938C-610805449A32}" dt="2025-04-07T11:33:49.485" v="4277" actId="207"/>
          <ac:spMkLst>
            <pc:docMk/>
            <pc:sldMk cId="128208520" sldId="713"/>
            <ac:spMk id="3106" creationId="{2E1FA0E9-BBDF-A57E-DC9F-292FD66CD54F}"/>
          </ac:spMkLst>
        </pc:spChg>
        <pc:spChg chg="mod">
          <ac:chgData name="Hasan Jamal" userId="6724a5da2ffd1b8f" providerId="LiveId" clId="{8D2F41AC-23D9-4DAF-938C-610805449A32}" dt="2025-04-07T11:33:40.775" v="4276" actId="1037"/>
          <ac:spMkLst>
            <pc:docMk/>
            <pc:sldMk cId="128208520" sldId="713"/>
            <ac:spMk id="3107" creationId="{2489584B-5FAE-DB46-FD04-3836E658BE33}"/>
          </ac:spMkLst>
        </pc:spChg>
        <pc:spChg chg="mod">
          <ac:chgData name="Hasan Jamal" userId="6724a5da2ffd1b8f" providerId="LiveId" clId="{8D2F41AC-23D9-4DAF-938C-610805449A32}" dt="2025-04-07T11:33:40.775" v="4276" actId="1037"/>
          <ac:spMkLst>
            <pc:docMk/>
            <pc:sldMk cId="128208520" sldId="713"/>
            <ac:spMk id="3108" creationId="{61DBFA83-EDBB-3338-FC6A-B45F27B56927}"/>
          </ac:spMkLst>
        </pc:spChg>
        <pc:spChg chg="mod">
          <ac:chgData name="Hasan Jamal" userId="6724a5da2ffd1b8f" providerId="LiveId" clId="{8D2F41AC-23D9-4DAF-938C-610805449A32}" dt="2025-04-07T11:33:40.775" v="4276" actId="1037"/>
          <ac:spMkLst>
            <pc:docMk/>
            <pc:sldMk cId="128208520" sldId="713"/>
            <ac:spMk id="3109" creationId="{7053F117-AEF6-2A26-419D-2E0ABF3C7BF1}"/>
          </ac:spMkLst>
        </pc:spChg>
        <pc:spChg chg="mod">
          <ac:chgData name="Hasan Jamal" userId="6724a5da2ffd1b8f" providerId="LiveId" clId="{8D2F41AC-23D9-4DAF-938C-610805449A32}" dt="2025-04-07T11:33:40.775" v="4276" actId="1037"/>
          <ac:spMkLst>
            <pc:docMk/>
            <pc:sldMk cId="128208520" sldId="713"/>
            <ac:spMk id="3110" creationId="{9F07FD2E-63B7-019E-2995-9DC58451FF4A}"/>
          </ac:spMkLst>
        </pc:spChg>
        <pc:spChg chg="mod">
          <ac:chgData name="Hasan Jamal" userId="6724a5da2ffd1b8f" providerId="LiveId" clId="{8D2F41AC-23D9-4DAF-938C-610805449A32}" dt="2025-04-07T11:31:37.264" v="4250" actId="1076"/>
          <ac:spMkLst>
            <pc:docMk/>
            <pc:sldMk cId="128208520" sldId="713"/>
            <ac:spMk id="3112" creationId="{BD92D982-8195-A69E-DA17-561A4C055A9A}"/>
          </ac:spMkLst>
        </pc:spChg>
        <pc:spChg chg="mod">
          <ac:chgData name="Hasan Jamal" userId="6724a5da2ffd1b8f" providerId="LiveId" clId="{8D2F41AC-23D9-4DAF-938C-610805449A32}" dt="2025-04-07T11:33:59.192" v="4278" actId="207"/>
          <ac:spMkLst>
            <pc:docMk/>
            <pc:sldMk cId="128208520" sldId="713"/>
            <ac:spMk id="3115" creationId="{8C6951E4-8B0F-0778-5AD5-EF1A6BCE3883}"/>
          </ac:spMkLst>
        </pc:spChg>
        <pc:spChg chg="del">
          <ac:chgData name="Hasan Jamal" userId="6724a5da2ffd1b8f" providerId="LiveId" clId="{8D2F41AC-23D9-4DAF-938C-610805449A32}" dt="2025-04-07T11:35:21.888" v="4281" actId="478"/>
          <ac:spMkLst>
            <pc:docMk/>
            <pc:sldMk cId="128208520" sldId="713"/>
            <ac:spMk id="3116" creationId="{F1B5FD64-F54B-F678-10B2-5E92588CEA1F}"/>
          </ac:spMkLst>
        </pc:spChg>
        <pc:spChg chg="add del mod">
          <ac:chgData name="Hasan Jamal" userId="6724a5da2ffd1b8f" providerId="LiveId" clId="{8D2F41AC-23D9-4DAF-938C-610805449A32}" dt="2025-04-07T11:35:21.888" v="4281" actId="478"/>
          <ac:spMkLst>
            <pc:docMk/>
            <pc:sldMk cId="128208520" sldId="713"/>
            <ac:spMk id="3117" creationId="{B2F6143F-C83C-00A0-8F6C-8C866904B7C1}"/>
          </ac:spMkLst>
        </pc:spChg>
        <pc:spChg chg="del">
          <ac:chgData name="Hasan Jamal" userId="6724a5da2ffd1b8f" providerId="LiveId" clId="{8D2F41AC-23D9-4DAF-938C-610805449A32}" dt="2025-04-07T11:35:21.888" v="4281" actId="478"/>
          <ac:spMkLst>
            <pc:docMk/>
            <pc:sldMk cId="128208520" sldId="713"/>
            <ac:spMk id="3118" creationId="{A4692AC4-EC66-1924-0F18-D81DFA647801}"/>
          </ac:spMkLst>
        </pc:spChg>
        <pc:spChg chg="mod">
          <ac:chgData name="Hasan Jamal" userId="6724a5da2ffd1b8f" providerId="LiveId" clId="{8D2F41AC-23D9-4DAF-938C-610805449A32}" dt="2025-04-07T11:31:37.264" v="4250" actId="1076"/>
          <ac:spMkLst>
            <pc:docMk/>
            <pc:sldMk cId="128208520" sldId="713"/>
            <ac:spMk id="3124" creationId="{D83BC505-E2D8-1748-75E8-FD743E0FF4AB}"/>
          </ac:spMkLst>
        </pc:spChg>
        <pc:spChg chg="mod">
          <ac:chgData name="Hasan Jamal" userId="6724a5da2ffd1b8f" providerId="LiveId" clId="{8D2F41AC-23D9-4DAF-938C-610805449A32}" dt="2025-04-07T11:31:37.264" v="4250" actId="1076"/>
          <ac:spMkLst>
            <pc:docMk/>
            <pc:sldMk cId="128208520" sldId="713"/>
            <ac:spMk id="3126" creationId="{79F1E7ED-7E0B-FE5E-3D62-858559BBB2AD}"/>
          </ac:spMkLst>
        </pc:spChg>
        <pc:spChg chg="mod">
          <ac:chgData name="Hasan Jamal" userId="6724a5da2ffd1b8f" providerId="LiveId" clId="{8D2F41AC-23D9-4DAF-938C-610805449A32}" dt="2025-04-07T11:31:37.264" v="4250" actId="1076"/>
          <ac:spMkLst>
            <pc:docMk/>
            <pc:sldMk cId="128208520" sldId="713"/>
            <ac:spMk id="3129" creationId="{5FB0608D-4E03-8FF9-93B2-A65BB447BB50}"/>
          </ac:spMkLst>
        </pc:spChg>
        <pc:spChg chg="mod">
          <ac:chgData name="Hasan Jamal" userId="6724a5da2ffd1b8f" providerId="LiveId" clId="{8D2F41AC-23D9-4DAF-938C-610805449A32}" dt="2025-04-07T11:31:37.264" v="4250" actId="1076"/>
          <ac:spMkLst>
            <pc:docMk/>
            <pc:sldMk cId="128208520" sldId="713"/>
            <ac:spMk id="3136" creationId="{DC29FA77-DEDB-4FC5-B197-81A3C29C23DA}"/>
          </ac:spMkLst>
        </pc:spChg>
        <pc:grpChg chg="mod">
          <ac:chgData name="Hasan Jamal" userId="6724a5da2ffd1b8f" providerId="LiveId" clId="{8D2F41AC-23D9-4DAF-938C-610805449A32}" dt="2025-04-07T11:34:10.896" v="4280" actId="207"/>
          <ac:grpSpMkLst>
            <pc:docMk/>
            <pc:sldMk cId="128208520" sldId="713"/>
            <ac:grpSpMk id="44" creationId="{137600AC-45AF-52EB-4A60-B5942C1CEEC5}"/>
          </ac:grpSpMkLst>
        </pc:grpChg>
        <pc:grpChg chg="del mod">
          <ac:chgData name="Hasan Jamal" userId="6724a5da2ffd1b8f" providerId="LiveId" clId="{8D2F41AC-23D9-4DAF-938C-610805449A32}" dt="2025-04-07T11:35:21.888" v="4281" actId="478"/>
          <ac:grpSpMkLst>
            <pc:docMk/>
            <pc:sldMk cId="128208520" sldId="713"/>
            <ac:grpSpMk id="3096" creationId="{A516DE5A-001B-BAE8-C857-4EF44917C709}"/>
          </ac:grpSpMkLst>
        </pc:grpChg>
        <pc:grpChg chg="del">
          <ac:chgData name="Hasan Jamal" userId="6724a5da2ffd1b8f" providerId="LiveId" clId="{8D2F41AC-23D9-4DAF-938C-610805449A32}" dt="2025-04-07T11:35:21.888" v="4281" actId="478"/>
          <ac:grpSpMkLst>
            <pc:docMk/>
            <pc:sldMk cId="128208520" sldId="713"/>
            <ac:grpSpMk id="3111" creationId="{8A727A45-4664-C82C-2E95-722A2D288B35}"/>
          </ac:grpSpMkLst>
        </pc:grpChg>
        <pc:grpChg chg="del">
          <ac:chgData name="Hasan Jamal" userId="6724a5da2ffd1b8f" providerId="LiveId" clId="{8D2F41AC-23D9-4DAF-938C-610805449A32}" dt="2025-04-07T11:35:21.888" v="4281" actId="478"/>
          <ac:grpSpMkLst>
            <pc:docMk/>
            <pc:sldMk cId="128208520" sldId="713"/>
            <ac:grpSpMk id="3119" creationId="{8E4C911A-D56D-6D0C-F296-74E1DD679199}"/>
          </ac:grpSpMkLst>
        </pc:grpChg>
        <pc:grpChg chg="del">
          <ac:chgData name="Hasan Jamal" userId="6724a5da2ffd1b8f" providerId="LiveId" clId="{8D2F41AC-23D9-4DAF-938C-610805449A32}" dt="2025-04-07T11:35:21.888" v="4281" actId="478"/>
          <ac:grpSpMkLst>
            <pc:docMk/>
            <pc:sldMk cId="128208520" sldId="713"/>
            <ac:grpSpMk id="3132" creationId="{DAF3FF35-A136-EC43-E9FB-367F6C8F9EA9}"/>
          </ac:grpSpMkLst>
        </pc:grpChg>
        <pc:grpChg chg="del">
          <ac:chgData name="Hasan Jamal" userId="6724a5da2ffd1b8f" providerId="LiveId" clId="{8D2F41AC-23D9-4DAF-938C-610805449A32}" dt="2025-04-07T11:35:21.888" v="4281" actId="478"/>
          <ac:grpSpMkLst>
            <pc:docMk/>
            <pc:sldMk cId="128208520" sldId="713"/>
            <ac:grpSpMk id="3135" creationId="{84A0494F-B383-EAA4-38B6-3E5111F9CEEA}"/>
          </ac:grpSpMkLst>
        </pc:grpChg>
        <pc:grpChg chg="del">
          <ac:chgData name="Hasan Jamal" userId="6724a5da2ffd1b8f" providerId="LiveId" clId="{8D2F41AC-23D9-4DAF-938C-610805449A32}" dt="2025-04-07T11:35:21.888" v="4281" actId="478"/>
          <ac:grpSpMkLst>
            <pc:docMk/>
            <pc:sldMk cId="128208520" sldId="713"/>
            <ac:grpSpMk id="3138" creationId="{8C8F2E75-788A-F33B-B30D-1529EFD09ACE}"/>
          </ac:grpSpMkLst>
        </pc:grpChg>
        <pc:graphicFrameChg chg="mod modGraphic">
          <ac:chgData name="Hasan Jamal" userId="6724a5da2ffd1b8f" providerId="LiveId" clId="{8D2F41AC-23D9-4DAF-938C-610805449A32}" dt="2025-04-07T11:54:23.467" v="4490" actId="1035"/>
          <ac:graphicFrameMkLst>
            <pc:docMk/>
            <pc:sldMk cId="128208520" sldId="713"/>
            <ac:graphicFrameMk id="6" creationId="{69C54825-6718-1A7C-24A7-FE03B390C249}"/>
          </ac:graphicFrameMkLst>
        </pc:graphicFrameChg>
        <pc:graphicFrameChg chg="mod modGraphic">
          <ac:chgData name="Hasan Jamal" userId="6724a5da2ffd1b8f" providerId="LiveId" clId="{8D2F41AC-23D9-4DAF-938C-610805449A32}" dt="2025-04-07T11:54:23.467" v="4490" actId="1035"/>
          <ac:graphicFrameMkLst>
            <pc:docMk/>
            <pc:sldMk cId="128208520" sldId="713"/>
            <ac:graphicFrameMk id="3099" creationId="{30EC0754-48E3-080D-F9E9-40A758C383C0}"/>
          </ac:graphicFrameMkLst>
        </pc:graphicFrameChg>
        <pc:graphicFrameChg chg="mod modGraphic">
          <ac:chgData name="Hasan Jamal" userId="6724a5da2ffd1b8f" providerId="LiveId" clId="{8D2F41AC-23D9-4DAF-938C-610805449A32}" dt="2025-04-07T11:54:23.467" v="4490" actId="1035"/>
          <ac:graphicFrameMkLst>
            <pc:docMk/>
            <pc:sldMk cId="128208520" sldId="713"/>
            <ac:graphicFrameMk id="3101" creationId="{1D0C32C9-FA07-BBA2-6283-15D866DBC094}"/>
          </ac:graphicFrameMkLst>
        </pc:graphicFrameChg>
        <pc:graphicFrameChg chg="mod modGraphic">
          <ac:chgData name="Hasan Jamal" userId="6724a5da2ffd1b8f" providerId="LiveId" clId="{8D2F41AC-23D9-4DAF-938C-610805449A32}" dt="2025-04-07T11:54:23.467" v="4490" actId="1035"/>
          <ac:graphicFrameMkLst>
            <pc:docMk/>
            <pc:sldMk cId="128208520" sldId="713"/>
            <ac:graphicFrameMk id="3103" creationId="{1EB90487-9265-DAE3-1861-97ED968D33B0}"/>
          </ac:graphicFrameMkLst>
        </pc:graphicFrameChg>
      </pc:sldChg>
      <pc:sldChg chg="addSp delSp modSp add del mod delAnim modAnim">
        <pc:chgData name="Hasan Jamal" userId="6724a5da2ffd1b8f" providerId="LiveId" clId="{8D2F41AC-23D9-4DAF-938C-610805449A32}" dt="2025-04-07T11:28:36.713" v="4144" actId="47"/>
        <pc:sldMkLst>
          <pc:docMk/>
          <pc:sldMk cId="267656216" sldId="714"/>
        </pc:sldMkLst>
        <pc:spChg chg="mod">
          <ac:chgData name="Hasan Jamal" userId="6724a5da2ffd1b8f" providerId="LiveId" clId="{8D2F41AC-23D9-4DAF-938C-610805449A32}" dt="2025-04-07T11:10:47.348" v="4037" actId="20577"/>
          <ac:spMkLst>
            <pc:docMk/>
            <pc:sldMk cId="267656216" sldId="714"/>
            <ac:spMk id="2" creationId="{0E6AD33F-F386-62EF-8335-04403BA216C0}"/>
          </ac:spMkLst>
        </pc:spChg>
        <pc:spChg chg="del">
          <ac:chgData name="Hasan Jamal" userId="6724a5da2ffd1b8f" providerId="LiveId" clId="{8D2F41AC-23D9-4DAF-938C-610805449A32}" dt="2025-04-07T11:08:31.481" v="4012" actId="478"/>
          <ac:spMkLst>
            <pc:docMk/>
            <pc:sldMk cId="267656216" sldId="714"/>
            <ac:spMk id="5" creationId="{D5F3D55F-23D7-765B-1EA0-FA944BD4B603}"/>
          </ac:spMkLst>
        </pc:spChg>
        <pc:spChg chg="del">
          <ac:chgData name="Hasan Jamal" userId="6724a5da2ffd1b8f" providerId="LiveId" clId="{8D2F41AC-23D9-4DAF-938C-610805449A32}" dt="2025-04-07T11:08:28.050" v="4011" actId="478"/>
          <ac:spMkLst>
            <pc:docMk/>
            <pc:sldMk cId="267656216" sldId="714"/>
            <ac:spMk id="12" creationId="{5F4AC6A5-1E78-15EC-8861-2A3176CD9B91}"/>
          </ac:spMkLst>
        </pc:spChg>
        <pc:spChg chg="del">
          <ac:chgData name="Hasan Jamal" userId="6724a5da2ffd1b8f" providerId="LiveId" clId="{8D2F41AC-23D9-4DAF-938C-610805449A32}" dt="2025-04-07T11:08:51.394" v="4015" actId="478"/>
          <ac:spMkLst>
            <pc:docMk/>
            <pc:sldMk cId="267656216" sldId="714"/>
            <ac:spMk id="20" creationId="{410BCDF2-8C43-0EAC-1467-57B99EBC0F5C}"/>
          </ac:spMkLst>
        </pc:spChg>
        <pc:spChg chg="del">
          <ac:chgData name="Hasan Jamal" userId="6724a5da2ffd1b8f" providerId="LiveId" clId="{8D2F41AC-23D9-4DAF-938C-610805449A32}" dt="2025-04-07T11:08:51.394" v="4015" actId="478"/>
          <ac:spMkLst>
            <pc:docMk/>
            <pc:sldMk cId="267656216" sldId="714"/>
            <ac:spMk id="21" creationId="{76EE7220-E684-067E-8B22-33F102C184DE}"/>
          </ac:spMkLst>
        </pc:spChg>
        <pc:spChg chg="del">
          <ac:chgData name="Hasan Jamal" userId="6724a5da2ffd1b8f" providerId="LiveId" clId="{8D2F41AC-23D9-4DAF-938C-610805449A32}" dt="2025-04-07T11:08:51.394" v="4015" actId="478"/>
          <ac:spMkLst>
            <pc:docMk/>
            <pc:sldMk cId="267656216" sldId="714"/>
            <ac:spMk id="22" creationId="{23955BA7-DABA-2372-D9E2-96BFFD843B77}"/>
          </ac:spMkLst>
        </pc:spChg>
        <pc:spChg chg="mod">
          <ac:chgData name="Hasan Jamal" userId="6724a5da2ffd1b8f" providerId="LiveId" clId="{8D2F41AC-23D9-4DAF-938C-610805449A32}" dt="2025-04-07T11:09:02.516" v="4016"/>
          <ac:spMkLst>
            <pc:docMk/>
            <pc:sldMk cId="267656216" sldId="714"/>
            <ac:spMk id="49" creationId="{A1C90656-BD35-9BAB-E4D1-11A3511160D4}"/>
          </ac:spMkLst>
        </pc:spChg>
        <pc:spChg chg="mod">
          <ac:chgData name="Hasan Jamal" userId="6724a5da2ffd1b8f" providerId="LiveId" clId="{8D2F41AC-23D9-4DAF-938C-610805449A32}" dt="2025-04-07T11:09:02.516" v="4016"/>
          <ac:spMkLst>
            <pc:docMk/>
            <pc:sldMk cId="267656216" sldId="714"/>
            <ac:spMk id="53" creationId="{9250008C-BCD6-EA1E-6B70-DE838E207978}"/>
          </ac:spMkLst>
        </pc:spChg>
        <pc:spChg chg="mod">
          <ac:chgData name="Hasan Jamal" userId="6724a5da2ffd1b8f" providerId="LiveId" clId="{8D2F41AC-23D9-4DAF-938C-610805449A32}" dt="2025-04-07T11:09:02.516" v="4016"/>
          <ac:spMkLst>
            <pc:docMk/>
            <pc:sldMk cId="267656216" sldId="714"/>
            <ac:spMk id="54" creationId="{5A476961-7B5B-F194-3FBC-973637611A16}"/>
          </ac:spMkLst>
        </pc:spChg>
        <pc:spChg chg="mod">
          <ac:chgData name="Hasan Jamal" userId="6724a5da2ffd1b8f" providerId="LiveId" clId="{8D2F41AC-23D9-4DAF-938C-610805449A32}" dt="2025-04-07T11:09:02.516" v="4016"/>
          <ac:spMkLst>
            <pc:docMk/>
            <pc:sldMk cId="267656216" sldId="714"/>
            <ac:spMk id="55" creationId="{C90FC460-98C9-7B8A-8F14-4040EE95A2FA}"/>
          </ac:spMkLst>
        </pc:spChg>
        <pc:spChg chg="mod">
          <ac:chgData name="Hasan Jamal" userId="6724a5da2ffd1b8f" providerId="LiveId" clId="{8D2F41AC-23D9-4DAF-938C-610805449A32}" dt="2025-04-07T11:09:02.516" v="4016"/>
          <ac:spMkLst>
            <pc:docMk/>
            <pc:sldMk cId="267656216" sldId="714"/>
            <ac:spMk id="58" creationId="{89FE71C5-E87F-F009-54C1-BD39F5C46E5B}"/>
          </ac:spMkLst>
        </pc:spChg>
        <pc:spChg chg="del">
          <ac:chgData name="Hasan Jamal" userId="6724a5da2ffd1b8f" providerId="LiveId" clId="{8D2F41AC-23D9-4DAF-938C-610805449A32}" dt="2025-04-07T11:20:30.355" v="4074" actId="478"/>
          <ac:spMkLst>
            <pc:docMk/>
            <pc:sldMk cId="267656216" sldId="714"/>
            <ac:spMk id="61" creationId="{98C5DA35-43E1-F09E-03A6-FD4707A74FBF}"/>
          </ac:spMkLst>
        </pc:spChg>
        <pc:spChg chg="del">
          <ac:chgData name="Hasan Jamal" userId="6724a5da2ffd1b8f" providerId="LiveId" clId="{8D2F41AC-23D9-4DAF-938C-610805449A32}" dt="2025-04-07T11:20:30.355" v="4074" actId="478"/>
          <ac:spMkLst>
            <pc:docMk/>
            <pc:sldMk cId="267656216" sldId="714"/>
            <ac:spMk id="62" creationId="{F9211453-2456-15BE-3E29-A29761C5D1DE}"/>
          </ac:spMkLst>
        </pc:spChg>
        <pc:spChg chg="add del mod">
          <ac:chgData name="Hasan Jamal" userId="6724a5da2ffd1b8f" providerId="LiveId" clId="{8D2F41AC-23D9-4DAF-938C-610805449A32}" dt="2025-04-07T11:20:30.355" v="4074" actId="478"/>
          <ac:spMkLst>
            <pc:docMk/>
            <pc:sldMk cId="267656216" sldId="714"/>
            <ac:spMk id="63" creationId="{DDD53E9E-F706-2CA5-DEB3-CFBD84602AE2}"/>
          </ac:spMkLst>
        </pc:spChg>
        <pc:spChg chg="mod">
          <ac:chgData name="Hasan Jamal" userId="6724a5da2ffd1b8f" providerId="LiveId" clId="{8D2F41AC-23D9-4DAF-938C-610805449A32}" dt="2025-04-07T11:09:02.516" v="4016"/>
          <ac:spMkLst>
            <pc:docMk/>
            <pc:sldMk cId="267656216" sldId="714"/>
            <ac:spMk id="3079" creationId="{ED10BBA6-93A9-01FE-A77A-B87EE6935DF5}"/>
          </ac:spMkLst>
        </pc:spChg>
        <pc:spChg chg="mod">
          <ac:chgData name="Hasan Jamal" userId="6724a5da2ffd1b8f" providerId="LiveId" clId="{8D2F41AC-23D9-4DAF-938C-610805449A32}" dt="2025-04-07T11:09:02.516" v="4016"/>
          <ac:spMkLst>
            <pc:docMk/>
            <pc:sldMk cId="267656216" sldId="714"/>
            <ac:spMk id="3081" creationId="{CEAD60E5-AB4A-316D-6160-A2E34C7075CA}"/>
          </ac:spMkLst>
        </pc:spChg>
        <pc:spChg chg="mod">
          <ac:chgData name="Hasan Jamal" userId="6724a5da2ffd1b8f" providerId="LiveId" clId="{8D2F41AC-23D9-4DAF-938C-610805449A32}" dt="2025-04-07T11:09:02.516" v="4016"/>
          <ac:spMkLst>
            <pc:docMk/>
            <pc:sldMk cId="267656216" sldId="714"/>
            <ac:spMk id="3082" creationId="{EA6F7A80-649F-4398-A9E1-673D1A043408}"/>
          </ac:spMkLst>
        </pc:spChg>
        <pc:spChg chg="mod">
          <ac:chgData name="Hasan Jamal" userId="6724a5da2ffd1b8f" providerId="LiveId" clId="{8D2F41AC-23D9-4DAF-938C-610805449A32}" dt="2025-04-07T11:09:02.516" v="4016"/>
          <ac:spMkLst>
            <pc:docMk/>
            <pc:sldMk cId="267656216" sldId="714"/>
            <ac:spMk id="3093" creationId="{3F43A1EE-849D-FBAB-5AF2-922B2A00F97F}"/>
          </ac:spMkLst>
        </pc:spChg>
        <pc:spChg chg="mod">
          <ac:chgData name="Hasan Jamal" userId="6724a5da2ffd1b8f" providerId="LiveId" clId="{8D2F41AC-23D9-4DAF-938C-610805449A32}" dt="2025-04-07T11:21:01.590" v="4138" actId="1037"/>
          <ac:spMkLst>
            <pc:docMk/>
            <pc:sldMk cId="267656216" sldId="714"/>
            <ac:spMk id="3097" creationId="{AF5545F7-3AA9-AF42-1ED2-42E9D02F3CDF}"/>
          </ac:spMkLst>
        </pc:spChg>
        <pc:spChg chg="mod">
          <ac:chgData name="Hasan Jamal" userId="6724a5da2ffd1b8f" providerId="LiveId" clId="{8D2F41AC-23D9-4DAF-938C-610805449A32}" dt="2025-04-07T11:21:01.590" v="4138" actId="1037"/>
          <ac:spMkLst>
            <pc:docMk/>
            <pc:sldMk cId="267656216" sldId="714"/>
            <ac:spMk id="3106" creationId="{D04D7F49-9846-20C1-7549-A10BA616C77F}"/>
          </ac:spMkLst>
        </pc:spChg>
        <pc:spChg chg="mod">
          <ac:chgData name="Hasan Jamal" userId="6724a5da2ffd1b8f" providerId="LiveId" clId="{8D2F41AC-23D9-4DAF-938C-610805449A32}" dt="2025-04-07T11:21:01.590" v="4138" actId="1037"/>
          <ac:spMkLst>
            <pc:docMk/>
            <pc:sldMk cId="267656216" sldId="714"/>
            <ac:spMk id="3107" creationId="{625B5C41-F327-AE47-EBEF-0B59F5A82D4A}"/>
          </ac:spMkLst>
        </pc:spChg>
        <pc:spChg chg="mod">
          <ac:chgData name="Hasan Jamal" userId="6724a5da2ffd1b8f" providerId="LiveId" clId="{8D2F41AC-23D9-4DAF-938C-610805449A32}" dt="2025-04-07T11:21:01.590" v="4138" actId="1037"/>
          <ac:spMkLst>
            <pc:docMk/>
            <pc:sldMk cId="267656216" sldId="714"/>
            <ac:spMk id="3111" creationId="{A2FAACB0-1D3B-262E-05B5-12C3E3600794}"/>
          </ac:spMkLst>
        </pc:spChg>
        <pc:spChg chg="mod">
          <ac:chgData name="Hasan Jamal" userId="6724a5da2ffd1b8f" providerId="LiveId" clId="{8D2F41AC-23D9-4DAF-938C-610805449A32}" dt="2025-04-07T11:21:01.590" v="4138" actId="1037"/>
          <ac:spMkLst>
            <pc:docMk/>
            <pc:sldMk cId="267656216" sldId="714"/>
            <ac:spMk id="3113" creationId="{0F43E3BE-07FD-2B1A-053C-AA685F754F24}"/>
          </ac:spMkLst>
        </pc:spChg>
        <pc:spChg chg="add mod">
          <ac:chgData name="Hasan Jamal" userId="6724a5da2ffd1b8f" providerId="LiveId" clId="{8D2F41AC-23D9-4DAF-938C-610805449A32}" dt="2025-04-07T11:21:01.590" v="4138" actId="1037"/>
          <ac:spMkLst>
            <pc:docMk/>
            <pc:sldMk cId="267656216" sldId="714"/>
            <ac:spMk id="3117" creationId="{3ABB373D-D0DA-A3B6-D5ED-AC7B555A2414}"/>
          </ac:spMkLst>
        </pc:spChg>
        <pc:spChg chg="mod">
          <ac:chgData name="Hasan Jamal" userId="6724a5da2ffd1b8f" providerId="LiveId" clId="{8D2F41AC-23D9-4DAF-938C-610805449A32}" dt="2025-04-07T11:21:01.590" v="4138" actId="1037"/>
          <ac:spMkLst>
            <pc:docMk/>
            <pc:sldMk cId="267656216" sldId="714"/>
            <ac:spMk id="3126" creationId="{169AF75C-1D47-25E7-9CAC-0A07D73D4A04}"/>
          </ac:spMkLst>
        </pc:spChg>
        <pc:spChg chg="mod">
          <ac:chgData name="Hasan Jamal" userId="6724a5da2ffd1b8f" providerId="LiveId" clId="{8D2F41AC-23D9-4DAF-938C-610805449A32}" dt="2025-04-07T11:21:01.590" v="4138" actId="1037"/>
          <ac:spMkLst>
            <pc:docMk/>
            <pc:sldMk cId="267656216" sldId="714"/>
            <ac:spMk id="3127" creationId="{066B455C-EDAB-4CFE-CA57-29FA3EA7D280}"/>
          </ac:spMkLst>
        </pc:spChg>
        <pc:spChg chg="mod">
          <ac:chgData name="Hasan Jamal" userId="6724a5da2ffd1b8f" providerId="LiveId" clId="{8D2F41AC-23D9-4DAF-938C-610805449A32}" dt="2025-04-07T11:21:01.590" v="4138" actId="1037"/>
          <ac:spMkLst>
            <pc:docMk/>
            <pc:sldMk cId="267656216" sldId="714"/>
            <ac:spMk id="3132" creationId="{89306318-8428-7D71-ABCC-58878B3290C9}"/>
          </ac:spMkLst>
        </pc:spChg>
        <pc:spChg chg="mod">
          <ac:chgData name="Hasan Jamal" userId="6724a5da2ffd1b8f" providerId="LiveId" clId="{8D2F41AC-23D9-4DAF-938C-610805449A32}" dt="2025-04-07T11:21:01.590" v="4138" actId="1037"/>
          <ac:spMkLst>
            <pc:docMk/>
            <pc:sldMk cId="267656216" sldId="714"/>
            <ac:spMk id="3138" creationId="{33C6318E-BE3E-D894-8E47-BFA44D99B32C}"/>
          </ac:spMkLst>
        </pc:spChg>
        <pc:grpChg chg="del">
          <ac:chgData name="Hasan Jamal" userId="6724a5da2ffd1b8f" providerId="LiveId" clId="{8D2F41AC-23D9-4DAF-938C-610805449A32}" dt="2025-04-07T11:20:30.355" v="4074" actId="478"/>
          <ac:grpSpMkLst>
            <pc:docMk/>
            <pc:sldMk cId="267656216" sldId="714"/>
            <ac:grpSpMk id="4" creationId="{710A53FA-5C56-72BE-FF17-34E4EE9CA8CD}"/>
          </ac:grpSpMkLst>
        </pc:grpChg>
        <pc:grpChg chg="del">
          <ac:chgData name="Hasan Jamal" userId="6724a5da2ffd1b8f" providerId="LiveId" clId="{8D2F41AC-23D9-4DAF-938C-610805449A32}" dt="2025-04-07T11:08:51.394" v="4015" actId="478"/>
          <ac:grpSpMkLst>
            <pc:docMk/>
            <pc:sldMk cId="267656216" sldId="714"/>
            <ac:grpSpMk id="27" creationId="{062D03A0-25B5-287A-7550-981D0213EC55}"/>
          </ac:grpSpMkLst>
        </pc:grpChg>
        <pc:grpChg chg="del">
          <ac:chgData name="Hasan Jamal" userId="6724a5da2ffd1b8f" providerId="LiveId" clId="{8D2F41AC-23D9-4DAF-938C-610805449A32}" dt="2025-04-07T11:08:51.394" v="4015" actId="478"/>
          <ac:grpSpMkLst>
            <pc:docMk/>
            <pc:sldMk cId="267656216" sldId="714"/>
            <ac:grpSpMk id="28" creationId="{99C03EBC-DA88-3497-274F-F73E617DBC25}"/>
          </ac:grpSpMkLst>
        </pc:grpChg>
        <pc:grpChg chg="del">
          <ac:chgData name="Hasan Jamal" userId="6724a5da2ffd1b8f" providerId="LiveId" clId="{8D2F41AC-23D9-4DAF-938C-610805449A32}" dt="2025-04-07T11:08:51.394" v="4015" actId="478"/>
          <ac:grpSpMkLst>
            <pc:docMk/>
            <pc:sldMk cId="267656216" sldId="714"/>
            <ac:grpSpMk id="29" creationId="{8D9156C7-5F3E-4E02-83C0-4E2E61A69EEC}"/>
          </ac:grpSpMkLst>
        </pc:grpChg>
        <pc:grpChg chg="del">
          <ac:chgData name="Hasan Jamal" userId="6724a5da2ffd1b8f" providerId="LiveId" clId="{8D2F41AC-23D9-4DAF-938C-610805449A32}" dt="2025-04-07T11:08:51.394" v="4015" actId="478"/>
          <ac:grpSpMkLst>
            <pc:docMk/>
            <pc:sldMk cId="267656216" sldId="714"/>
            <ac:grpSpMk id="44" creationId="{36805168-35A4-90E2-3F03-7181EAA76CA4}"/>
          </ac:grpSpMkLst>
        </pc:grpChg>
        <pc:grpChg chg="del">
          <ac:chgData name="Hasan Jamal" userId="6724a5da2ffd1b8f" providerId="LiveId" clId="{8D2F41AC-23D9-4DAF-938C-610805449A32}" dt="2025-04-07T11:08:51.394" v="4015" actId="478"/>
          <ac:grpSpMkLst>
            <pc:docMk/>
            <pc:sldMk cId="267656216" sldId="714"/>
            <ac:grpSpMk id="45" creationId="{6C7F8380-BD44-F762-B9E0-87FAA095C132}"/>
          </ac:grpSpMkLst>
        </pc:grpChg>
        <pc:grpChg chg="del">
          <ac:chgData name="Hasan Jamal" userId="6724a5da2ffd1b8f" providerId="LiveId" clId="{8D2F41AC-23D9-4DAF-938C-610805449A32}" dt="2025-04-07T11:08:51.394" v="4015" actId="478"/>
          <ac:grpSpMkLst>
            <pc:docMk/>
            <pc:sldMk cId="267656216" sldId="714"/>
            <ac:grpSpMk id="46" creationId="{66B9E3A9-31F4-68FC-979B-130DAE9F4C96}"/>
          </ac:grpSpMkLst>
        </pc:grpChg>
        <pc:grpChg chg="del">
          <ac:chgData name="Hasan Jamal" userId="6724a5da2ffd1b8f" providerId="LiveId" clId="{8D2F41AC-23D9-4DAF-938C-610805449A32}" dt="2025-04-07T11:20:30.355" v="4074" actId="478"/>
          <ac:grpSpMkLst>
            <pc:docMk/>
            <pc:sldMk cId="267656216" sldId="714"/>
            <ac:grpSpMk id="56" creationId="{655851C2-1746-8D02-728B-AF68BBDDA02F}"/>
          </ac:grpSpMkLst>
        </pc:grpChg>
        <pc:grpChg chg="del">
          <ac:chgData name="Hasan Jamal" userId="6724a5da2ffd1b8f" providerId="LiveId" clId="{8D2F41AC-23D9-4DAF-938C-610805449A32}" dt="2025-04-07T11:20:30.355" v="4074" actId="478"/>
          <ac:grpSpMkLst>
            <pc:docMk/>
            <pc:sldMk cId="267656216" sldId="714"/>
            <ac:grpSpMk id="3072" creationId="{747D8B25-B6F4-7FD8-1A99-D17DB355DA4F}"/>
          </ac:grpSpMkLst>
        </pc:grpChg>
        <pc:grpChg chg="del">
          <ac:chgData name="Hasan Jamal" userId="6724a5da2ffd1b8f" providerId="LiveId" clId="{8D2F41AC-23D9-4DAF-938C-610805449A32}" dt="2025-04-07T11:20:30.355" v="4074" actId="478"/>
          <ac:grpSpMkLst>
            <pc:docMk/>
            <pc:sldMk cId="267656216" sldId="714"/>
            <ac:grpSpMk id="3086" creationId="{33727B4E-84C9-0D0C-EDDC-C28D37B198D1}"/>
          </ac:grpSpMkLst>
        </pc:grpChg>
        <pc:grpChg chg="del">
          <ac:chgData name="Hasan Jamal" userId="6724a5da2ffd1b8f" providerId="LiveId" clId="{8D2F41AC-23D9-4DAF-938C-610805449A32}" dt="2025-04-07T11:20:30.355" v="4074" actId="478"/>
          <ac:grpSpMkLst>
            <pc:docMk/>
            <pc:sldMk cId="267656216" sldId="714"/>
            <ac:grpSpMk id="3089" creationId="{B7D26F3D-36C6-8853-3A39-73931C53F36F}"/>
          </ac:grpSpMkLst>
        </pc:grpChg>
        <pc:grpChg chg="del">
          <ac:chgData name="Hasan Jamal" userId="6724a5da2ffd1b8f" providerId="LiveId" clId="{8D2F41AC-23D9-4DAF-938C-610805449A32}" dt="2025-04-07T11:20:30.355" v="4074" actId="478"/>
          <ac:grpSpMkLst>
            <pc:docMk/>
            <pc:sldMk cId="267656216" sldId="714"/>
            <ac:grpSpMk id="3092" creationId="{54D870BE-BDAF-DB59-6E17-528C29E78814}"/>
          </ac:grpSpMkLst>
        </pc:grpChg>
        <pc:graphicFrameChg chg="modGraphic">
          <ac:chgData name="Hasan Jamal" userId="6724a5da2ffd1b8f" providerId="LiveId" clId="{8D2F41AC-23D9-4DAF-938C-610805449A32}" dt="2025-04-07T11:08:37.643" v="4014" actId="20577"/>
          <ac:graphicFrameMkLst>
            <pc:docMk/>
            <pc:sldMk cId="267656216" sldId="714"/>
            <ac:graphicFrameMk id="6" creationId="{8DCE1540-2348-D146-8AAB-0F21220D48A7}"/>
          </ac:graphicFrameMkLst>
        </pc:graphicFrameChg>
        <pc:graphicFrameChg chg="modGraphic">
          <ac:chgData name="Hasan Jamal" userId="6724a5da2ffd1b8f" providerId="LiveId" clId="{8D2F41AC-23D9-4DAF-938C-610805449A32}" dt="2025-04-07T11:22:57.964" v="4143" actId="20577"/>
          <ac:graphicFrameMkLst>
            <pc:docMk/>
            <pc:sldMk cId="267656216" sldId="714"/>
            <ac:graphicFrameMk id="3099" creationId="{9291FA59-C17B-976A-4DC4-E3C7010090D6}"/>
          </ac:graphicFrameMkLst>
        </pc:graphicFrameChg>
      </pc:sldChg>
      <pc:sldChg chg="addSp delSp modSp add mod delAnim modAnim">
        <pc:chgData name="Hasan Jamal" userId="6724a5da2ffd1b8f" providerId="LiveId" clId="{8D2F41AC-23D9-4DAF-938C-610805449A32}" dt="2025-04-07T12:18:36.199" v="4792" actId="20577"/>
        <pc:sldMkLst>
          <pc:docMk/>
          <pc:sldMk cId="3515278928" sldId="714"/>
        </pc:sldMkLst>
        <pc:spChg chg="mod">
          <ac:chgData name="Hasan Jamal" userId="6724a5da2ffd1b8f" providerId="LiveId" clId="{8D2F41AC-23D9-4DAF-938C-610805449A32}" dt="2025-04-07T12:07:28.098" v="4682" actId="20577"/>
          <ac:spMkLst>
            <pc:docMk/>
            <pc:sldMk cId="3515278928" sldId="714"/>
            <ac:spMk id="2" creationId="{5A66B61F-79A1-8BB1-A413-314A49DD75BF}"/>
          </ac:spMkLst>
        </pc:spChg>
        <pc:spChg chg="del">
          <ac:chgData name="Hasan Jamal" userId="6724a5da2ffd1b8f" providerId="LiveId" clId="{8D2F41AC-23D9-4DAF-938C-610805449A32}" dt="2025-04-07T11:56:52.789" v="4519" actId="478"/>
          <ac:spMkLst>
            <pc:docMk/>
            <pc:sldMk cId="3515278928" sldId="714"/>
            <ac:spMk id="5" creationId="{5F6456AF-B997-9193-E547-DEAEA6F976A5}"/>
          </ac:spMkLst>
        </pc:spChg>
        <pc:spChg chg="del">
          <ac:chgData name="Hasan Jamal" userId="6724a5da2ffd1b8f" providerId="LiveId" clId="{8D2F41AC-23D9-4DAF-938C-610805449A32}" dt="2025-04-07T11:56:52.789" v="4519" actId="478"/>
          <ac:spMkLst>
            <pc:docMk/>
            <pc:sldMk cId="3515278928" sldId="714"/>
            <ac:spMk id="12" creationId="{A069B81B-EA88-FED2-3542-E9000DE99A32}"/>
          </ac:spMkLst>
        </pc:spChg>
        <pc:spChg chg="del">
          <ac:chgData name="Hasan Jamal" userId="6724a5da2ffd1b8f" providerId="LiveId" clId="{8D2F41AC-23D9-4DAF-938C-610805449A32}" dt="2025-04-07T11:42:32.291" v="4318" actId="478"/>
          <ac:spMkLst>
            <pc:docMk/>
            <pc:sldMk cId="3515278928" sldId="714"/>
            <ac:spMk id="20" creationId="{4D8E7CE2-DFD0-18F5-F371-D04F428A4E72}"/>
          </ac:spMkLst>
        </pc:spChg>
        <pc:spChg chg="del">
          <ac:chgData name="Hasan Jamal" userId="6724a5da2ffd1b8f" providerId="LiveId" clId="{8D2F41AC-23D9-4DAF-938C-610805449A32}" dt="2025-04-07T11:42:32.291" v="4318" actId="478"/>
          <ac:spMkLst>
            <pc:docMk/>
            <pc:sldMk cId="3515278928" sldId="714"/>
            <ac:spMk id="21" creationId="{DDB9FD9E-6355-913E-2324-62E68458CCC9}"/>
          </ac:spMkLst>
        </pc:spChg>
        <pc:spChg chg="del">
          <ac:chgData name="Hasan Jamal" userId="6724a5da2ffd1b8f" providerId="LiveId" clId="{8D2F41AC-23D9-4DAF-938C-610805449A32}" dt="2025-04-07T11:42:32.291" v="4318" actId="478"/>
          <ac:spMkLst>
            <pc:docMk/>
            <pc:sldMk cId="3515278928" sldId="714"/>
            <ac:spMk id="22" creationId="{68F2F504-9033-E04D-6E23-D4BB3D30FC94}"/>
          </ac:spMkLst>
        </pc:spChg>
        <pc:spChg chg="del">
          <ac:chgData name="Hasan Jamal" userId="6724a5da2ffd1b8f" providerId="LiveId" clId="{8D2F41AC-23D9-4DAF-938C-610805449A32}" dt="2025-04-07T11:56:52.789" v="4519" actId="478"/>
          <ac:spMkLst>
            <pc:docMk/>
            <pc:sldMk cId="3515278928" sldId="714"/>
            <ac:spMk id="47" creationId="{75D52151-E1B2-16B1-3212-BA40985FE7BC}"/>
          </ac:spMkLst>
        </pc:spChg>
        <pc:spChg chg="add mod">
          <ac:chgData name="Hasan Jamal" userId="6724a5da2ffd1b8f" providerId="LiveId" clId="{8D2F41AC-23D9-4DAF-938C-610805449A32}" dt="2025-04-07T12:10:06.257" v="4712" actId="1076"/>
          <ac:spMkLst>
            <pc:docMk/>
            <pc:sldMk cId="3515278928" sldId="714"/>
            <ac:spMk id="48" creationId="{DF69EA2D-687E-42C1-3DED-D8478C18497E}"/>
          </ac:spMkLst>
        </pc:spChg>
        <pc:spChg chg="add del">
          <ac:chgData name="Hasan Jamal" userId="6724a5da2ffd1b8f" providerId="LiveId" clId="{8D2F41AC-23D9-4DAF-938C-610805449A32}" dt="2025-04-07T11:59:33.398" v="4603" actId="11529"/>
          <ac:spMkLst>
            <pc:docMk/>
            <pc:sldMk cId="3515278928" sldId="714"/>
            <ac:spMk id="49" creationId="{AEF80947-0E81-D85F-C237-56C6F1D229BA}"/>
          </ac:spMkLst>
        </pc:spChg>
        <pc:spChg chg="add mod">
          <ac:chgData name="Hasan Jamal" userId="6724a5da2ffd1b8f" providerId="LiveId" clId="{8D2F41AC-23D9-4DAF-938C-610805449A32}" dt="2025-04-07T12:10:06.257" v="4712" actId="1076"/>
          <ac:spMkLst>
            <pc:docMk/>
            <pc:sldMk cId="3515278928" sldId="714"/>
            <ac:spMk id="50" creationId="{D057F12A-0B6B-7B98-3075-B78DD547A58C}"/>
          </ac:spMkLst>
        </pc:spChg>
        <pc:spChg chg="add mod">
          <ac:chgData name="Hasan Jamal" userId="6724a5da2ffd1b8f" providerId="LiveId" clId="{8D2F41AC-23D9-4DAF-938C-610805449A32}" dt="2025-04-07T12:18:36.199" v="4792" actId="20577"/>
          <ac:spMkLst>
            <pc:docMk/>
            <pc:sldMk cId="3515278928" sldId="714"/>
            <ac:spMk id="52" creationId="{CFC13F89-69D2-07A6-82F1-24799B10A19F}"/>
          </ac:spMkLst>
        </pc:spChg>
        <pc:spChg chg="mod">
          <ac:chgData name="Hasan Jamal" userId="6724a5da2ffd1b8f" providerId="LiveId" clId="{8D2F41AC-23D9-4DAF-938C-610805449A32}" dt="2025-04-07T11:42:42.648" v="4333" actId="20577"/>
          <ac:spMkLst>
            <pc:docMk/>
            <pc:sldMk cId="3515278928" sldId="714"/>
            <ac:spMk id="3074" creationId="{7A128192-C6B7-64FC-9517-FEA625FF771F}"/>
          </ac:spMkLst>
        </pc:spChg>
        <pc:spChg chg="del">
          <ac:chgData name="Hasan Jamal" userId="6724a5da2ffd1b8f" providerId="LiveId" clId="{8D2F41AC-23D9-4DAF-938C-610805449A32}" dt="2025-04-07T11:56:52.789" v="4519" actId="478"/>
          <ac:spMkLst>
            <pc:docMk/>
            <pc:sldMk cId="3515278928" sldId="714"/>
            <ac:spMk id="3098" creationId="{EA83C716-08C2-E28B-35F3-245E40C2BBF9}"/>
          </ac:spMkLst>
        </pc:spChg>
        <pc:spChg chg="del">
          <ac:chgData name="Hasan Jamal" userId="6724a5da2ffd1b8f" providerId="LiveId" clId="{8D2F41AC-23D9-4DAF-938C-610805449A32}" dt="2025-04-07T11:56:52.789" v="4519" actId="478"/>
          <ac:spMkLst>
            <pc:docMk/>
            <pc:sldMk cId="3515278928" sldId="714"/>
            <ac:spMk id="3100" creationId="{0BD489D5-0063-932E-F13F-08A25ECA7E82}"/>
          </ac:spMkLst>
        </pc:spChg>
        <pc:spChg chg="mod">
          <ac:chgData name="Hasan Jamal" userId="6724a5da2ffd1b8f" providerId="LiveId" clId="{8D2F41AC-23D9-4DAF-938C-610805449A32}" dt="2025-04-07T12:10:06.257" v="4712" actId="1076"/>
          <ac:spMkLst>
            <pc:docMk/>
            <pc:sldMk cId="3515278928" sldId="714"/>
            <ac:spMk id="3102" creationId="{F75BD80F-A2CB-35C4-6D5B-DBCC420B567E}"/>
          </ac:spMkLst>
        </pc:spChg>
        <pc:grpChg chg="del">
          <ac:chgData name="Hasan Jamal" userId="6724a5da2ffd1b8f" providerId="LiveId" clId="{8D2F41AC-23D9-4DAF-938C-610805449A32}" dt="2025-04-07T11:42:32.291" v="4318" actId="478"/>
          <ac:grpSpMkLst>
            <pc:docMk/>
            <pc:sldMk cId="3515278928" sldId="714"/>
            <ac:grpSpMk id="27" creationId="{F423C28E-1B2A-32B4-A5B3-6501C8D16908}"/>
          </ac:grpSpMkLst>
        </pc:grpChg>
        <pc:grpChg chg="del">
          <ac:chgData name="Hasan Jamal" userId="6724a5da2ffd1b8f" providerId="LiveId" clId="{8D2F41AC-23D9-4DAF-938C-610805449A32}" dt="2025-04-07T11:42:32.291" v="4318" actId="478"/>
          <ac:grpSpMkLst>
            <pc:docMk/>
            <pc:sldMk cId="3515278928" sldId="714"/>
            <ac:grpSpMk id="28" creationId="{C5DE5F65-9042-7EA4-70E4-7736DF764B3B}"/>
          </ac:grpSpMkLst>
        </pc:grpChg>
        <pc:grpChg chg="del">
          <ac:chgData name="Hasan Jamal" userId="6724a5da2ffd1b8f" providerId="LiveId" clId="{8D2F41AC-23D9-4DAF-938C-610805449A32}" dt="2025-04-07T11:42:32.291" v="4318" actId="478"/>
          <ac:grpSpMkLst>
            <pc:docMk/>
            <pc:sldMk cId="3515278928" sldId="714"/>
            <ac:grpSpMk id="29" creationId="{4FE1F3C9-BF6F-61FE-DB6D-8F2C8F8007AA}"/>
          </ac:grpSpMkLst>
        </pc:grpChg>
        <pc:grpChg chg="del">
          <ac:chgData name="Hasan Jamal" userId="6724a5da2ffd1b8f" providerId="LiveId" clId="{8D2F41AC-23D9-4DAF-938C-610805449A32}" dt="2025-04-07T11:42:32.291" v="4318" actId="478"/>
          <ac:grpSpMkLst>
            <pc:docMk/>
            <pc:sldMk cId="3515278928" sldId="714"/>
            <ac:grpSpMk id="44" creationId="{4817CFD7-F02C-E9FA-A620-976B35A5A5F6}"/>
          </ac:grpSpMkLst>
        </pc:grpChg>
        <pc:grpChg chg="del">
          <ac:chgData name="Hasan Jamal" userId="6724a5da2ffd1b8f" providerId="LiveId" clId="{8D2F41AC-23D9-4DAF-938C-610805449A32}" dt="2025-04-07T11:42:32.291" v="4318" actId="478"/>
          <ac:grpSpMkLst>
            <pc:docMk/>
            <pc:sldMk cId="3515278928" sldId="714"/>
            <ac:grpSpMk id="45" creationId="{239989E0-E398-D44F-6CA1-40D581C0990A}"/>
          </ac:grpSpMkLst>
        </pc:grpChg>
        <pc:grpChg chg="del">
          <ac:chgData name="Hasan Jamal" userId="6724a5da2ffd1b8f" providerId="LiveId" clId="{8D2F41AC-23D9-4DAF-938C-610805449A32}" dt="2025-04-07T11:42:32.291" v="4318" actId="478"/>
          <ac:grpSpMkLst>
            <pc:docMk/>
            <pc:sldMk cId="3515278928" sldId="714"/>
            <ac:grpSpMk id="46" creationId="{7D175948-6569-1C3B-2581-5E742A28E836}"/>
          </ac:grpSpMkLst>
        </pc:grpChg>
        <pc:graphicFrameChg chg="add mod">
          <ac:chgData name="Hasan Jamal" userId="6724a5da2ffd1b8f" providerId="LiveId" clId="{8D2F41AC-23D9-4DAF-938C-610805449A32}" dt="2025-04-07T12:10:06.257" v="4712" actId="1076"/>
          <ac:graphicFrameMkLst>
            <pc:docMk/>
            <pc:sldMk cId="3515278928" sldId="714"/>
            <ac:graphicFrameMk id="4" creationId="{CF439556-9F49-4BC2-60EA-A6B1E219BE60}"/>
          </ac:graphicFrameMkLst>
        </pc:graphicFrameChg>
        <pc:graphicFrameChg chg="del">
          <ac:chgData name="Hasan Jamal" userId="6724a5da2ffd1b8f" providerId="LiveId" clId="{8D2F41AC-23D9-4DAF-938C-610805449A32}" dt="2025-04-07T11:56:52.789" v="4519" actId="478"/>
          <ac:graphicFrameMkLst>
            <pc:docMk/>
            <pc:sldMk cId="3515278928" sldId="714"/>
            <ac:graphicFrameMk id="6" creationId="{B07E1DD9-50E6-8B6E-3213-ECB404A01A22}"/>
          </ac:graphicFrameMkLst>
        </pc:graphicFrameChg>
        <pc:graphicFrameChg chg="add mod modGraphic">
          <ac:chgData name="Hasan Jamal" userId="6724a5da2ffd1b8f" providerId="LiveId" clId="{8D2F41AC-23D9-4DAF-938C-610805449A32}" dt="2025-04-07T12:10:06.257" v="4712" actId="1076"/>
          <ac:graphicFrameMkLst>
            <pc:docMk/>
            <pc:sldMk cId="3515278928" sldId="714"/>
            <ac:graphicFrameMk id="51" creationId="{D20083B8-9C91-E080-1F6B-C11D6DC7EEFD}"/>
          </ac:graphicFrameMkLst>
        </pc:graphicFrameChg>
        <pc:graphicFrameChg chg="del">
          <ac:chgData name="Hasan Jamal" userId="6724a5da2ffd1b8f" providerId="LiveId" clId="{8D2F41AC-23D9-4DAF-938C-610805449A32}" dt="2025-04-07T11:56:52.789" v="4519" actId="478"/>
          <ac:graphicFrameMkLst>
            <pc:docMk/>
            <pc:sldMk cId="3515278928" sldId="714"/>
            <ac:graphicFrameMk id="3099" creationId="{014EEBA3-A15E-83BD-A0EA-95B6B94EE2D1}"/>
          </ac:graphicFrameMkLst>
        </pc:graphicFrameChg>
        <pc:graphicFrameChg chg="del">
          <ac:chgData name="Hasan Jamal" userId="6724a5da2ffd1b8f" providerId="LiveId" clId="{8D2F41AC-23D9-4DAF-938C-610805449A32}" dt="2025-04-07T11:56:52.789" v="4519" actId="478"/>
          <ac:graphicFrameMkLst>
            <pc:docMk/>
            <pc:sldMk cId="3515278928" sldId="714"/>
            <ac:graphicFrameMk id="3101" creationId="{166CA283-6758-7108-5FE4-75A2EBE36ED0}"/>
          </ac:graphicFrameMkLst>
        </pc:graphicFrameChg>
        <pc:graphicFrameChg chg="mod modGraphic">
          <ac:chgData name="Hasan Jamal" userId="6724a5da2ffd1b8f" providerId="LiveId" clId="{8D2F41AC-23D9-4DAF-938C-610805449A32}" dt="2025-04-07T12:10:06.257" v="4712" actId="1076"/>
          <ac:graphicFrameMkLst>
            <pc:docMk/>
            <pc:sldMk cId="3515278928" sldId="714"/>
            <ac:graphicFrameMk id="3103" creationId="{6AB6B622-442B-777B-D1F5-8F20F5BEB3F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34546-FD7D-47BB-AA1E-00BBFD21EEC5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D3D20-B80A-47F2-90D8-E85AAC9E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5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4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04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513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66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89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10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E8655-1E27-729E-3AA0-E07A37A5B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EA6FD-332F-59DA-C020-6B71B30EF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CB075-8D23-A84A-CFD8-FD0D44476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D96A1-F809-2062-BA0C-731539ACC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10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598D1-6ED8-9292-CC22-7554A3078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BF9DF-3A46-5FFA-8CB5-6B0D19CCE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1AA4A-67F5-C351-D2B6-CFEFC9CCB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9CE5F-69A6-5141-C5CE-FA04A5193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84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8D8B-8082-D88D-B080-159DB3E8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F74DC-7962-B87B-46A0-B939FCFA3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D5081-CE6B-B9AC-D4EC-2EF0FF226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B82BF-2F3B-BD12-66F0-27FCEF880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48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8D8B-8082-D88D-B080-159DB3E8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F74DC-7962-B87B-46A0-B939FCFA3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D5081-CE6B-B9AC-D4EC-2EF0FF226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B82BF-2F3B-BD12-66F0-27FCEF880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24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0CC6-EB59-4447-80BA-9D36C629B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DD14A-F511-49B0-A91B-978DAEFBB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39A08-9A7A-49DA-A39B-B0EF1A48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8D3A-B881-4BC9-A537-ECB468F7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F4CF0-1776-4F65-BCA7-0F303DF3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7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02DE-303C-4D87-8E77-879FBE119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C54D-48BB-467E-8103-DFE5F6DCE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DAA13-6920-4BB8-A1F1-3A1324279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3360B-5BAB-41D8-A02D-7C1BAB8C6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317C-2498-4AED-8B51-357F03DC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3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3ADF-891D-4A12-83B5-454FF556A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92D1F-5588-4349-97C5-EB30CD88E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24B3D-6B89-4416-A6EB-152D8D49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B9C78-BA9A-479E-A3FF-695287295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8EE37-7497-4B13-94F5-9E33310DD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59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8959-A7A6-4D39-AA8B-57C72F6B1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E0084-43D6-45E5-B2FB-83FB50E50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317EC-AA9D-4624-8395-48D0AE97E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8D681-CD5B-4D0F-A2B0-BF8B8AD7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1E102-0CFC-4C99-8794-DDB15502C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0784B-2F5A-4BD4-9EBE-85512D86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3181-2412-4949-91A3-23CBDDDBC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C8FC4-D6CA-4D00-B86A-7336B6E1C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D6D8B-7024-4E37-B53E-016331394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1DB30-80A3-4DC3-9806-9202A7614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97761-D7C3-42D3-803A-AAC22024F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D11AC6-D32A-4EAD-B726-5AE67DFF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607F5-A7FB-40DA-A637-507CECE2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8571F-5213-44AD-9B39-829F8762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6889-5B79-497C-9736-E9B7A36D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5B599-D225-4693-9E55-C140F796D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B06CB-70EA-4710-B4B5-59BF2C62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1CA16-87D7-4A9A-93EE-A252B69E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1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141D3-43C6-40C7-A4DB-9BFB3972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73F51-C531-4416-9A10-50D5280B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032B0-273E-4169-9640-156E7D4E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6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39EF-1141-43EF-9A25-60CEC369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A0430-0CCC-4FD2-905C-27F04B93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68AE7-6F69-4589-A8AF-F2B8927E8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1577C-944C-412C-8F52-FFFC45A3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FD3B-027E-4C74-964C-C3F64FBB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FEB46-4620-4847-8F68-DB3BB84C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7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019B-EBB5-4FBC-99F6-CD60929B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6A3050-1640-44D7-B8B2-7F5BC0F2C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D1C82-DEC0-4624-8D52-79B7F25CF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A048C-F343-4D60-96F0-B2859B51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88895-9B51-4541-AAB2-BF16ED7D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53C80-6CDB-486A-B8CF-AAD12732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5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D555-ABD7-4161-B06F-FCD3143D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95C10-FF95-4025-B207-9881A1646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C42DD-D420-4BAE-A427-F815A4F37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1F7B7-D2EB-4517-9D60-26A66FF0E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20148-FE35-475E-9068-7641710E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3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554761-8A33-482D-B4B2-18B2A8F89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816EB-AB8E-47C2-9A3E-33DE4D4F8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40179-C5D2-4148-BAA2-30F72348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F8B72-9C19-4DBD-8F3B-D049130D496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0BD9F-3BB0-4D0E-9EBA-8CC5FDF82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69872-32D9-46E9-AB85-0ABCDEE8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65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83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22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60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20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3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78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54409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802086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37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936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A143B-99B6-4B27-B043-E574855ABF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759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718971-3FDC-4323-BE22-69C0E5D5795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8714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CAC09-0EE0-4829-9090-1F0BC639B9B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95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B5029-5875-48B9-9C22-38D785FC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0B3BA-C511-4FC7-AA99-072F757CF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00382-92E4-4D10-875A-89C34EF30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F8B72-9C19-4DBD-8F3B-D049130D4969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D864E-90F0-4014-8C2D-CE853EFCB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62C12-0EAF-4F9E-BB1B-EED572C61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366AE-5A89-45B7-9EA8-7C0EFF442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&amp; Analysis of Algorithms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and Anaysis of Algorihms, Spring 2008 </a:t>
            </a:r>
          </a:p>
        </p:txBody>
      </p:sp>
    </p:spTree>
    <p:extLst>
      <p:ext uri="{BB962C8B-B14F-4D97-AF65-F5344CB8AC3E}">
        <p14:creationId xmlns:p14="http://schemas.microsoft.com/office/powerpoint/2010/main" val="238991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</a:t>
            </a:fld>
            <a:endParaRPr lang="en-US">
              <a:latin typeface="Calibri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654176"/>
            <a:ext cx="8458200" cy="1470025"/>
          </a:xfrm>
        </p:spPr>
        <p:txBody>
          <a:bodyPr/>
          <a:lstStyle/>
          <a:p>
            <a:pPr algn="ctr"/>
            <a:r>
              <a:rPr lang="en-US" sz="3200" b="1" dirty="0"/>
              <a:t>CSC 334 – Parallel and Distributed Computing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24000" y="3505200"/>
            <a:ext cx="84582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Instructor: </a:t>
            </a:r>
            <a:r>
              <a:rPr lang="en-US" sz="2800" b="1" spc="-100" dirty="0" smtClean="0">
                <a:solidFill>
                  <a:srgbClr val="675E47"/>
                </a:solidFill>
                <a:latin typeface="Cambria"/>
              </a:rPr>
              <a:t>Ms. Muntha Amjad</a:t>
            </a:r>
            <a:endParaRPr lang="en-US" sz="2800" b="1" spc="-100" dirty="0">
              <a:solidFill>
                <a:srgbClr val="675E47"/>
              </a:solidFill>
              <a:latin typeface="Cambria"/>
            </a:endParaRPr>
          </a:p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Lecture# 05: Parallel Algorithms</a:t>
            </a:r>
          </a:p>
        </p:txBody>
      </p:sp>
    </p:spTree>
    <p:extLst>
      <p:ext uri="{BB962C8B-B14F-4D97-AF65-F5344CB8AC3E}">
        <p14:creationId xmlns:p14="http://schemas.microsoft.com/office/powerpoint/2010/main" val="142399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07AEE-8AEF-D9C4-8A4D-C33394EE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D7FCCBC-86AB-7AC4-A0BF-803A4FA03E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F57B62-05E8-7AB0-BEF5-759F835D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C35F367-070C-F548-3238-9CC2EBE75D1C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563933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Assume we have a 100-inch sandwich to feed 8 people. 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know how many inches each person wants.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[6 4 16 10 16 14 2 8]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do we cut the sandwich quickly? How much will be left?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Method 1: cut the sections sequentially: 6 inches first, 4 inches second, 16 inches third, etc.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Method 2: calculate Prefix sum and cut in parallel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[6, 10, 26, 36, 52, 66, 68, 76] (24 inches left)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0518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C327D-803A-BE6D-54A1-BA6A02EAF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02F47BB-CCB0-E92E-6DFE-BBD26BB78D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Prefix Sum (Scan)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608E7B-A19D-4921-E08C-39379C06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F0AB79A6-672D-DB90-0D6B-E4B59D0D388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32151" y="1453241"/>
                <a:ext cx="10393812" cy="5252357"/>
              </a:xfrm>
              <a:prstGeom prst="rect">
                <a:avLst/>
              </a:prstGeom>
              <a:ln w="15875"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Given an array X, compute output array Y as follows:</a:t>
                </a:r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Implementation: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Bef>
                    <a:spcPts val="1200"/>
                  </a:spcBef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 above is an 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inclusive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prefix sum since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includes X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1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Bef>
                    <a:spcPts val="1200"/>
                  </a:spcBef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Fo an </a:t>
                </a:r>
                <a:r>
                  <a:rPr lang="en-US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exclusive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prefix sum perform the summation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b="0" dirty="0" smtClean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Y[i]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excludes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X[</a:t>
                </a:r>
                <a:r>
                  <a:rPr lang="en-US" i="1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],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i.e., sum from index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0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en-US" i="1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- 1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It is easy to see that prefix sums can be computed sequentially in O(N) time</a:t>
                </a:r>
              </a:p>
              <a:p>
                <a:pPr algn="just"/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F0AB79A6-672D-DB90-0D6B-E4B59D0D3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51" y="1453241"/>
                <a:ext cx="10393812" cy="5252357"/>
              </a:xfrm>
              <a:prstGeom prst="rect">
                <a:avLst/>
              </a:prstGeom>
              <a:blipFill>
                <a:blip r:embed="rId4"/>
                <a:stretch>
                  <a:fillRect t="-2784" r="-58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647394-7F3E-53A7-E30B-536B6219C910}"/>
                  </a:ext>
                </a:extLst>
              </p:cNvPr>
              <p:cNvSpPr txBox="1"/>
              <p:nvPr/>
            </p:nvSpPr>
            <p:spPr>
              <a:xfrm>
                <a:off x="4275342" y="2260001"/>
                <a:ext cx="3641315" cy="1692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1" algn="just"/>
                <a:endParaRPr lang="en-US" sz="1100" dirty="0">
                  <a:solidFill>
                    <a:srgbClr val="FF0000"/>
                  </a:solidFill>
                </a:endParaRPr>
              </a:p>
              <a:p>
                <a:pPr algn="just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Using recursive definition</a:t>
                </a: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647394-7F3E-53A7-E30B-536B6219C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342" y="2260001"/>
                <a:ext cx="3641315" cy="1692771"/>
              </a:xfrm>
              <a:prstGeom prst="rect">
                <a:avLst/>
              </a:prstGeom>
              <a:blipFill>
                <a:blip r:embed="rId5"/>
                <a:stretch>
                  <a:fillRect l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E77F674-3BDC-43A4-6F31-2475CD342ACC}"/>
              </a:ext>
            </a:extLst>
          </p:cNvPr>
          <p:cNvSpPr txBox="1"/>
          <p:nvPr/>
        </p:nvSpPr>
        <p:spPr>
          <a:xfrm>
            <a:off x="4171344" y="4032673"/>
            <a:ext cx="38493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Y[0] = X[0];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Y[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Y[i-1] + X[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5F86E25-1228-3689-66BE-69D02CC110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6657" y="2161421"/>
            <a:ext cx="3106962" cy="18871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9764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5F4A4-3C2D-C962-1E9E-1D3D202EC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D81E151-D41F-7DE2-7778-0A541D960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Naïve Inclusive Parallel Prefix Sum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F04E63-C2F7-8341-C4BF-A5883B4F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70D945CB-F7F3-A278-C137-E71D97D1960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32151" y="1453241"/>
                <a:ext cx="10393812" cy="5404759"/>
              </a:xfrm>
              <a:prstGeom prst="rect">
                <a:avLst/>
              </a:prstGeom>
              <a:ln w="15875"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Assign one thread to calculate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element that adds up all X elements needed for that Y element.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Implementation:</a:t>
                </a:r>
              </a:p>
              <a:p>
                <a:pPr algn="just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70D945CB-F7F3-A278-C137-E71D97D19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51" y="1453241"/>
                <a:ext cx="10393812" cy="5404759"/>
              </a:xfrm>
              <a:prstGeom prst="rect">
                <a:avLst/>
              </a:prstGeom>
              <a:blipFill>
                <a:blip r:embed="rId3"/>
                <a:stretch>
                  <a:fillRect t="-564" r="-762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3B91A98-D67F-0D48-951A-727F675BA112}"/>
              </a:ext>
            </a:extLst>
          </p:cNvPr>
          <p:cNvSpPr txBox="1"/>
          <p:nvPr/>
        </p:nvSpPr>
        <p:spPr>
          <a:xfrm>
            <a:off x="2887580" y="4025109"/>
            <a:ext cx="53099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parallel for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Y[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0;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 (j = 0; j &lt;=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Y[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] += X[j];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9319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8B15-5162-E2E3-DEC4-DEAB5B42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688411B-DFDA-D328-103A-C2748DB5F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Naïve Inclusive Parallel Prefix Sum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BA26EE-EB5F-F49C-ADFF-510879FE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AAC45A4-E085-8C1F-4E18-CC08A445A04E}"/>
              </a:ext>
            </a:extLst>
          </p:cNvPr>
          <p:cNvGrpSpPr/>
          <p:nvPr/>
        </p:nvGrpSpPr>
        <p:grpSpPr>
          <a:xfrm>
            <a:off x="801912" y="1260480"/>
            <a:ext cx="779682" cy="887075"/>
            <a:chOff x="1263316" y="3238515"/>
            <a:chExt cx="779682" cy="887075"/>
          </a:xfrm>
        </p:grpSpPr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62D5B727-3B27-C550-68A9-B4993543F5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6317" y="3681342"/>
              <a:ext cx="336681" cy="444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4</a:t>
              </a: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1A9927A9-161D-CDC6-FE22-B4DA99109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316" y="3681342"/>
              <a:ext cx="336681" cy="444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6</a:t>
              </a: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E5AB1678-C97D-6C70-ECD8-534B0D70B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108" y="3238515"/>
              <a:ext cx="468597" cy="444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10</a:t>
              </a:r>
            </a:p>
          </p:txBody>
        </p:sp>
        <p:grpSp>
          <p:nvGrpSpPr>
            <p:cNvPr id="21" name="Group 22">
              <a:extLst>
                <a:ext uri="{FF2B5EF4-FFF2-40B4-BE49-F238E27FC236}">
                  <a16:creationId xmlns:a16="http://schemas.microsoft.com/office/drawing/2014/main" id="{B1ECA2DB-82AA-E23C-6382-17BB408D48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6630" y="3558671"/>
              <a:ext cx="319945" cy="229569"/>
              <a:chOff x="3752" y="4865"/>
              <a:chExt cx="325" cy="184"/>
            </a:xfrm>
          </p:grpSpPr>
          <p:sp>
            <p:nvSpPr>
              <p:cNvPr id="34" name="Line 23">
                <a:extLst>
                  <a:ext uri="{FF2B5EF4-FFF2-40B4-BE49-F238E27FC236}">
                    <a16:creationId xmlns:a16="http://schemas.microsoft.com/office/drawing/2014/main" id="{F165CCB4-3F2A-575A-4471-7DDB92C80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52" y="4865"/>
                <a:ext cx="158" cy="18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24">
                <a:extLst>
                  <a:ext uri="{FF2B5EF4-FFF2-40B4-BE49-F238E27FC236}">
                    <a16:creationId xmlns:a16="http://schemas.microsoft.com/office/drawing/2014/main" id="{087F238F-9304-E79D-7109-AB5F9C5440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18" y="4865"/>
                <a:ext cx="159" cy="1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101" name="Group 4100">
            <a:extLst>
              <a:ext uri="{FF2B5EF4-FFF2-40B4-BE49-F238E27FC236}">
                <a16:creationId xmlns:a16="http://schemas.microsoft.com/office/drawing/2014/main" id="{BF5FDEF3-6C37-6723-7E57-C5DEC6DEFE23}"/>
              </a:ext>
            </a:extLst>
          </p:cNvPr>
          <p:cNvGrpSpPr/>
          <p:nvPr/>
        </p:nvGrpSpPr>
        <p:grpSpPr>
          <a:xfrm>
            <a:off x="1777631" y="1272697"/>
            <a:ext cx="1290332" cy="1497930"/>
            <a:chOff x="1519470" y="3946112"/>
            <a:chExt cx="1290332" cy="1497930"/>
          </a:xfrm>
        </p:grpSpPr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9D7EAE8E-D06D-DBF6-0156-880278208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2190" y="4563720"/>
              <a:ext cx="467612" cy="444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16</a:t>
              </a: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5ACEBA2E-5B7C-9611-4D6A-21A55E1D3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7538" y="3946112"/>
              <a:ext cx="469581" cy="4417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26</a:t>
              </a:r>
            </a:p>
          </p:txBody>
        </p:sp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176BCF4C-AC01-890F-340D-0F16487A07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63141" y="4299662"/>
              <a:ext cx="203503" cy="2901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25">
              <a:extLst>
                <a:ext uri="{FF2B5EF4-FFF2-40B4-BE49-F238E27FC236}">
                  <a16:creationId xmlns:a16="http://schemas.microsoft.com/office/drawing/2014/main" id="{438F1975-E30F-9A20-644B-92CE5E220A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5791" y="4299663"/>
              <a:ext cx="192068" cy="2749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9495F28-21CA-690B-2D3B-C22E903E8356}"/>
                </a:ext>
              </a:extLst>
            </p:cNvPr>
            <p:cNvGrpSpPr/>
            <p:nvPr/>
          </p:nvGrpSpPr>
          <p:grpSpPr>
            <a:xfrm>
              <a:off x="1519470" y="4556967"/>
              <a:ext cx="779682" cy="887075"/>
              <a:chOff x="1263316" y="3238515"/>
              <a:chExt cx="779682" cy="887075"/>
            </a:xfrm>
          </p:grpSpPr>
          <p:sp>
            <p:nvSpPr>
              <p:cNvPr id="61" name="Text Box 8">
                <a:extLst>
                  <a:ext uri="{FF2B5EF4-FFF2-40B4-BE49-F238E27FC236}">
                    <a16:creationId xmlns:a16="http://schemas.microsoft.com/office/drawing/2014/main" id="{2BBDA353-10AC-0729-6566-E03CA87C2F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6317" y="3681342"/>
                <a:ext cx="336681" cy="4442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dirty="0"/>
                  <a:t>4</a:t>
                </a:r>
              </a:p>
            </p:txBody>
          </p:sp>
          <p:sp>
            <p:nvSpPr>
              <p:cNvPr id="62" name="Text Box 9">
                <a:extLst>
                  <a:ext uri="{FF2B5EF4-FFF2-40B4-BE49-F238E27FC236}">
                    <a16:creationId xmlns:a16="http://schemas.microsoft.com/office/drawing/2014/main" id="{69DDA364-432C-36D2-63BB-AE6271F10F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3316" y="3681342"/>
                <a:ext cx="336681" cy="4442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dirty="0"/>
                  <a:t>6</a:t>
                </a:r>
              </a:p>
            </p:txBody>
          </p:sp>
          <p:sp>
            <p:nvSpPr>
              <p:cNvPr id="63" name="Text Box 15">
                <a:extLst>
                  <a:ext uri="{FF2B5EF4-FFF2-40B4-BE49-F238E27FC236}">
                    <a16:creationId xmlns:a16="http://schemas.microsoft.com/office/drawing/2014/main" id="{54223603-BF74-A383-5510-40F7574C60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3108" y="3238515"/>
                <a:ext cx="468597" cy="4442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dirty="0"/>
                  <a:t>10</a:t>
                </a:r>
              </a:p>
            </p:txBody>
          </p:sp>
          <p:grpSp>
            <p:nvGrpSpPr>
              <p:cNvPr id="4096" name="Group 22">
                <a:extLst>
                  <a:ext uri="{FF2B5EF4-FFF2-40B4-BE49-F238E27FC236}">
                    <a16:creationId xmlns:a16="http://schemas.microsoft.com/office/drawing/2014/main" id="{3414A1FB-D79B-EF18-F22F-556A5D8D5A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6630" y="3558671"/>
                <a:ext cx="319945" cy="229569"/>
                <a:chOff x="3752" y="4865"/>
                <a:chExt cx="325" cy="184"/>
              </a:xfrm>
            </p:grpSpPr>
            <p:sp>
              <p:nvSpPr>
                <p:cNvPr id="4097" name="Line 23">
                  <a:extLst>
                    <a:ext uri="{FF2B5EF4-FFF2-40B4-BE49-F238E27FC236}">
                      <a16:creationId xmlns:a16="http://schemas.microsoft.com/office/drawing/2014/main" id="{08447286-9703-DC26-B605-5985E06B21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52" y="4865"/>
                  <a:ext cx="158" cy="18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9" name="Line 24">
                  <a:extLst>
                    <a:ext uri="{FF2B5EF4-FFF2-40B4-BE49-F238E27FC236}">
                      <a16:creationId xmlns:a16="http://schemas.microsoft.com/office/drawing/2014/main" id="{5D7A40A5-E28D-06BE-1690-D13E624092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918" y="4865"/>
                  <a:ext cx="159" cy="18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4116" name="Group 4115">
            <a:extLst>
              <a:ext uri="{FF2B5EF4-FFF2-40B4-BE49-F238E27FC236}">
                <a16:creationId xmlns:a16="http://schemas.microsoft.com/office/drawing/2014/main" id="{AAF201A2-C621-65B3-9352-5F654E668324}"/>
              </a:ext>
            </a:extLst>
          </p:cNvPr>
          <p:cNvGrpSpPr/>
          <p:nvPr/>
        </p:nvGrpSpPr>
        <p:grpSpPr>
          <a:xfrm>
            <a:off x="2987511" y="1272697"/>
            <a:ext cx="1645932" cy="2127347"/>
            <a:chOff x="3246203" y="3342920"/>
            <a:chExt cx="1645932" cy="2127347"/>
          </a:xfrm>
        </p:grpSpPr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2ECC9114-E21C-4DCB-60E1-98BD2D9FE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4523" y="3967794"/>
              <a:ext cx="467612" cy="444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10</a:t>
              </a:r>
            </a:p>
          </p:txBody>
        </p:sp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DBC08B6C-5EEF-6C31-0F45-EBBBF6ED7F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4259" y="3342920"/>
              <a:ext cx="468597" cy="4430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36</a:t>
              </a:r>
            </a:p>
          </p:txBody>
        </p:sp>
        <p:grpSp>
          <p:nvGrpSpPr>
            <p:cNvPr id="4102" name="Group 4101">
              <a:extLst>
                <a:ext uri="{FF2B5EF4-FFF2-40B4-BE49-F238E27FC236}">
                  <a16:creationId xmlns:a16="http://schemas.microsoft.com/office/drawing/2014/main" id="{B1DD92FB-E463-C0F7-8125-C3F016AE47F6}"/>
                </a:ext>
              </a:extLst>
            </p:cNvPr>
            <p:cNvGrpSpPr/>
            <p:nvPr/>
          </p:nvGrpSpPr>
          <p:grpSpPr>
            <a:xfrm>
              <a:off x="3246203" y="3972337"/>
              <a:ext cx="1290332" cy="1497930"/>
              <a:chOff x="1519470" y="3946112"/>
              <a:chExt cx="1290332" cy="1497930"/>
            </a:xfrm>
          </p:grpSpPr>
          <p:sp>
            <p:nvSpPr>
              <p:cNvPr id="4103" name="Text Box 14">
                <a:extLst>
                  <a:ext uri="{FF2B5EF4-FFF2-40B4-BE49-F238E27FC236}">
                    <a16:creationId xmlns:a16="http://schemas.microsoft.com/office/drawing/2014/main" id="{ECE4F358-C057-F05E-B946-F00AC12FB8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2190" y="4563720"/>
                <a:ext cx="467612" cy="4442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dirty="0"/>
                  <a:t>16</a:t>
                </a:r>
              </a:p>
            </p:txBody>
          </p:sp>
          <p:sp>
            <p:nvSpPr>
              <p:cNvPr id="4104" name="Text Box 16">
                <a:extLst>
                  <a:ext uri="{FF2B5EF4-FFF2-40B4-BE49-F238E27FC236}">
                    <a16:creationId xmlns:a16="http://schemas.microsoft.com/office/drawing/2014/main" id="{999A187F-1610-278C-4535-CC22339A58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7538" y="3946112"/>
                <a:ext cx="469581" cy="44176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dirty="0"/>
                  <a:t>26</a:t>
                </a:r>
              </a:p>
            </p:txBody>
          </p:sp>
          <p:sp>
            <p:nvSpPr>
              <p:cNvPr id="4105" name="Line 26">
                <a:extLst>
                  <a:ext uri="{FF2B5EF4-FFF2-40B4-BE49-F238E27FC236}">
                    <a16:creationId xmlns:a16="http://schemas.microsoft.com/office/drawing/2014/main" id="{72AEEF33-61F9-C21E-98C5-D332960410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63141" y="4299662"/>
                <a:ext cx="203503" cy="290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6" name="Line 25">
                <a:extLst>
                  <a:ext uri="{FF2B5EF4-FFF2-40B4-BE49-F238E27FC236}">
                    <a16:creationId xmlns:a16="http://schemas.microsoft.com/office/drawing/2014/main" id="{E7C973E1-D8C6-3791-E715-03A1EEA58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35791" y="4299663"/>
                <a:ext cx="192068" cy="2749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07" name="Group 4106">
                <a:extLst>
                  <a:ext uri="{FF2B5EF4-FFF2-40B4-BE49-F238E27FC236}">
                    <a16:creationId xmlns:a16="http://schemas.microsoft.com/office/drawing/2014/main" id="{98C4A716-BC7B-D85D-B911-60EEE3650B63}"/>
                  </a:ext>
                </a:extLst>
              </p:cNvPr>
              <p:cNvGrpSpPr/>
              <p:nvPr/>
            </p:nvGrpSpPr>
            <p:grpSpPr>
              <a:xfrm>
                <a:off x="1519470" y="4556967"/>
                <a:ext cx="779682" cy="887075"/>
                <a:chOff x="1263316" y="3238515"/>
                <a:chExt cx="779682" cy="887075"/>
              </a:xfrm>
            </p:grpSpPr>
            <p:sp>
              <p:nvSpPr>
                <p:cNvPr id="4108" name="Text Box 8">
                  <a:extLst>
                    <a:ext uri="{FF2B5EF4-FFF2-40B4-BE49-F238E27FC236}">
                      <a16:creationId xmlns:a16="http://schemas.microsoft.com/office/drawing/2014/main" id="{941475DC-A79C-8151-D0C6-063E81572C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06317" y="3681342"/>
                  <a:ext cx="336681" cy="44424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 b="0" dirty="0"/>
                    <a:t>4</a:t>
                  </a:r>
                </a:p>
              </p:txBody>
            </p:sp>
            <p:sp>
              <p:nvSpPr>
                <p:cNvPr id="4109" name="Text Box 9">
                  <a:extLst>
                    <a:ext uri="{FF2B5EF4-FFF2-40B4-BE49-F238E27FC236}">
                      <a16:creationId xmlns:a16="http://schemas.microsoft.com/office/drawing/2014/main" id="{BA491CD9-22C0-A3AF-6545-6B5530F1A5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63316" y="3681342"/>
                  <a:ext cx="336681" cy="44424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 b="0" dirty="0"/>
                    <a:t>6</a:t>
                  </a:r>
                </a:p>
              </p:txBody>
            </p:sp>
            <p:sp>
              <p:nvSpPr>
                <p:cNvPr id="4110" name="Text Box 15">
                  <a:extLst>
                    <a:ext uri="{FF2B5EF4-FFF2-40B4-BE49-F238E27FC236}">
                      <a16:creationId xmlns:a16="http://schemas.microsoft.com/office/drawing/2014/main" id="{33759870-D8C2-DA04-A4BC-A7A4A1A266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03108" y="3238515"/>
                  <a:ext cx="468597" cy="44424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 b="0" dirty="0"/>
                    <a:t>10</a:t>
                  </a:r>
                </a:p>
              </p:txBody>
            </p:sp>
            <p:grpSp>
              <p:nvGrpSpPr>
                <p:cNvPr id="4111" name="Group 22">
                  <a:extLst>
                    <a:ext uri="{FF2B5EF4-FFF2-40B4-BE49-F238E27FC236}">
                      <a16:creationId xmlns:a16="http://schemas.microsoft.com/office/drawing/2014/main" id="{0A1FB603-8982-18E2-0FE8-3C73A130B4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96630" y="3558671"/>
                  <a:ext cx="319945" cy="229569"/>
                  <a:chOff x="3752" y="4865"/>
                  <a:chExt cx="325" cy="184"/>
                </a:xfrm>
              </p:grpSpPr>
              <p:sp>
                <p:nvSpPr>
                  <p:cNvPr id="4112" name="Line 23">
                    <a:extLst>
                      <a:ext uri="{FF2B5EF4-FFF2-40B4-BE49-F238E27FC236}">
                        <a16:creationId xmlns:a16="http://schemas.microsoft.com/office/drawing/2014/main" id="{FD584D01-7F9E-DAD4-1E98-45428F8B90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52" y="4865"/>
                    <a:ext cx="158" cy="18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13" name="Line 24">
                    <a:extLst>
                      <a:ext uri="{FF2B5EF4-FFF2-40B4-BE49-F238E27FC236}">
                        <a16:creationId xmlns:a16="http://schemas.microsoft.com/office/drawing/2014/main" id="{82FDD102-2CBC-3B40-01B3-90B43325F5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918" y="4865"/>
                    <a:ext cx="159" cy="184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sp>
          <p:nvSpPr>
            <p:cNvPr id="4114" name="Line 26">
              <a:extLst>
                <a:ext uri="{FF2B5EF4-FFF2-40B4-BE49-F238E27FC236}">
                  <a16:creationId xmlns:a16="http://schemas.microsoft.com/office/drawing/2014/main" id="{882813D8-554E-202C-F608-CA062DDDBD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34778" y="3676183"/>
              <a:ext cx="203503" cy="2901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" name="Line 25">
              <a:extLst>
                <a:ext uri="{FF2B5EF4-FFF2-40B4-BE49-F238E27FC236}">
                  <a16:creationId xmlns:a16="http://schemas.microsoft.com/office/drawing/2014/main" id="{0CE3EAE4-8807-1E29-C29C-F23CF3222F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7428" y="3676184"/>
              <a:ext cx="192068" cy="2749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53" name="Group 4152">
            <a:extLst>
              <a:ext uri="{FF2B5EF4-FFF2-40B4-BE49-F238E27FC236}">
                <a16:creationId xmlns:a16="http://schemas.microsoft.com/office/drawing/2014/main" id="{1A43C5A2-6B92-F44C-813D-7FBB79914DE0}"/>
              </a:ext>
            </a:extLst>
          </p:cNvPr>
          <p:cNvGrpSpPr/>
          <p:nvPr/>
        </p:nvGrpSpPr>
        <p:grpSpPr>
          <a:xfrm>
            <a:off x="4185394" y="1277709"/>
            <a:ext cx="1960484" cy="2731411"/>
            <a:chOff x="5210410" y="3695598"/>
            <a:chExt cx="1960484" cy="2731411"/>
          </a:xfrm>
        </p:grpSpPr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CACDAEE9-86E0-456A-5F2D-9FFA8B7CD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2297" y="4296527"/>
              <a:ext cx="468597" cy="4430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16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B41985FC-34E5-078D-63C7-0E822493C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1413" y="3695598"/>
              <a:ext cx="468597" cy="444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52</a:t>
              </a:r>
            </a:p>
          </p:txBody>
        </p:sp>
        <p:grpSp>
          <p:nvGrpSpPr>
            <p:cNvPr id="4117" name="Group 4116">
              <a:extLst>
                <a:ext uri="{FF2B5EF4-FFF2-40B4-BE49-F238E27FC236}">
                  <a16:creationId xmlns:a16="http://schemas.microsoft.com/office/drawing/2014/main" id="{6BE44FCF-CF90-C66D-CBC9-2EBB1515DA2E}"/>
                </a:ext>
              </a:extLst>
            </p:cNvPr>
            <p:cNvGrpSpPr/>
            <p:nvPr/>
          </p:nvGrpSpPr>
          <p:grpSpPr>
            <a:xfrm>
              <a:off x="5210410" y="4299662"/>
              <a:ext cx="1645932" cy="2127347"/>
              <a:chOff x="3246203" y="3342920"/>
              <a:chExt cx="1645932" cy="2127347"/>
            </a:xfrm>
          </p:grpSpPr>
          <p:sp>
            <p:nvSpPr>
              <p:cNvPr id="4118" name="Text Box 11">
                <a:extLst>
                  <a:ext uri="{FF2B5EF4-FFF2-40B4-BE49-F238E27FC236}">
                    <a16:creationId xmlns:a16="http://schemas.microsoft.com/office/drawing/2014/main" id="{64139067-580B-0439-EED7-3342C81E83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4523" y="3967794"/>
                <a:ext cx="467612" cy="4442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/>
                  <a:t>10</a:t>
                </a:r>
              </a:p>
            </p:txBody>
          </p:sp>
          <p:sp>
            <p:nvSpPr>
              <p:cNvPr id="4119" name="Text Box 19">
                <a:extLst>
                  <a:ext uri="{FF2B5EF4-FFF2-40B4-BE49-F238E27FC236}">
                    <a16:creationId xmlns:a16="http://schemas.microsoft.com/office/drawing/2014/main" id="{AFCEB6D8-202C-16B6-04CE-BED6363487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94259" y="3342920"/>
                <a:ext cx="468597" cy="44300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dirty="0"/>
                  <a:t>36</a:t>
                </a:r>
              </a:p>
            </p:txBody>
          </p:sp>
          <p:grpSp>
            <p:nvGrpSpPr>
              <p:cNvPr id="4120" name="Group 4119">
                <a:extLst>
                  <a:ext uri="{FF2B5EF4-FFF2-40B4-BE49-F238E27FC236}">
                    <a16:creationId xmlns:a16="http://schemas.microsoft.com/office/drawing/2014/main" id="{751A4DAA-4006-39C6-DE03-F8AE0FBA8D41}"/>
                  </a:ext>
                </a:extLst>
              </p:cNvPr>
              <p:cNvGrpSpPr/>
              <p:nvPr/>
            </p:nvGrpSpPr>
            <p:grpSpPr>
              <a:xfrm>
                <a:off x="3246203" y="3972337"/>
                <a:ext cx="1290332" cy="1497930"/>
                <a:chOff x="1519470" y="3946112"/>
                <a:chExt cx="1290332" cy="1497930"/>
              </a:xfrm>
            </p:grpSpPr>
            <p:sp>
              <p:nvSpPr>
                <p:cNvPr id="4123" name="Text Box 14">
                  <a:extLst>
                    <a:ext uri="{FF2B5EF4-FFF2-40B4-BE49-F238E27FC236}">
                      <a16:creationId xmlns:a16="http://schemas.microsoft.com/office/drawing/2014/main" id="{873D25A7-E1B4-E71F-FC99-80E60D7609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42190" y="4563720"/>
                  <a:ext cx="467612" cy="44424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 b="0" dirty="0"/>
                    <a:t>16</a:t>
                  </a:r>
                </a:p>
              </p:txBody>
            </p:sp>
            <p:sp>
              <p:nvSpPr>
                <p:cNvPr id="4124" name="Text Box 16">
                  <a:extLst>
                    <a:ext uri="{FF2B5EF4-FFF2-40B4-BE49-F238E27FC236}">
                      <a16:creationId xmlns:a16="http://schemas.microsoft.com/office/drawing/2014/main" id="{27213CAA-B8FF-63A2-118E-A6ADA86FF1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7538" y="3946112"/>
                  <a:ext cx="469581" cy="44176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 b="0" dirty="0"/>
                    <a:t>26</a:t>
                  </a:r>
                </a:p>
              </p:txBody>
            </p:sp>
            <p:sp>
              <p:nvSpPr>
                <p:cNvPr id="4125" name="Line 26">
                  <a:extLst>
                    <a:ext uri="{FF2B5EF4-FFF2-40B4-BE49-F238E27FC236}">
                      <a16:creationId xmlns:a16="http://schemas.microsoft.com/office/drawing/2014/main" id="{D646C119-60EF-5F0B-6296-BD75EC10A0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63141" y="4299662"/>
                  <a:ext cx="203503" cy="29011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6" name="Line 25">
                  <a:extLst>
                    <a:ext uri="{FF2B5EF4-FFF2-40B4-BE49-F238E27FC236}">
                      <a16:creationId xmlns:a16="http://schemas.microsoft.com/office/drawing/2014/main" id="{377476F2-B8A2-7F58-6EB5-79F0652A16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35791" y="4299663"/>
                  <a:ext cx="192068" cy="27496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127" name="Group 4126">
                  <a:extLst>
                    <a:ext uri="{FF2B5EF4-FFF2-40B4-BE49-F238E27FC236}">
                      <a16:creationId xmlns:a16="http://schemas.microsoft.com/office/drawing/2014/main" id="{0A99ABA3-B5CD-ECC6-0DCA-688665628DA1}"/>
                    </a:ext>
                  </a:extLst>
                </p:cNvPr>
                <p:cNvGrpSpPr/>
                <p:nvPr/>
              </p:nvGrpSpPr>
              <p:grpSpPr>
                <a:xfrm>
                  <a:off x="1519470" y="4556967"/>
                  <a:ext cx="779682" cy="887075"/>
                  <a:chOff x="1263316" y="3238515"/>
                  <a:chExt cx="779682" cy="887075"/>
                </a:xfrm>
              </p:grpSpPr>
              <p:sp>
                <p:nvSpPr>
                  <p:cNvPr id="4128" name="Text Box 8">
                    <a:extLst>
                      <a:ext uri="{FF2B5EF4-FFF2-40B4-BE49-F238E27FC236}">
                        <a16:creationId xmlns:a16="http://schemas.microsoft.com/office/drawing/2014/main" id="{B06EF1B3-8F8C-1B31-2063-884B9689380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06317" y="3681342"/>
                    <a:ext cx="336681" cy="444248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 sz="2000" b="0" dirty="0"/>
                      <a:t>4</a:t>
                    </a:r>
                  </a:p>
                </p:txBody>
              </p:sp>
              <p:sp>
                <p:nvSpPr>
                  <p:cNvPr id="4129" name="Text Box 9">
                    <a:extLst>
                      <a:ext uri="{FF2B5EF4-FFF2-40B4-BE49-F238E27FC236}">
                        <a16:creationId xmlns:a16="http://schemas.microsoft.com/office/drawing/2014/main" id="{7FC551F0-B248-A2B2-2357-FE5FB2D97F4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63316" y="3681342"/>
                    <a:ext cx="336681" cy="444248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 sz="2000" b="0" dirty="0"/>
                      <a:t>6</a:t>
                    </a:r>
                  </a:p>
                </p:txBody>
              </p:sp>
              <p:sp>
                <p:nvSpPr>
                  <p:cNvPr id="4130" name="Text Box 15">
                    <a:extLst>
                      <a:ext uri="{FF2B5EF4-FFF2-40B4-BE49-F238E27FC236}">
                        <a16:creationId xmlns:a16="http://schemas.microsoft.com/office/drawing/2014/main" id="{F3F6BFB7-C010-A215-0FCB-5AC7D898A96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3108" y="3238515"/>
                    <a:ext cx="468597" cy="444248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 sz="2000" b="0" dirty="0"/>
                      <a:t>10</a:t>
                    </a:r>
                  </a:p>
                </p:txBody>
              </p:sp>
              <p:grpSp>
                <p:nvGrpSpPr>
                  <p:cNvPr id="4131" name="Group 22">
                    <a:extLst>
                      <a:ext uri="{FF2B5EF4-FFF2-40B4-BE49-F238E27FC236}">
                        <a16:creationId xmlns:a16="http://schemas.microsoft.com/office/drawing/2014/main" id="{7E55AA1C-A3B3-AE64-CBE3-6B5FB083EBA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96630" y="3558671"/>
                    <a:ext cx="319945" cy="229569"/>
                    <a:chOff x="3752" y="4865"/>
                    <a:chExt cx="325" cy="184"/>
                  </a:xfrm>
                </p:grpSpPr>
                <p:sp>
                  <p:nvSpPr>
                    <p:cNvPr id="4132" name="Line 23">
                      <a:extLst>
                        <a:ext uri="{FF2B5EF4-FFF2-40B4-BE49-F238E27FC236}">
                          <a16:creationId xmlns:a16="http://schemas.microsoft.com/office/drawing/2014/main" id="{DA253208-3220-A6F3-F891-9F8C562C8D7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752" y="4865"/>
                      <a:ext cx="158" cy="183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33" name="Line 24">
                      <a:extLst>
                        <a:ext uri="{FF2B5EF4-FFF2-40B4-BE49-F238E27FC236}">
                          <a16:creationId xmlns:a16="http://schemas.microsoft.com/office/drawing/2014/main" id="{3F8FDB40-3517-D34A-902E-5CCB10CBE89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3918" y="4865"/>
                      <a:ext cx="159" cy="184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4121" name="Line 26">
                <a:extLst>
                  <a:ext uri="{FF2B5EF4-FFF2-40B4-BE49-F238E27FC236}">
                    <a16:creationId xmlns:a16="http://schemas.microsoft.com/office/drawing/2014/main" id="{68E34167-AD96-4621-1296-EF926A225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434778" y="3676183"/>
                <a:ext cx="203503" cy="290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2" name="Line 25">
                <a:extLst>
                  <a:ext uri="{FF2B5EF4-FFF2-40B4-BE49-F238E27FC236}">
                    <a16:creationId xmlns:a16="http://schemas.microsoft.com/office/drawing/2014/main" id="{35EF3651-8600-362C-CA75-EDDD1FCB3B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07428" y="3676184"/>
                <a:ext cx="192068" cy="2749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51" name="Line 26">
              <a:extLst>
                <a:ext uri="{FF2B5EF4-FFF2-40B4-BE49-F238E27FC236}">
                  <a16:creationId xmlns:a16="http://schemas.microsoft.com/office/drawing/2014/main" id="{D69699A8-81E6-00F5-20EF-385DDFED0B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736823" y="4021088"/>
              <a:ext cx="203503" cy="2901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52" name="Line 25">
              <a:extLst>
                <a:ext uri="{FF2B5EF4-FFF2-40B4-BE49-F238E27FC236}">
                  <a16:creationId xmlns:a16="http://schemas.microsoft.com/office/drawing/2014/main" id="{D795A01D-0251-2212-6C76-E1F0B5DBCE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09473" y="4021089"/>
              <a:ext cx="192068" cy="2749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92" name="Group 3091">
            <a:extLst>
              <a:ext uri="{FF2B5EF4-FFF2-40B4-BE49-F238E27FC236}">
                <a16:creationId xmlns:a16="http://schemas.microsoft.com/office/drawing/2014/main" id="{B757C2E2-6983-2D36-3ACC-611841424EB6}"/>
              </a:ext>
            </a:extLst>
          </p:cNvPr>
          <p:cNvGrpSpPr/>
          <p:nvPr/>
        </p:nvGrpSpPr>
        <p:grpSpPr>
          <a:xfrm>
            <a:off x="5372661" y="1285600"/>
            <a:ext cx="2324668" cy="3307804"/>
            <a:chOff x="7691476" y="3119205"/>
            <a:chExt cx="2324668" cy="3307804"/>
          </a:xfrm>
        </p:grpSpPr>
        <p:sp>
          <p:nvSpPr>
            <p:cNvPr id="3093" name="Text Box 13">
              <a:extLst>
                <a:ext uri="{FF2B5EF4-FFF2-40B4-BE49-F238E27FC236}">
                  <a16:creationId xmlns:a16="http://schemas.microsoft.com/office/drawing/2014/main" id="{7FE4690E-B8B6-0EA7-C2FF-67AD690306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48532" y="3695598"/>
              <a:ext cx="467612" cy="4454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14</a:t>
              </a:r>
            </a:p>
          </p:txBody>
        </p:sp>
        <p:sp>
          <p:nvSpPr>
            <p:cNvPr id="3094" name="Text Box 18">
              <a:extLst>
                <a:ext uri="{FF2B5EF4-FFF2-40B4-BE49-F238E27FC236}">
                  <a16:creationId xmlns:a16="http://schemas.microsoft.com/office/drawing/2014/main" id="{C527B79D-26F5-8EC5-36D1-C7C54AAC2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6954" y="3119205"/>
              <a:ext cx="469581" cy="4430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66</a:t>
              </a:r>
            </a:p>
          </p:txBody>
        </p:sp>
        <p:grpSp>
          <p:nvGrpSpPr>
            <p:cNvPr id="3095" name="Group 3094">
              <a:extLst>
                <a:ext uri="{FF2B5EF4-FFF2-40B4-BE49-F238E27FC236}">
                  <a16:creationId xmlns:a16="http://schemas.microsoft.com/office/drawing/2014/main" id="{AA2F9526-C90C-4943-3B6B-584919EB9B1B}"/>
                </a:ext>
              </a:extLst>
            </p:cNvPr>
            <p:cNvGrpSpPr/>
            <p:nvPr/>
          </p:nvGrpSpPr>
          <p:grpSpPr>
            <a:xfrm>
              <a:off x="7691476" y="3695598"/>
              <a:ext cx="1960484" cy="2731411"/>
              <a:chOff x="5210410" y="3695598"/>
              <a:chExt cx="1960484" cy="2731411"/>
            </a:xfrm>
          </p:grpSpPr>
          <p:sp>
            <p:nvSpPr>
              <p:cNvPr id="3098" name="Text Box 12">
                <a:extLst>
                  <a:ext uri="{FF2B5EF4-FFF2-40B4-BE49-F238E27FC236}">
                    <a16:creationId xmlns:a16="http://schemas.microsoft.com/office/drawing/2014/main" id="{354B049B-8BD5-20BA-E12D-085C93C1BA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02297" y="4296527"/>
                <a:ext cx="468597" cy="44300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/>
                  <a:t>16</a:t>
                </a:r>
              </a:p>
            </p:txBody>
          </p:sp>
          <p:sp>
            <p:nvSpPr>
              <p:cNvPr id="3099" name="Text Box 17">
                <a:extLst>
                  <a:ext uri="{FF2B5EF4-FFF2-40B4-BE49-F238E27FC236}">
                    <a16:creationId xmlns:a16="http://schemas.microsoft.com/office/drawing/2014/main" id="{B932818D-C655-F22B-B450-8B07D4F9C5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1413" y="3695598"/>
                <a:ext cx="468597" cy="4442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/>
                  <a:t>52</a:t>
                </a:r>
              </a:p>
            </p:txBody>
          </p:sp>
          <p:grpSp>
            <p:nvGrpSpPr>
              <p:cNvPr id="3100" name="Group 3099">
                <a:extLst>
                  <a:ext uri="{FF2B5EF4-FFF2-40B4-BE49-F238E27FC236}">
                    <a16:creationId xmlns:a16="http://schemas.microsoft.com/office/drawing/2014/main" id="{605509D8-B2B5-D90E-2719-AD839B50F2E8}"/>
                  </a:ext>
                </a:extLst>
              </p:cNvPr>
              <p:cNvGrpSpPr/>
              <p:nvPr/>
            </p:nvGrpSpPr>
            <p:grpSpPr>
              <a:xfrm>
                <a:off x="5210410" y="4299662"/>
                <a:ext cx="1645932" cy="2127347"/>
                <a:chOff x="3246203" y="3342920"/>
                <a:chExt cx="1645932" cy="2127347"/>
              </a:xfrm>
            </p:grpSpPr>
            <p:sp>
              <p:nvSpPr>
                <p:cNvPr id="3103" name="Text Box 11">
                  <a:extLst>
                    <a:ext uri="{FF2B5EF4-FFF2-40B4-BE49-F238E27FC236}">
                      <a16:creationId xmlns:a16="http://schemas.microsoft.com/office/drawing/2014/main" id="{93973279-0096-2144-BD9A-F8920CA30F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24523" y="3967794"/>
                  <a:ext cx="467612" cy="44424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 b="0"/>
                    <a:t>10</a:t>
                  </a:r>
                </a:p>
              </p:txBody>
            </p:sp>
            <p:sp>
              <p:nvSpPr>
                <p:cNvPr id="3104" name="Text Box 19">
                  <a:extLst>
                    <a:ext uri="{FF2B5EF4-FFF2-40B4-BE49-F238E27FC236}">
                      <a16:creationId xmlns:a16="http://schemas.microsoft.com/office/drawing/2014/main" id="{818C763F-EE9E-EB4A-C958-5E7171AF53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94259" y="3342920"/>
                  <a:ext cx="468597" cy="44300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 b="0" dirty="0"/>
                    <a:t>36</a:t>
                  </a:r>
                </a:p>
              </p:txBody>
            </p:sp>
            <p:grpSp>
              <p:nvGrpSpPr>
                <p:cNvPr id="3105" name="Group 3104">
                  <a:extLst>
                    <a:ext uri="{FF2B5EF4-FFF2-40B4-BE49-F238E27FC236}">
                      <a16:creationId xmlns:a16="http://schemas.microsoft.com/office/drawing/2014/main" id="{3C2C1D2C-D62D-6DE5-9CA8-41C3B04BD6AF}"/>
                    </a:ext>
                  </a:extLst>
                </p:cNvPr>
                <p:cNvGrpSpPr/>
                <p:nvPr/>
              </p:nvGrpSpPr>
              <p:grpSpPr>
                <a:xfrm>
                  <a:off x="3246203" y="3972337"/>
                  <a:ext cx="1290332" cy="1497930"/>
                  <a:chOff x="1519470" y="3946112"/>
                  <a:chExt cx="1290332" cy="1497930"/>
                </a:xfrm>
              </p:grpSpPr>
              <p:sp>
                <p:nvSpPr>
                  <p:cNvPr id="3108" name="Text Box 14">
                    <a:extLst>
                      <a:ext uri="{FF2B5EF4-FFF2-40B4-BE49-F238E27FC236}">
                        <a16:creationId xmlns:a16="http://schemas.microsoft.com/office/drawing/2014/main" id="{824FDE9C-CD51-4391-E816-5B0F63B1B05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42190" y="4563720"/>
                    <a:ext cx="467612" cy="444248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 sz="2000" b="0" dirty="0"/>
                      <a:t>16</a:t>
                    </a:r>
                  </a:p>
                </p:txBody>
              </p:sp>
              <p:sp>
                <p:nvSpPr>
                  <p:cNvPr id="3109" name="Text Box 16">
                    <a:extLst>
                      <a:ext uri="{FF2B5EF4-FFF2-40B4-BE49-F238E27FC236}">
                        <a16:creationId xmlns:a16="http://schemas.microsoft.com/office/drawing/2014/main" id="{FAC0F22D-6BBE-4488-9887-0B45F61207C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17538" y="3946112"/>
                    <a:ext cx="469581" cy="44176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 sz="2000" b="0" dirty="0"/>
                      <a:t>26</a:t>
                    </a:r>
                  </a:p>
                </p:txBody>
              </p:sp>
              <p:sp>
                <p:nvSpPr>
                  <p:cNvPr id="3110" name="Line 26">
                    <a:extLst>
                      <a:ext uri="{FF2B5EF4-FFF2-40B4-BE49-F238E27FC236}">
                        <a16:creationId xmlns:a16="http://schemas.microsoft.com/office/drawing/2014/main" id="{D4338569-FEA8-4BEA-0162-D993BFC917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363141" y="4299662"/>
                    <a:ext cx="203503" cy="290117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11" name="Line 25">
                    <a:extLst>
                      <a:ext uri="{FF2B5EF4-FFF2-40B4-BE49-F238E27FC236}">
                        <a16:creationId xmlns:a16="http://schemas.microsoft.com/office/drawing/2014/main" id="{01B43C88-A1F8-6F85-3CC4-07346CFCE9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35791" y="4299663"/>
                    <a:ext cx="192068" cy="274967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112" name="Group 3111">
                    <a:extLst>
                      <a:ext uri="{FF2B5EF4-FFF2-40B4-BE49-F238E27FC236}">
                        <a16:creationId xmlns:a16="http://schemas.microsoft.com/office/drawing/2014/main" id="{C9E88549-1DA4-E5A1-EE5C-E27DFC06923C}"/>
                      </a:ext>
                    </a:extLst>
                  </p:cNvPr>
                  <p:cNvGrpSpPr/>
                  <p:nvPr/>
                </p:nvGrpSpPr>
                <p:grpSpPr>
                  <a:xfrm>
                    <a:off x="1519470" y="4556967"/>
                    <a:ext cx="779682" cy="887075"/>
                    <a:chOff x="1263316" y="3238515"/>
                    <a:chExt cx="779682" cy="887075"/>
                  </a:xfrm>
                </p:grpSpPr>
                <p:sp>
                  <p:nvSpPr>
                    <p:cNvPr id="3113" name="Text Box 8">
                      <a:extLst>
                        <a:ext uri="{FF2B5EF4-FFF2-40B4-BE49-F238E27FC236}">
                          <a16:creationId xmlns:a16="http://schemas.microsoft.com/office/drawing/2014/main" id="{82CE1784-972A-30CA-2919-78F92F199D5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706317" y="3681342"/>
                      <a:ext cx="336681" cy="44424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r>
                        <a:rPr lang="en-US" altLang="en-US" sz="2000" b="0" dirty="0"/>
                        <a:t>4</a:t>
                      </a:r>
                    </a:p>
                  </p:txBody>
                </p:sp>
                <p:sp>
                  <p:nvSpPr>
                    <p:cNvPr id="3114" name="Text Box 9">
                      <a:extLst>
                        <a:ext uri="{FF2B5EF4-FFF2-40B4-BE49-F238E27FC236}">
                          <a16:creationId xmlns:a16="http://schemas.microsoft.com/office/drawing/2014/main" id="{6EB523D8-822E-2E7B-C467-6088A42FC20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63316" y="3681342"/>
                      <a:ext cx="336681" cy="44424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r>
                        <a:rPr lang="en-US" altLang="en-US" sz="2000" b="0" dirty="0"/>
                        <a:t>6</a:t>
                      </a:r>
                    </a:p>
                  </p:txBody>
                </p:sp>
                <p:sp>
                  <p:nvSpPr>
                    <p:cNvPr id="3115" name="Text Box 15">
                      <a:extLst>
                        <a:ext uri="{FF2B5EF4-FFF2-40B4-BE49-F238E27FC236}">
                          <a16:creationId xmlns:a16="http://schemas.microsoft.com/office/drawing/2014/main" id="{BF10D5B8-4F01-F910-F500-23F47D6C95B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403108" y="3238515"/>
                      <a:ext cx="468597" cy="44424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r>
                        <a:rPr lang="en-US" altLang="en-US" sz="2000" b="0" dirty="0"/>
                        <a:t>10</a:t>
                      </a:r>
                    </a:p>
                  </p:txBody>
                </p:sp>
                <p:grpSp>
                  <p:nvGrpSpPr>
                    <p:cNvPr id="3116" name="Group 22">
                      <a:extLst>
                        <a:ext uri="{FF2B5EF4-FFF2-40B4-BE49-F238E27FC236}">
                          <a16:creationId xmlns:a16="http://schemas.microsoft.com/office/drawing/2014/main" id="{2C4789AD-0F1B-47ED-F4A3-6B5960144B7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496630" y="3558671"/>
                      <a:ext cx="319945" cy="229569"/>
                      <a:chOff x="3752" y="4865"/>
                      <a:chExt cx="325" cy="184"/>
                    </a:xfrm>
                  </p:grpSpPr>
                  <p:sp>
                    <p:nvSpPr>
                      <p:cNvPr id="3117" name="Line 23">
                        <a:extLst>
                          <a:ext uri="{FF2B5EF4-FFF2-40B4-BE49-F238E27FC236}">
                            <a16:creationId xmlns:a16="http://schemas.microsoft.com/office/drawing/2014/main" id="{A376C118-5BC7-40BA-AE54-6CFD2683908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752" y="4865"/>
                        <a:ext cx="158" cy="183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118" name="Line 24">
                        <a:extLst>
                          <a:ext uri="{FF2B5EF4-FFF2-40B4-BE49-F238E27FC236}">
                            <a16:creationId xmlns:a16="http://schemas.microsoft.com/office/drawing/2014/main" id="{E57C7100-E648-3A38-9117-05752933906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3918" y="4865"/>
                        <a:ext cx="159" cy="18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3106" name="Line 26">
                  <a:extLst>
                    <a:ext uri="{FF2B5EF4-FFF2-40B4-BE49-F238E27FC236}">
                      <a16:creationId xmlns:a16="http://schemas.microsoft.com/office/drawing/2014/main" id="{CA9A20A9-ACA7-D9C2-6070-BFEF77C4DD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434778" y="3676183"/>
                  <a:ext cx="203503" cy="29011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7" name="Line 25">
                  <a:extLst>
                    <a:ext uri="{FF2B5EF4-FFF2-40B4-BE49-F238E27FC236}">
                      <a16:creationId xmlns:a16="http://schemas.microsoft.com/office/drawing/2014/main" id="{61CF9AD9-DFDA-C835-3569-04EC5BD602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07428" y="3676184"/>
                  <a:ext cx="192068" cy="27496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01" name="Line 26">
                <a:extLst>
                  <a:ext uri="{FF2B5EF4-FFF2-40B4-BE49-F238E27FC236}">
                    <a16:creationId xmlns:a16="http://schemas.microsoft.com/office/drawing/2014/main" id="{133029C3-248A-2FDB-869D-BE5D9EF962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736823" y="4021088"/>
                <a:ext cx="203503" cy="290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2" name="Line 25">
                <a:extLst>
                  <a:ext uri="{FF2B5EF4-FFF2-40B4-BE49-F238E27FC236}">
                    <a16:creationId xmlns:a16="http://schemas.microsoft.com/office/drawing/2014/main" id="{BA6DF0F7-FC9B-6D07-1EAD-B845ECD38A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09473" y="4021089"/>
                <a:ext cx="192068" cy="2749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96" name="Line 26">
              <a:extLst>
                <a:ext uri="{FF2B5EF4-FFF2-40B4-BE49-F238E27FC236}">
                  <a16:creationId xmlns:a16="http://schemas.microsoft.com/office/drawing/2014/main" id="{AABF2407-ECC9-0EBF-D6FC-84844B4F18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578835" y="3435556"/>
              <a:ext cx="203503" cy="2901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7" name="Line 25">
              <a:extLst>
                <a:ext uri="{FF2B5EF4-FFF2-40B4-BE49-F238E27FC236}">
                  <a16:creationId xmlns:a16="http://schemas.microsoft.com/office/drawing/2014/main" id="{16FD762F-1E1B-265D-8CE5-77641AE07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51485" y="3435557"/>
              <a:ext cx="192068" cy="2749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21" name="Group 3120">
            <a:extLst>
              <a:ext uri="{FF2B5EF4-FFF2-40B4-BE49-F238E27FC236}">
                <a16:creationId xmlns:a16="http://schemas.microsoft.com/office/drawing/2014/main" id="{6BDA0666-FBFF-05A5-0E00-CC6DA9E24358}"/>
              </a:ext>
            </a:extLst>
          </p:cNvPr>
          <p:cNvGrpSpPr/>
          <p:nvPr/>
        </p:nvGrpSpPr>
        <p:grpSpPr>
          <a:xfrm>
            <a:off x="6744785" y="1262252"/>
            <a:ext cx="2605174" cy="3896963"/>
            <a:chOff x="5925388" y="2962502"/>
            <a:chExt cx="2605174" cy="3896963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E300FC86-0FD4-54B5-5D39-016EABC8E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4866" y="3551539"/>
              <a:ext cx="335696" cy="4454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2</a:t>
              </a:r>
            </a:p>
          </p:txBody>
        </p: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08A20D59-EFDE-234F-10C2-7057DE0B26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9388" y="2962502"/>
              <a:ext cx="469581" cy="4417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68</a:t>
              </a:r>
            </a:p>
          </p:txBody>
        </p:sp>
        <p:grpSp>
          <p:nvGrpSpPr>
            <p:cNvPr id="3091" name="Group 3090">
              <a:extLst>
                <a:ext uri="{FF2B5EF4-FFF2-40B4-BE49-F238E27FC236}">
                  <a16:creationId xmlns:a16="http://schemas.microsoft.com/office/drawing/2014/main" id="{FB0EB824-4855-DE49-9A60-50D2E6A9EEEA}"/>
                </a:ext>
              </a:extLst>
            </p:cNvPr>
            <p:cNvGrpSpPr/>
            <p:nvPr/>
          </p:nvGrpSpPr>
          <p:grpSpPr>
            <a:xfrm>
              <a:off x="5925388" y="3551661"/>
              <a:ext cx="2324668" cy="3307804"/>
              <a:chOff x="7691476" y="3119205"/>
              <a:chExt cx="2324668" cy="3307804"/>
            </a:xfrm>
          </p:grpSpPr>
          <p:sp>
            <p:nvSpPr>
              <p:cNvPr id="12" name="Text Box 13">
                <a:extLst>
                  <a:ext uri="{FF2B5EF4-FFF2-40B4-BE49-F238E27FC236}">
                    <a16:creationId xmlns:a16="http://schemas.microsoft.com/office/drawing/2014/main" id="{65010F4C-1389-D870-6868-BAC025207C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48532" y="3695598"/>
                <a:ext cx="467612" cy="4454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dirty="0"/>
                  <a:t>14</a:t>
                </a:r>
              </a:p>
            </p:txBody>
          </p:sp>
          <p:sp>
            <p:nvSpPr>
              <p:cNvPr id="17" name="Text Box 18">
                <a:extLst>
                  <a:ext uri="{FF2B5EF4-FFF2-40B4-BE49-F238E27FC236}">
                    <a16:creationId xmlns:a16="http://schemas.microsoft.com/office/drawing/2014/main" id="{7135C34A-2B90-1494-C8EA-31FA7F8453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26954" y="3119205"/>
                <a:ext cx="469581" cy="44300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dirty="0"/>
                  <a:t>66</a:t>
                </a:r>
              </a:p>
            </p:txBody>
          </p:sp>
          <p:grpSp>
            <p:nvGrpSpPr>
              <p:cNvPr id="4154" name="Group 4153">
                <a:extLst>
                  <a:ext uri="{FF2B5EF4-FFF2-40B4-BE49-F238E27FC236}">
                    <a16:creationId xmlns:a16="http://schemas.microsoft.com/office/drawing/2014/main" id="{6DB86F43-3F50-B2E9-947E-427FABE4FE3C}"/>
                  </a:ext>
                </a:extLst>
              </p:cNvPr>
              <p:cNvGrpSpPr/>
              <p:nvPr/>
            </p:nvGrpSpPr>
            <p:grpSpPr>
              <a:xfrm>
                <a:off x="7691476" y="3695598"/>
                <a:ext cx="1960484" cy="2731411"/>
                <a:chOff x="5210410" y="3695598"/>
                <a:chExt cx="1960484" cy="2731411"/>
              </a:xfrm>
            </p:grpSpPr>
            <p:sp>
              <p:nvSpPr>
                <p:cNvPr id="4155" name="Text Box 12">
                  <a:extLst>
                    <a:ext uri="{FF2B5EF4-FFF2-40B4-BE49-F238E27FC236}">
                      <a16:creationId xmlns:a16="http://schemas.microsoft.com/office/drawing/2014/main" id="{895D5A60-E783-E8A7-5B88-DA8FC6C84A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02297" y="4296527"/>
                  <a:ext cx="468597" cy="44300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 b="0"/>
                    <a:t>16</a:t>
                  </a:r>
                </a:p>
              </p:txBody>
            </p:sp>
            <p:sp>
              <p:nvSpPr>
                <p:cNvPr id="4156" name="Text Box 17">
                  <a:extLst>
                    <a:ext uri="{FF2B5EF4-FFF2-40B4-BE49-F238E27FC236}">
                      <a16:creationId xmlns:a16="http://schemas.microsoft.com/office/drawing/2014/main" id="{741CF12C-273E-DC67-F0B8-634A8A88705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11413" y="3695598"/>
                  <a:ext cx="468597" cy="44424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 b="0"/>
                    <a:t>52</a:t>
                  </a:r>
                </a:p>
              </p:txBody>
            </p:sp>
            <p:grpSp>
              <p:nvGrpSpPr>
                <p:cNvPr id="4157" name="Group 4156">
                  <a:extLst>
                    <a:ext uri="{FF2B5EF4-FFF2-40B4-BE49-F238E27FC236}">
                      <a16:creationId xmlns:a16="http://schemas.microsoft.com/office/drawing/2014/main" id="{5777C95C-A72D-5540-E862-03A7F254A1FC}"/>
                    </a:ext>
                  </a:extLst>
                </p:cNvPr>
                <p:cNvGrpSpPr/>
                <p:nvPr/>
              </p:nvGrpSpPr>
              <p:grpSpPr>
                <a:xfrm>
                  <a:off x="5210410" y="4299662"/>
                  <a:ext cx="1645932" cy="2127347"/>
                  <a:chOff x="3246203" y="3342920"/>
                  <a:chExt cx="1645932" cy="2127347"/>
                </a:xfrm>
              </p:grpSpPr>
              <p:sp>
                <p:nvSpPr>
                  <p:cNvPr id="3072" name="Text Box 11">
                    <a:extLst>
                      <a:ext uri="{FF2B5EF4-FFF2-40B4-BE49-F238E27FC236}">
                        <a16:creationId xmlns:a16="http://schemas.microsoft.com/office/drawing/2014/main" id="{FA277633-D058-7412-D69F-EFA69D3FF4F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24523" y="3967794"/>
                    <a:ext cx="467612" cy="444248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 sz="2000" b="0" dirty="0"/>
                      <a:t>10</a:t>
                    </a:r>
                  </a:p>
                </p:txBody>
              </p:sp>
              <p:sp>
                <p:nvSpPr>
                  <p:cNvPr id="3073" name="Text Box 19">
                    <a:extLst>
                      <a:ext uri="{FF2B5EF4-FFF2-40B4-BE49-F238E27FC236}">
                        <a16:creationId xmlns:a16="http://schemas.microsoft.com/office/drawing/2014/main" id="{83010266-E014-3165-CFC4-AFFD6D586A2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94259" y="3342920"/>
                    <a:ext cx="468597" cy="443007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 sz="2000" b="0" dirty="0"/>
                      <a:t>36</a:t>
                    </a:r>
                  </a:p>
                </p:txBody>
              </p:sp>
              <p:grpSp>
                <p:nvGrpSpPr>
                  <p:cNvPr id="3075" name="Group 3074">
                    <a:extLst>
                      <a:ext uri="{FF2B5EF4-FFF2-40B4-BE49-F238E27FC236}">
                        <a16:creationId xmlns:a16="http://schemas.microsoft.com/office/drawing/2014/main" id="{767A2D39-ABAF-DA6A-EE0F-EBA805D2C68D}"/>
                      </a:ext>
                    </a:extLst>
                  </p:cNvPr>
                  <p:cNvGrpSpPr/>
                  <p:nvPr/>
                </p:nvGrpSpPr>
                <p:grpSpPr>
                  <a:xfrm>
                    <a:off x="3246203" y="3972337"/>
                    <a:ext cx="1290332" cy="1497930"/>
                    <a:chOff x="1519470" y="3946112"/>
                    <a:chExt cx="1290332" cy="1497930"/>
                  </a:xfrm>
                </p:grpSpPr>
                <p:sp>
                  <p:nvSpPr>
                    <p:cNvPr id="3078" name="Text Box 14">
                      <a:extLst>
                        <a:ext uri="{FF2B5EF4-FFF2-40B4-BE49-F238E27FC236}">
                          <a16:creationId xmlns:a16="http://schemas.microsoft.com/office/drawing/2014/main" id="{78EAAD2A-AF88-362E-41B8-181AF8DE093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42190" y="4563720"/>
                      <a:ext cx="467612" cy="44424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r>
                        <a:rPr lang="en-US" altLang="en-US" sz="2000" b="0" dirty="0"/>
                        <a:t>16</a:t>
                      </a:r>
                    </a:p>
                  </p:txBody>
                </p:sp>
                <p:sp>
                  <p:nvSpPr>
                    <p:cNvPr id="3079" name="Text Box 16">
                      <a:extLst>
                        <a:ext uri="{FF2B5EF4-FFF2-40B4-BE49-F238E27FC236}">
                          <a16:creationId xmlns:a16="http://schemas.microsoft.com/office/drawing/2014/main" id="{6162E506-29E8-AF12-36D8-4A01623C6F5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17538" y="3946112"/>
                      <a:ext cx="469581" cy="441766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r>
                        <a:rPr lang="en-US" altLang="en-US" sz="2000" b="0" dirty="0"/>
                        <a:t>26</a:t>
                      </a:r>
                    </a:p>
                  </p:txBody>
                </p:sp>
                <p:sp>
                  <p:nvSpPr>
                    <p:cNvPr id="3080" name="Line 26">
                      <a:extLst>
                        <a:ext uri="{FF2B5EF4-FFF2-40B4-BE49-F238E27FC236}">
                          <a16:creationId xmlns:a16="http://schemas.microsoft.com/office/drawing/2014/main" id="{EB286B53-9B07-C50F-ACF9-846116B71DD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363141" y="4299662"/>
                      <a:ext cx="203503" cy="290117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81" name="Line 25">
                      <a:extLst>
                        <a:ext uri="{FF2B5EF4-FFF2-40B4-BE49-F238E27FC236}">
                          <a16:creationId xmlns:a16="http://schemas.microsoft.com/office/drawing/2014/main" id="{64963E0A-6BC7-BCCE-6801-02BB022BB04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935791" y="4299663"/>
                      <a:ext cx="192068" cy="274967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3082" name="Group 3081">
                      <a:extLst>
                        <a:ext uri="{FF2B5EF4-FFF2-40B4-BE49-F238E27FC236}">
                          <a16:creationId xmlns:a16="http://schemas.microsoft.com/office/drawing/2014/main" id="{2A9904E8-5FE1-400D-BA0A-B6D3590FA6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19470" y="4556967"/>
                      <a:ext cx="779682" cy="887075"/>
                      <a:chOff x="1263316" y="3238515"/>
                      <a:chExt cx="779682" cy="887075"/>
                    </a:xfrm>
                  </p:grpSpPr>
                  <p:sp>
                    <p:nvSpPr>
                      <p:cNvPr id="3083" name="Text Box 8">
                        <a:extLst>
                          <a:ext uri="{FF2B5EF4-FFF2-40B4-BE49-F238E27FC236}">
                            <a16:creationId xmlns:a16="http://schemas.microsoft.com/office/drawing/2014/main" id="{BD995731-6115-D289-3A62-F638948E48F6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706317" y="3681342"/>
                        <a:ext cx="336681" cy="44424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r>
                          <a:rPr lang="en-US" altLang="en-US" sz="2000" b="0" dirty="0"/>
                          <a:t>4</a:t>
                        </a:r>
                      </a:p>
                    </p:txBody>
                  </p:sp>
                  <p:sp>
                    <p:nvSpPr>
                      <p:cNvPr id="3084" name="Text Box 9">
                        <a:extLst>
                          <a:ext uri="{FF2B5EF4-FFF2-40B4-BE49-F238E27FC236}">
                            <a16:creationId xmlns:a16="http://schemas.microsoft.com/office/drawing/2014/main" id="{F36FAF79-A413-A76C-374B-D921F5B83CD0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263316" y="3681342"/>
                        <a:ext cx="336681" cy="44424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r>
                          <a:rPr lang="en-US" altLang="en-US" sz="2000" b="0" dirty="0"/>
                          <a:t>6</a:t>
                        </a:r>
                      </a:p>
                    </p:txBody>
                  </p:sp>
                  <p:sp>
                    <p:nvSpPr>
                      <p:cNvPr id="3085" name="Text Box 15">
                        <a:extLst>
                          <a:ext uri="{FF2B5EF4-FFF2-40B4-BE49-F238E27FC236}">
                            <a16:creationId xmlns:a16="http://schemas.microsoft.com/office/drawing/2014/main" id="{23B3ABF1-6F10-50CF-4F6C-3C5555F67E46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403108" y="3238515"/>
                        <a:ext cx="468597" cy="44424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r>
                          <a:rPr lang="en-US" altLang="en-US" sz="2000" b="0" dirty="0"/>
                          <a:t>10</a:t>
                        </a:r>
                      </a:p>
                    </p:txBody>
                  </p:sp>
                  <p:grpSp>
                    <p:nvGrpSpPr>
                      <p:cNvPr id="3086" name="Group 22">
                        <a:extLst>
                          <a:ext uri="{FF2B5EF4-FFF2-40B4-BE49-F238E27FC236}">
                            <a16:creationId xmlns:a16="http://schemas.microsoft.com/office/drawing/2014/main" id="{BA2796A3-FE53-2299-E518-E7D8AF051A0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496630" y="3558671"/>
                        <a:ext cx="319945" cy="229569"/>
                        <a:chOff x="3752" y="4865"/>
                        <a:chExt cx="325" cy="184"/>
                      </a:xfrm>
                    </p:grpSpPr>
                    <p:sp>
                      <p:nvSpPr>
                        <p:cNvPr id="3087" name="Line 23">
                          <a:extLst>
                            <a:ext uri="{FF2B5EF4-FFF2-40B4-BE49-F238E27FC236}">
                              <a16:creationId xmlns:a16="http://schemas.microsoft.com/office/drawing/2014/main" id="{57055568-3389-83C8-9DA4-11CB32FD328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752" y="4865"/>
                          <a:ext cx="158" cy="183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088" name="Line 24">
                          <a:extLst>
                            <a:ext uri="{FF2B5EF4-FFF2-40B4-BE49-F238E27FC236}">
                              <a16:creationId xmlns:a16="http://schemas.microsoft.com/office/drawing/2014/main" id="{1A44AEF0-EBE3-06E0-A4A3-8F38061E8B5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 flipV="1">
                          <a:off x="3918" y="4865"/>
                          <a:ext cx="159" cy="184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</p:grpSp>
              <p:sp>
                <p:nvSpPr>
                  <p:cNvPr id="3076" name="Line 26">
                    <a:extLst>
                      <a:ext uri="{FF2B5EF4-FFF2-40B4-BE49-F238E27FC236}">
                        <a16:creationId xmlns:a16="http://schemas.microsoft.com/office/drawing/2014/main" id="{E755B818-3DC1-7C1D-87C3-39B4074B99B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434778" y="3676183"/>
                    <a:ext cx="203503" cy="290117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077" name="Line 25">
                    <a:extLst>
                      <a:ext uri="{FF2B5EF4-FFF2-40B4-BE49-F238E27FC236}">
                        <a16:creationId xmlns:a16="http://schemas.microsoft.com/office/drawing/2014/main" id="{A420E02E-6C69-3848-5BF5-3EE133DB66A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07428" y="3676184"/>
                    <a:ext cx="192068" cy="274967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158" name="Line 26">
                  <a:extLst>
                    <a:ext uri="{FF2B5EF4-FFF2-40B4-BE49-F238E27FC236}">
                      <a16:creationId xmlns:a16="http://schemas.microsoft.com/office/drawing/2014/main" id="{145E2F4F-F954-2FCD-5BA9-184788CEFF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6736823" y="4021088"/>
                  <a:ext cx="203503" cy="29011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9" name="Line 25">
                  <a:extLst>
                    <a:ext uri="{FF2B5EF4-FFF2-40B4-BE49-F238E27FC236}">
                      <a16:creationId xmlns:a16="http://schemas.microsoft.com/office/drawing/2014/main" id="{EDC8A3E4-8758-EFCD-7A7E-BB50167801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309473" y="4021089"/>
                  <a:ext cx="192068" cy="27496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89" name="Line 26">
                <a:extLst>
                  <a:ext uri="{FF2B5EF4-FFF2-40B4-BE49-F238E27FC236}">
                    <a16:creationId xmlns:a16="http://schemas.microsoft.com/office/drawing/2014/main" id="{468E15D0-A280-4407-E75B-EF68B79FD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9578835" y="3435556"/>
                <a:ext cx="203503" cy="290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0" name="Line 25">
                <a:extLst>
                  <a:ext uri="{FF2B5EF4-FFF2-40B4-BE49-F238E27FC236}">
                    <a16:creationId xmlns:a16="http://schemas.microsoft.com/office/drawing/2014/main" id="{4435DBB7-5382-BB7A-479D-9B539DB098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51485" y="3435557"/>
                <a:ext cx="192068" cy="2749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19" name="Line 26">
              <a:extLst>
                <a:ext uri="{FF2B5EF4-FFF2-40B4-BE49-F238E27FC236}">
                  <a16:creationId xmlns:a16="http://schemas.microsoft.com/office/drawing/2014/main" id="{A3E3759D-0858-910C-B028-C68C616BA7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25568" y="3282475"/>
              <a:ext cx="203503" cy="2901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20" name="Line 25">
              <a:extLst>
                <a:ext uri="{FF2B5EF4-FFF2-40B4-BE49-F238E27FC236}">
                  <a16:creationId xmlns:a16="http://schemas.microsoft.com/office/drawing/2014/main" id="{4AB111D4-9394-A301-534E-68CAB771D1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98218" y="3282476"/>
              <a:ext cx="192068" cy="2749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80" name="Group 4179">
            <a:extLst>
              <a:ext uri="{FF2B5EF4-FFF2-40B4-BE49-F238E27FC236}">
                <a16:creationId xmlns:a16="http://schemas.microsoft.com/office/drawing/2014/main" id="{F4950035-BD2B-81DE-95C2-36D6FCBBE39E}"/>
              </a:ext>
            </a:extLst>
          </p:cNvPr>
          <p:cNvGrpSpPr/>
          <p:nvPr/>
        </p:nvGrpSpPr>
        <p:grpSpPr>
          <a:xfrm>
            <a:off x="8194090" y="1272697"/>
            <a:ext cx="2974661" cy="4472990"/>
            <a:chOff x="7778221" y="2425977"/>
            <a:chExt cx="2974661" cy="4472990"/>
          </a:xfrm>
        </p:grpSpPr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68E2E465-40EB-03B8-30BF-2C10FEA64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17186" y="3022515"/>
              <a:ext cx="335696" cy="4430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8</a:t>
              </a:r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CEB25989-972C-07AF-3F7D-C8D7594812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3909" y="2425977"/>
              <a:ext cx="467612" cy="444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76</a:t>
              </a:r>
            </a:p>
          </p:txBody>
        </p:sp>
        <p:grpSp>
          <p:nvGrpSpPr>
            <p:cNvPr id="3122" name="Group 3121">
              <a:extLst>
                <a:ext uri="{FF2B5EF4-FFF2-40B4-BE49-F238E27FC236}">
                  <a16:creationId xmlns:a16="http://schemas.microsoft.com/office/drawing/2014/main" id="{645CFA35-0DFF-4EF2-BC55-F08A3FBD38DC}"/>
                </a:ext>
              </a:extLst>
            </p:cNvPr>
            <p:cNvGrpSpPr/>
            <p:nvPr/>
          </p:nvGrpSpPr>
          <p:grpSpPr>
            <a:xfrm>
              <a:off x="7778221" y="3002004"/>
              <a:ext cx="2605174" cy="3896963"/>
              <a:chOff x="5925388" y="2962502"/>
              <a:chExt cx="2605174" cy="3896963"/>
            </a:xfrm>
          </p:grpSpPr>
          <p:sp>
            <p:nvSpPr>
              <p:cNvPr id="3123" name="Text Box 7">
                <a:extLst>
                  <a:ext uri="{FF2B5EF4-FFF2-40B4-BE49-F238E27FC236}">
                    <a16:creationId xmlns:a16="http://schemas.microsoft.com/office/drawing/2014/main" id="{29113D59-D755-393A-D166-4A20BCCF2E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94866" y="3551539"/>
                <a:ext cx="335696" cy="4454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dirty="0"/>
                  <a:t>2</a:t>
                </a:r>
              </a:p>
            </p:txBody>
          </p:sp>
          <p:sp>
            <p:nvSpPr>
              <p:cNvPr id="3124" name="Text Box 20">
                <a:extLst>
                  <a:ext uri="{FF2B5EF4-FFF2-40B4-BE49-F238E27FC236}">
                    <a16:creationId xmlns:a16="http://schemas.microsoft.com/office/drawing/2014/main" id="{D5F95FEF-EB96-0FD7-4642-E062BA6EFA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79388" y="2962502"/>
                <a:ext cx="469581" cy="44176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2000" b="0" dirty="0"/>
                  <a:t>68</a:t>
                </a:r>
              </a:p>
            </p:txBody>
          </p:sp>
          <p:grpSp>
            <p:nvGrpSpPr>
              <p:cNvPr id="3125" name="Group 3124">
                <a:extLst>
                  <a:ext uri="{FF2B5EF4-FFF2-40B4-BE49-F238E27FC236}">
                    <a16:creationId xmlns:a16="http://schemas.microsoft.com/office/drawing/2014/main" id="{CFA784F7-A916-2D5E-FDF1-FB72D6252E0A}"/>
                  </a:ext>
                </a:extLst>
              </p:cNvPr>
              <p:cNvGrpSpPr/>
              <p:nvPr/>
            </p:nvGrpSpPr>
            <p:grpSpPr>
              <a:xfrm>
                <a:off x="5925388" y="3551661"/>
                <a:ext cx="2324668" cy="3307804"/>
                <a:chOff x="7691476" y="3119205"/>
                <a:chExt cx="2324668" cy="3307804"/>
              </a:xfrm>
            </p:grpSpPr>
            <p:sp>
              <p:nvSpPr>
                <p:cNvPr id="3128" name="Text Box 13">
                  <a:extLst>
                    <a:ext uri="{FF2B5EF4-FFF2-40B4-BE49-F238E27FC236}">
                      <a16:creationId xmlns:a16="http://schemas.microsoft.com/office/drawing/2014/main" id="{7296D6B0-E7DF-FE16-C9DA-17123D843E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548532" y="3695598"/>
                  <a:ext cx="467612" cy="44548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 b="0" dirty="0"/>
                    <a:t>14</a:t>
                  </a:r>
                </a:p>
              </p:txBody>
            </p:sp>
            <p:sp>
              <p:nvSpPr>
                <p:cNvPr id="3129" name="Text Box 18">
                  <a:extLst>
                    <a:ext uri="{FF2B5EF4-FFF2-40B4-BE49-F238E27FC236}">
                      <a16:creationId xmlns:a16="http://schemas.microsoft.com/office/drawing/2014/main" id="{CDEB0DF5-509A-AA67-9F55-E7259E620C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26954" y="3119205"/>
                  <a:ext cx="469581" cy="44300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2000" b="0" dirty="0"/>
                    <a:t>66</a:t>
                  </a:r>
                </a:p>
              </p:txBody>
            </p:sp>
            <p:grpSp>
              <p:nvGrpSpPr>
                <p:cNvPr id="3130" name="Group 3129">
                  <a:extLst>
                    <a:ext uri="{FF2B5EF4-FFF2-40B4-BE49-F238E27FC236}">
                      <a16:creationId xmlns:a16="http://schemas.microsoft.com/office/drawing/2014/main" id="{3809705E-4F20-1F1A-D8A8-7CC383181538}"/>
                    </a:ext>
                  </a:extLst>
                </p:cNvPr>
                <p:cNvGrpSpPr/>
                <p:nvPr/>
              </p:nvGrpSpPr>
              <p:grpSpPr>
                <a:xfrm>
                  <a:off x="7691476" y="3695598"/>
                  <a:ext cx="1960484" cy="2731411"/>
                  <a:chOff x="5210410" y="3695598"/>
                  <a:chExt cx="1960484" cy="2731411"/>
                </a:xfrm>
              </p:grpSpPr>
              <p:sp>
                <p:nvSpPr>
                  <p:cNvPr id="3133" name="Text Box 12">
                    <a:extLst>
                      <a:ext uri="{FF2B5EF4-FFF2-40B4-BE49-F238E27FC236}">
                        <a16:creationId xmlns:a16="http://schemas.microsoft.com/office/drawing/2014/main" id="{D3594289-E55E-913F-ADA6-EE73E8D14FD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02297" y="4296527"/>
                    <a:ext cx="468597" cy="443007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 sz="2000" b="0"/>
                      <a:t>16</a:t>
                    </a:r>
                  </a:p>
                </p:txBody>
              </p:sp>
              <p:sp>
                <p:nvSpPr>
                  <p:cNvPr id="3134" name="Text Box 17">
                    <a:extLst>
                      <a:ext uri="{FF2B5EF4-FFF2-40B4-BE49-F238E27FC236}">
                        <a16:creationId xmlns:a16="http://schemas.microsoft.com/office/drawing/2014/main" id="{F98A4682-36A7-B3F5-38A2-D2622622138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411413" y="3695598"/>
                    <a:ext cx="468597" cy="444248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en-US" sz="2000" b="0"/>
                      <a:t>52</a:t>
                    </a:r>
                  </a:p>
                </p:txBody>
              </p:sp>
              <p:grpSp>
                <p:nvGrpSpPr>
                  <p:cNvPr id="3135" name="Group 3134">
                    <a:extLst>
                      <a:ext uri="{FF2B5EF4-FFF2-40B4-BE49-F238E27FC236}">
                        <a16:creationId xmlns:a16="http://schemas.microsoft.com/office/drawing/2014/main" id="{D1432EED-FCAA-56E6-D1BD-C71C19FA9B8E}"/>
                      </a:ext>
                    </a:extLst>
                  </p:cNvPr>
                  <p:cNvGrpSpPr/>
                  <p:nvPr/>
                </p:nvGrpSpPr>
                <p:grpSpPr>
                  <a:xfrm>
                    <a:off x="5210410" y="4299662"/>
                    <a:ext cx="1645932" cy="2127347"/>
                    <a:chOff x="3246203" y="3342920"/>
                    <a:chExt cx="1645932" cy="2127347"/>
                  </a:xfrm>
                </p:grpSpPr>
                <p:sp>
                  <p:nvSpPr>
                    <p:cNvPr id="4162" name="Text Box 11">
                      <a:extLst>
                        <a:ext uri="{FF2B5EF4-FFF2-40B4-BE49-F238E27FC236}">
                          <a16:creationId xmlns:a16="http://schemas.microsoft.com/office/drawing/2014/main" id="{89067D83-C275-3F06-8290-C8A45B298ED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424523" y="3967794"/>
                      <a:ext cx="467612" cy="44424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r>
                        <a:rPr lang="en-US" altLang="en-US" sz="2000" b="0"/>
                        <a:t>10</a:t>
                      </a:r>
                    </a:p>
                  </p:txBody>
                </p:sp>
                <p:sp>
                  <p:nvSpPr>
                    <p:cNvPr id="4163" name="Text Box 19">
                      <a:extLst>
                        <a:ext uri="{FF2B5EF4-FFF2-40B4-BE49-F238E27FC236}">
                          <a16:creationId xmlns:a16="http://schemas.microsoft.com/office/drawing/2014/main" id="{B31E0FD8-B1C8-5349-BDD3-6DB248DA684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094259" y="3342920"/>
                      <a:ext cx="468597" cy="443007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r>
                        <a:rPr lang="en-US" altLang="en-US" sz="2000" b="0" dirty="0"/>
                        <a:t>36</a:t>
                      </a:r>
                    </a:p>
                  </p:txBody>
                </p:sp>
                <p:grpSp>
                  <p:nvGrpSpPr>
                    <p:cNvPr id="4164" name="Group 4163">
                      <a:extLst>
                        <a:ext uri="{FF2B5EF4-FFF2-40B4-BE49-F238E27FC236}">
                          <a16:creationId xmlns:a16="http://schemas.microsoft.com/office/drawing/2014/main" id="{AE3CB4EC-3CC4-0F9C-7AD4-690FFFD277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46203" y="3972337"/>
                      <a:ext cx="1290332" cy="1497930"/>
                      <a:chOff x="1519470" y="3946112"/>
                      <a:chExt cx="1290332" cy="1497930"/>
                    </a:xfrm>
                  </p:grpSpPr>
                  <p:sp>
                    <p:nvSpPr>
                      <p:cNvPr id="4167" name="Text Box 14">
                        <a:extLst>
                          <a:ext uri="{FF2B5EF4-FFF2-40B4-BE49-F238E27FC236}">
                            <a16:creationId xmlns:a16="http://schemas.microsoft.com/office/drawing/2014/main" id="{7D62C05D-4A11-B030-ECED-26DAFF8D7EBA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342190" y="4563720"/>
                        <a:ext cx="467612" cy="44424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r>
                          <a:rPr lang="en-US" altLang="en-US" sz="2000" b="0" dirty="0"/>
                          <a:t>16</a:t>
                        </a:r>
                      </a:p>
                    </p:txBody>
                  </p:sp>
                  <p:sp>
                    <p:nvSpPr>
                      <p:cNvPr id="4168" name="Text Box 16">
                        <a:extLst>
                          <a:ext uri="{FF2B5EF4-FFF2-40B4-BE49-F238E27FC236}">
                            <a16:creationId xmlns:a16="http://schemas.microsoft.com/office/drawing/2014/main" id="{B197DEFD-F0D1-D896-92A9-86EC0EC644EB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017538" y="3946112"/>
                        <a:ext cx="469581" cy="44176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r>
                          <a:rPr lang="en-US" altLang="en-US" sz="2000" b="0" dirty="0"/>
                          <a:t>26</a:t>
                        </a:r>
                      </a:p>
                    </p:txBody>
                  </p:sp>
                  <p:sp>
                    <p:nvSpPr>
                      <p:cNvPr id="4169" name="Line 26">
                        <a:extLst>
                          <a:ext uri="{FF2B5EF4-FFF2-40B4-BE49-F238E27FC236}">
                            <a16:creationId xmlns:a16="http://schemas.microsoft.com/office/drawing/2014/main" id="{C5F265DE-8869-8FF2-5B1E-3BF93D82579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2363141" y="4299662"/>
                        <a:ext cx="203503" cy="290117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4170" name="Line 25">
                        <a:extLst>
                          <a:ext uri="{FF2B5EF4-FFF2-40B4-BE49-F238E27FC236}">
                            <a16:creationId xmlns:a16="http://schemas.microsoft.com/office/drawing/2014/main" id="{FD808604-4F6B-24E0-F6D2-39D79652BFE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1935791" y="4299663"/>
                        <a:ext cx="192068" cy="274967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4171" name="Group 4170">
                        <a:extLst>
                          <a:ext uri="{FF2B5EF4-FFF2-40B4-BE49-F238E27FC236}">
                            <a16:creationId xmlns:a16="http://schemas.microsoft.com/office/drawing/2014/main" id="{9602733D-67B0-359C-A70B-E20BAD1C70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19470" y="4556967"/>
                        <a:ext cx="779682" cy="887075"/>
                        <a:chOff x="1263316" y="3238515"/>
                        <a:chExt cx="779682" cy="887075"/>
                      </a:xfrm>
                    </p:grpSpPr>
                    <p:sp>
                      <p:nvSpPr>
                        <p:cNvPr id="4172" name="Text Box 8">
                          <a:extLst>
                            <a:ext uri="{FF2B5EF4-FFF2-40B4-BE49-F238E27FC236}">
                              <a16:creationId xmlns:a16="http://schemas.microsoft.com/office/drawing/2014/main" id="{C0843671-B1DE-CF8E-49F6-58948C5F885E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06317" y="3681342"/>
                          <a:ext cx="336681" cy="444248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1pPr>
                          <a:lvl2pPr marL="742950" indent="-285750"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2pPr>
                          <a:lvl3pPr marL="1143000" indent="-228600"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3pPr>
                          <a:lvl4pPr marL="1600200" indent="-228600"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4pPr>
                          <a:lvl5pPr marL="2057400" indent="-228600"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9pPr>
                        </a:lstStyle>
                        <a:p>
                          <a:r>
                            <a:rPr lang="en-US" altLang="en-US" sz="2000" b="0" dirty="0"/>
                            <a:t>4</a:t>
                          </a:r>
                        </a:p>
                      </p:txBody>
                    </p:sp>
                    <p:sp>
                      <p:nvSpPr>
                        <p:cNvPr id="4173" name="Text Box 9">
                          <a:extLst>
                            <a:ext uri="{FF2B5EF4-FFF2-40B4-BE49-F238E27FC236}">
                              <a16:creationId xmlns:a16="http://schemas.microsoft.com/office/drawing/2014/main" id="{2693F079-15D6-2CF9-E5E8-3ADD43875B1F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263316" y="3681342"/>
                          <a:ext cx="336681" cy="444248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1pPr>
                          <a:lvl2pPr marL="742950" indent="-285750"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2pPr>
                          <a:lvl3pPr marL="1143000" indent="-228600"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3pPr>
                          <a:lvl4pPr marL="1600200" indent="-228600"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4pPr>
                          <a:lvl5pPr marL="2057400" indent="-228600"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9pPr>
                        </a:lstStyle>
                        <a:p>
                          <a:r>
                            <a:rPr lang="en-US" altLang="en-US" sz="2000" b="0" dirty="0"/>
                            <a:t>6</a:t>
                          </a:r>
                        </a:p>
                      </p:txBody>
                    </p:sp>
                    <p:sp>
                      <p:nvSpPr>
                        <p:cNvPr id="4174" name="Text Box 15">
                          <a:extLst>
                            <a:ext uri="{FF2B5EF4-FFF2-40B4-BE49-F238E27FC236}">
                              <a16:creationId xmlns:a16="http://schemas.microsoft.com/office/drawing/2014/main" id="{88904B00-24E1-526F-7DD2-89778EF18F24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403108" y="3238515"/>
                          <a:ext cx="468597" cy="444248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1pPr>
                          <a:lvl2pPr marL="742950" indent="-285750"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2pPr>
                          <a:lvl3pPr marL="1143000" indent="-228600"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3pPr>
                          <a:lvl4pPr marL="1600200" indent="-228600"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4pPr>
                          <a:lvl5pPr marL="2057400" indent="-228600"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 sz="2400" b="1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ＭＳ Ｐゴシック" panose="020B0600070205080204" pitchFamily="34" charset="-128"/>
                            </a:defRPr>
                          </a:lvl9pPr>
                        </a:lstStyle>
                        <a:p>
                          <a:r>
                            <a:rPr lang="en-US" altLang="en-US" sz="2000" b="0" dirty="0"/>
                            <a:t>10</a:t>
                          </a:r>
                        </a:p>
                      </p:txBody>
                    </p:sp>
                    <p:grpSp>
                      <p:nvGrpSpPr>
                        <p:cNvPr id="4175" name="Group 22">
                          <a:extLst>
                            <a:ext uri="{FF2B5EF4-FFF2-40B4-BE49-F238E27FC236}">
                              <a16:creationId xmlns:a16="http://schemas.microsoft.com/office/drawing/2014/main" id="{6DC53F94-1C46-F347-0949-954F903FC279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496630" y="3558671"/>
                          <a:ext cx="319945" cy="229569"/>
                          <a:chOff x="3752" y="4865"/>
                          <a:chExt cx="325" cy="184"/>
                        </a:xfrm>
                      </p:grpSpPr>
                      <p:sp>
                        <p:nvSpPr>
                          <p:cNvPr id="4176" name="Line 23">
                            <a:extLst>
                              <a:ext uri="{FF2B5EF4-FFF2-40B4-BE49-F238E27FC236}">
                                <a16:creationId xmlns:a16="http://schemas.microsoft.com/office/drawing/2014/main" id="{CF74E00C-1141-D928-DA22-E612D9F93DB8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3752" y="4865"/>
                            <a:ext cx="158" cy="183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4177" name="Line 24">
                            <a:extLst>
                              <a:ext uri="{FF2B5EF4-FFF2-40B4-BE49-F238E27FC236}">
                                <a16:creationId xmlns:a16="http://schemas.microsoft.com/office/drawing/2014/main" id="{5730C6B3-8C95-6FA6-D023-55157A88983A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 flipV="1">
                            <a:off x="3918" y="4865"/>
                            <a:ext cx="159" cy="184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</p:grpSp>
                <p:sp>
                  <p:nvSpPr>
                    <p:cNvPr id="4165" name="Line 26">
                      <a:extLst>
                        <a:ext uri="{FF2B5EF4-FFF2-40B4-BE49-F238E27FC236}">
                          <a16:creationId xmlns:a16="http://schemas.microsoft.com/office/drawing/2014/main" id="{941FE3F1-F1B5-75C5-5676-C9496F946DD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4434778" y="3676183"/>
                      <a:ext cx="203503" cy="290117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66" name="Line 25">
                      <a:extLst>
                        <a:ext uri="{FF2B5EF4-FFF2-40B4-BE49-F238E27FC236}">
                          <a16:creationId xmlns:a16="http://schemas.microsoft.com/office/drawing/2014/main" id="{81E46161-B456-EC04-82D5-8FAE574AD4E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007428" y="3676184"/>
                      <a:ext cx="192068" cy="274967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160" name="Line 26">
                    <a:extLst>
                      <a:ext uri="{FF2B5EF4-FFF2-40B4-BE49-F238E27FC236}">
                        <a16:creationId xmlns:a16="http://schemas.microsoft.com/office/drawing/2014/main" id="{CD111C1C-261A-0D99-D176-E8DE9F0026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6736823" y="4021088"/>
                    <a:ext cx="203503" cy="290117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61" name="Line 25">
                    <a:extLst>
                      <a:ext uri="{FF2B5EF4-FFF2-40B4-BE49-F238E27FC236}">
                        <a16:creationId xmlns:a16="http://schemas.microsoft.com/office/drawing/2014/main" id="{7A745F7E-B2C8-945C-3C97-47DFE887254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309473" y="4021089"/>
                    <a:ext cx="192068" cy="274967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131" name="Line 26">
                  <a:extLst>
                    <a:ext uri="{FF2B5EF4-FFF2-40B4-BE49-F238E27FC236}">
                      <a16:creationId xmlns:a16="http://schemas.microsoft.com/office/drawing/2014/main" id="{92A2C48A-63BC-8FC1-ACE7-89D66D298C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9578835" y="3435556"/>
                  <a:ext cx="203503" cy="29011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2" name="Line 25">
                  <a:extLst>
                    <a:ext uri="{FF2B5EF4-FFF2-40B4-BE49-F238E27FC236}">
                      <a16:creationId xmlns:a16="http://schemas.microsoft.com/office/drawing/2014/main" id="{C9D302C9-116A-6BB5-1955-3F9FA5FEDD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151485" y="3435557"/>
                  <a:ext cx="192068" cy="27496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26" name="Line 26">
                <a:extLst>
                  <a:ext uri="{FF2B5EF4-FFF2-40B4-BE49-F238E27FC236}">
                    <a16:creationId xmlns:a16="http://schemas.microsoft.com/office/drawing/2014/main" id="{84E53BF0-911F-AB22-1416-6479A7F559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125568" y="3282475"/>
                <a:ext cx="203503" cy="290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7" name="Line 25">
                <a:extLst>
                  <a:ext uri="{FF2B5EF4-FFF2-40B4-BE49-F238E27FC236}">
                    <a16:creationId xmlns:a16="http://schemas.microsoft.com/office/drawing/2014/main" id="{9966D326-5B87-7924-9DEC-45C8A70EC5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98218" y="3282476"/>
                <a:ext cx="192068" cy="2749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78" name="Line 26">
              <a:extLst>
                <a:ext uri="{FF2B5EF4-FFF2-40B4-BE49-F238E27FC236}">
                  <a16:creationId xmlns:a16="http://schemas.microsoft.com/office/drawing/2014/main" id="{830B0592-DBE4-11FD-78C1-447D7CC76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7264" y="2752485"/>
              <a:ext cx="203503" cy="2901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79" name="Line 25">
              <a:extLst>
                <a:ext uri="{FF2B5EF4-FFF2-40B4-BE49-F238E27FC236}">
                  <a16:creationId xmlns:a16="http://schemas.microsoft.com/office/drawing/2014/main" id="{0AC72558-C56D-8790-3438-3FD05FC794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79914" y="2752486"/>
              <a:ext cx="192068" cy="2749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89475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8B15-5162-E2E3-DEC4-DEAB5B42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688411B-DFDA-D328-103A-C2748DB5F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Naïve Inclusive Parallel Prefix Sum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BA26EE-EB5F-F49C-ADFF-510879FE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sp>
        <p:nvSpPr>
          <p:cNvPr id="4181" name="Rectangle 3">
            <a:extLst>
              <a:ext uri="{FF2B5EF4-FFF2-40B4-BE49-F238E27FC236}">
                <a16:creationId xmlns:a16="http://schemas.microsoft.com/office/drawing/2014/main" id="{EB336697-4831-39A7-BDF0-969BD0046264}"/>
              </a:ext>
            </a:extLst>
          </p:cNvPr>
          <p:cNvSpPr txBox="1">
            <a:spLocks noChangeArrowheads="1"/>
          </p:cNvSpPr>
          <p:nvPr/>
        </p:nvSpPr>
        <p:spPr>
          <a:xfrm>
            <a:off x="553559" y="1259174"/>
            <a:ext cx="10393812" cy="521657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  <a:r>
              <a:rPr lang="en-US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14300" indent="0" algn="just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89" y="1841088"/>
            <a:ext cx="9083918" cy="241099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119" y="3794547"/>
            <a:ext cx="1346109" cy="43267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559" y="4252085"/>
            <a:ext cx="7810952" cy="11293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9831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8B15-5162-E2E3-DEC4-DEAB5B42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688411B-DFDA-D328-103A-C2748DB5F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3559" y="195080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Naïve Inclusive Parallel Prefix Sum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BA26EE-EB5F-F49C-ADFF-510879FE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</a:t>
            </a:fld>
            <a:endParaRPr lang="en-US">
              <a:latin typeface="Calibri"/>
            </a:endParaRPr>
          </a:p>
        </p:txBody>
      </p:sp>
      <p:sp>
        <p:nvSpPr>
          <p:cNvPr id="4181" name="Rectangle 3">
            <a:extLst>
              <a:ext uri="{FF2B5EF4-FFF2-40B4-BE49-F238E27FC236}">
                <a16:creationId xmlns:a16="http://schemas.microsoft.com/office/drawing/2014/main" id="{EB336697-4831-39A7-BDF0-969BD0046264}"/>
              </a:ext>
            </a:extLst>
          </p:cNvPr>
          <p:cNvSpPr txBox="1">
            <a:spLocks noChangeArrowheads="1"/>
          </p:cNvSpPr>
          <p:nvPr/>
        </p:nvSpPr>
        <p:spPr>
          <a:xfrm>
            <a:off x="342498" y="602587"/>
            <a:ext cx="10393812" cy="611300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sz="3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Best-Case </a:t>
            </a:r>
            <a:r>
              <a:rPr lang="en-US" sz="3800" b="1" dirty="0">
                <a:latin typeface="Arial" panose="020B0604020202020204" pitchFamily="34" charset="0"/>
                <a:cs typeface="Arial" panose="020B0604020202020204" pitchFamily="34" charset="0"/>
              </a:rPr>
              <a:t>Parallel </a:t>
            </a:r>
            <a:r>
              <a:rPr lang="en-US" sz="3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Time:</a:t>
            </a:r>
            <a:endParaRPr lang="en-US" sz="2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36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endParaRPr lang="en-US" sz="3600" b="1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time 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still O(N) — same as the sequential version</a:t>
            </a:r>
            <a:r>
              <a:rPr lang="en-US" sz="3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 You 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lots of processors, but got no speedup. Parallel programming is easy as long as you don’t care about </a:t>
            </a:r>
            <a:r>
              <a:rPr lang="en-US" sz="3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performance.</a:t>
            </a:r>
            <a:endParaRPr lang="en-US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98" y="1129961"/>
            <a:ext cx="6964824" cy="29623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698" y="3972394"/>
            <a:ext cx="6524625" cy="20478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4188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7C1A1-1860-FD1B-369F-D8CC14E73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FEFD1AD-DF7D-C1FF-1732-F3F4F33B9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Prefix Sum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9F063D-1B58-3B40-F3B6-2EA2B8E5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8</a:t>
            </a:fld>
            <a:endParaRPr lang="en-US" dirty="0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21C0708-27BC-9B65-3303-90EDBCE59553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93812" cy="518472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to improve efficiency?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Build a balanced binary tree on the input data and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sweep it to and from the root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Traverse up from leaves to root building partial sums at internal nodes in the tree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Root holds sum of all leaves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Traverse back down the tree building the scan from the partial sums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314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C2843-4C04-F963-4BC9-9BD96FF7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5DC2726-344E-77A2-9927-9E2735A7AD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" y="554038"/>
            <a:ext cx="11375717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Prefix Sum: Upward 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Sweep (Bottom-up)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F63B82-8EAC-5FF3-665C-31861C53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9</a:t>
            </a:fld>
            <a:endParaRPr lang="en-US" dirty="0">
              <a:latin typeface="Calibri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A3BC4E7-6790-8C42-555D-5B6DE01B4D8E}"/>
              </a:ext>
            </a:extLst>
          </p:cNvPr>
          <p:cNvGrpSpPr/>
          <p:nvPr/>
        </p:nvGrpSpPr>
        <p:grpSpPr>
          <a:xfrm>
            <a:off x="6958964" y="3047089"/>
            <a:ext cx="4114800" cy="416284"/>
            <a:chOff x="1006642" y="5545096"/>
            <a:chExt cx="4114800" cy="416284"/>
          </a:xfrm>
        </p:grpSpPr>
        <p:sp>
          <p:nvSpPr>
            <p:cNvPr id="7" name="Text Box 40">
              <a:extLst>
                <a:ext uri="{FF2B5EF4-FFF2-40B4-BE49-F238E27FC236}">
                  <a16:creationId xmlns:a16="http://schemas.microsoft.com/office/drawing/2014/main" id="{BDA6E881-BA7B-953F-8896-C73CE9A05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794" y="5545096"/>
              <a:ext cx="348608" cy="4162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2</a:t>
              </a:r>
            </a:p>
          </p:txBody>
        </p:sp>
        <p:sp>
          <p:nvSpPr>
            <p:cNvPr id="8" name="Text Box 41">
              <a:extLst>
                <a:ext uri="{FF2B5EF4-FFF2-40B4-BE49-F238E27FC236}">
                  <a16:creationId xmlns:a16="http://schemas.microsoft.com/office/drawing/2014/main" id="{6FDDC007-2EFA-6824-2063-575449F4B6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6682" y="5545096"/>
              <a:ext cx="348608" cy="4151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4</a:t>
              </a:r>
            </a:p>
          </p:txBody>
        </p:sp>
        <p:sp>
          <p:nvSpPr>
            <p:cNvPr id="9" name="Text Box 42">
              <a:extLst>
                <a:ext uri="{FF2B5EF4-FFF2-40B4-BE49-F238E27FC236}">
                  <a16:creationId xmlns:a16="http://schemas.microsoft.com/office/drawing/2014/main" id="{CAEB7C3B-1D30-358E-4FD1-A46E1265D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642" y="5545096"/>
              <a:ext cx="348608" cy="4151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6</a:t>
              </a:r>
            </a:p>
          </p:txBody>
        </p:sp>
        <p:sp>
          <p:nvSpPr>
            <p:cNvPr id="10" name="Text Box 43">
              <a:extLst>
                <a:ext uri="{FF2B5EF4-FFF2-40B4-BE49-F238E27FC236}">
                  <a16:creationId xmlns:a16="http://schemas.microsoft.com/office/drawing/2014/main" id="{821C5DB6-54B2-5C09-685F-8A82213BA3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2834" y="5545096"/>
              <a:ext cx="348608" cy="4139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8</a:t>
              </a:r>
            </a:p>
          </p:txBody>
        </p:sp>
        <p:sp>
          <p:nvSpPr>
            <p:cNvPr id="11" name="Text Box 44">
              <a:extLst>
                <a:ext uri="{FF2B5EF4-FFF2-40B4-BE49-F238E27FC236}">
                  <a16:creationId xmlns:a16="http://schemas.microsoft.com/office/drawing/2014/main" id="{43B19C62-86E3-3BD9-0A9D-3FDC6288A2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3751" y="5545096"/>
              <a:ext cx="485598" cy="4151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10</a:t>
              </a:r>
            </a:p>
          </p:txBody>
        </p:sp>
        <p:sp>
          <p:nvSpPr>
            <p:cNvPr id="13" name="Text Box 45">
              <a:extLst>
                <a:ext uri="{FF2B5EF4-FFF2-40B4-BE49-F238E27FC236}">
                  <a16:creationId xmlns:a16="http://schemas.microsoft.com/office/drawing/2014/main" id="{310E4814-754D-72E6-3022-F12437A23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736" y="5545096"/>
              <a:ext cx="486620" cy="4139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16</a:t>
              </a:r>
            </a:p>
          </p:txBody>
        </p:sp>
        <p:sp>
          <p:nvSpPr>
            <p:cNvPr id="14" name="Text Box 46">
              <a:extLst>
                <a:ext uri="{FF2B5EF4-FFF2-40B4-BE49-F238E27FC236}">
                  <a16:creationId xmlns:a16="http://schemas.microsoft.com/office/drawing/2014/main" id="{E96D854B-046B-887A-C69F-5BFA30BB7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5765" y="5545096"/>
              <a:ext cx="485598" cy="4162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14</a:t>
              </a:r>
            </a:p>
          </p:txBody>
        </p:sp>
        <p:sp>
          <p:nvSpPr>
            <p:cNvPr id="15" name="Text Box 47">
              <a:extLst>
                <a:ext uri="{FF2B5EF4-FFF2-40B4-BE49-F238E27FC236}">
                  <a16:creationId xmlns:a16="http://schemas.microsoft.com/office/drawing/2014/main" id="{DE6A7F3B-35CC-A15F-133B-417E16613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6722" y="5545096"/>
              <a:ext cx="485598" cy="4151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16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1EC7D28-085C-8153-FFBD-E0699B976C75}"/>
              </a:ext>
            </a:extLst>
          </p:cNvPr>
          <p:cNvGrpSpPr/>
          <p:nvPr/>
        </p:nvGrpSpPr>
        <p:grpSpPr>
          <a:xfrm>
            <a:off x="7103110" y="2343809"/>
            <a:ext cx="3775393" cy="415124"/>
            <a:chOff x="1150788" y="4889942"/>
            <a:chExt cx="3775393" cy="415124"/>
          </a:xfrm>
        </p:grpSpPr>
        <p:sp>
          <p:nvSpPr>
            <p:cNvPr id="16" name="Text Box 48">
              <a:extLst>
                <a:ext uri="{FF2B5EF4-FFF2-40B4-BE49-F238E27FC236}">
                  <a16:creationId xmlns:a16="http://schemas.microsoft.com/office/drawing/2014/main" id="{580DDA71-D042-FD04-ECC1-61AA2FBB6F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0788" y="4889942"/>
              <a:ext cx="486620" cy="4151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10</a:t>
              </a:r>
            </a:p>
          </p:txBody>
        </p:sp>
        <p:sp>
          <p:nvSpPr>
            <p:cNvPr id="17" name="Text Box 49">
              <a:extLst>
                <a:ext uri="{FF2B5EF4-FFF2-40B4-BE49-F238E27FC236}">
                  <a16:creationId xmlns:a16="http://schemas.microsoft.com/office/drawing/2014/main" id="{403D98DF-01EB-D946-3397-0D552C46E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6705" y="4889942"/>
              <a:ext cx="486620" cy="4139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26</a:t>
              </a:r>
            </a:p>
          </p:txBody>
        </p:sp>
        <p:sp>
          <p:nvSpPr>
            <p:cNvPr id="18" name="Text Box 50">
              <a:extLst>
                <a:ext uri="{FF2B5EF4-FFF2-40B4-BE49-F238E27FC236}">
                  <a16:creationId xmlns:a16="http://schemas.microsoft.com/office/drawing/2014/main" id="{C2CBE34D-7614-2D09-431C-D57C80A8B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2622" y="4889942"/>
              <a:ext cx="486620" cy="4151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30</a:t>
              </a:r>
            </a:p>
          </p:txBody>
        </p:sp>
        <p:sp>
          <p:nvSpPr>
            <p:cNvPr id="19" name="Text Box 51">
              <a:extLst>
                <a:ext uri="{FF2B5EF4-FFF2-40B4-BE49-F238E27FC236}">
                  <a16:creationId xmlns:a16="http://schemas.microsoft.com/office/drawing/2014/main" id="{BFD14A1B-96C2-4AB5-4EA3-673F5787E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9561" y="4889942"/>
              <a:ext cx="486620" cy="4139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/>
                <a:t>10</a:t>
              </a:r>
            </a:p>
          </p:txBody>
        </p:sp>
      </p:grpSp>
      <p:sp>
        <p:nvSpPr>
          <p:cNvPr id="20" name="Text Box 52">
            <a:extLst>
              <a:ext uri="{FF2B5EF4-FFF2-40B4-BE49-F238E27FC236}">
                <a16:creationId xmlns:a16="http://schemas.microsoft.com/office/drawing/2014/main" id="{EED8AB44-547A-BF49-45E4-89A009130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0938" y="1666623"/>
            <a:ext cx="486620" cy="41512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0" dirty="0"/>
              <a:t>36</a:t>
            </a:r>
          </a:p>
        </p:txBody>
      </p:sp>
      <p:sp>
        <p:nvSpPr>
          <p:cNvPr id="21" name="Text Box 53">
            <a:extLst>
              <a:ext uri="{FF2B5EF4-FFF2-40B4-BE49-F238E27FC236}">
                <a16:creationId xmlns:a16="http://schemas.microsoft.com/office/drawing/2014/main" id="{19D41596-1BEA-B03F-9AC0-A5E497604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0022" y="1666623"/>
            <a:ext cx="486620" cy="41396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0" dirty="0"/>
              <a:t>40</a:t>
            </a:r>
          </a:p>
        </p:txBody>
      </p:sp>
      <p:sp>
        <p:nvSpPr>
          <p:cNvPr id="22" name="Text Box 54">
            <a:extLst>
              <a:ext uri="{FF2B5EF4-FFF2-40B4-BE49-F238E27FC236}">
                <a16:creationId xmlns:a16="http://schemas.microsoft.com/office/drawing/2014/main" id="{286C4110-8E85-4AE4-12D7-7D9D17350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3882" y="1004119"/>
            <a:ext cx="485598" cy="41512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0" dirty="0"/>
              <a:t>76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E1EE01F-B9E2-22AD-84C1-A6393554F1FD}"/>
              </a:ext>
            </a:extLst>
          </p:cNvPr>
          <p:cNvGrpSpPr/>
          <p:nvPr/>
        </p:nvGrpSpPr>
        <p:grpSpPr>
          <a:xfrm>
            <a:off x="7158315" y="2681826"/>
            <a:ext cx="3680317" cy="387295"/>
            <a:chOff x="1205993" y="5179833"/>
            <a:chExt cx="3680317" cy="387295"/>
          </a:xfrm>
        </p:grpSpPr>
        <p:grpSp>
          <p:nvGrpSpPr>
            <p:cNvPr id="23" name="Group 55">
              <a:extLst>
                <a:ext uri="{FF2B5EF4-FFF2-40B4-BE49-F238E27FC236}">
                  <a16:creationId xmlns:a16="http://schemas.microsoft.com/office/drawing/2014/main" id="{7E8D2082-01BE-B4F4-1243-21C0499010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5993" y="5179833"/>
              <a:ext cx="367009" cy="386135"/>
              <a:chOff x="3743" y="3317"/>
              <a:chExt cx="359" cy="333"/>
            </a:xfrm>
          </p:grpSpPr>
          <p:sp>
            <p:nvSpPr>
              <p:cNvPr id="42" name="Line 56">
                <a:extLst>
                  <a:ext uri="{FF2B5EF4-FFF2-40B4-BE49-F238E27FC236}">
                    <a16:creationId xmlns:a16="http://schemas.microsoft.com/office/drawing/2014/main" id="{95402ECD-2698-7962-B1F9-B4670C742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3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57">
                <a:extLst>
                  <a:ext uri="{FF2B5EF4-FFF2-40B4-BE49-F238E27FC236}">
                    <a16:creationId xmlns:a16="http://schemas.microsoft.com/office/drawing/2014/main" id="{2A465069-582A-0184-09A9-A813921606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18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58">
              <a:extLst>
                <a:ext uri="{FF2B5EF4-FFF2-40B4-BE49-F238E27FC236}">
                  <a16:creationId xmlns:a16="http://schemas.microsoft.com/office/drawing/2014/main" id="{16B70968-EA35-4479-9614-496D20F5E2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1110" y="5179833"/>
              <a:ext cx="365987" cy="387295"/>
              <a:chOff x="3743" y="3317"/>
              <a:chExt cx="359" cy="333"/>
            </a:xfrm>
          </p:grpSpPr>
          <p:sp>
            <p:nvSpPr>
              <p:cNvPr id="40" name="Line 59">
                <a:extLst>
                  <a:ext uri="{FF2B5EF4-FFF2-40B4-BE49-F238E27FC236}">
                    <a16:creationId xmlns:a16="http://schemas.microsoft.com/office/drawing/2014/main" id="{BCB38000-1B88-A0E1-53C9-FB743EAB0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3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60">
                <a:extLst>
                  <a:ext uri="{FF2B5EF4-FFF2-40B4-BE49-F238E27FC236}">
                    <a16:creationId xmlns:a16="http://schemas.microsoft.com/office/drawing/2014/main" id="{DFF7884C-673D-568D-5114-D7369AA45A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18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oup 61">
              <a:extLst>
                <a:ext uri="{FF2B5EF4-FFF2-40B4-BE49-F238E27FC236}">
                  <a16:creationId xmlns:a16="http://schemas.microsoft.com/office/drawing/2014/main" id="{72318DAB-A077-76D3-E891-1B69A1FBCC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5206" y="5179833"/>
              <a:ext cx="367009" cy="386135"/>
              <a:chOff x="3743" y="3317"/>
              <a:chExt cx="359" cy="333"/>
            </a:xfrm>
          </p:grpSpPr>
          <p:sp>
            <p:nvSpPr>
              <p:cNvPr id="38" name="Line 62">
                <a:extLst>
                  <a:ext uri="{FF2B5EF4-FFF2-40B4-BE49-F238E27FC236}">
                    <a16:creationId xmlns:a16="http://schemas.microsoft.com/office/drawing/2014/main" id="{128A406C-029D-2768-14EE-8F286D63D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3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63">
                <a:extLst>
                  <a:ext uri="{FF2B5EF4-FFF2-40B4-BE49-F238E27FC236}">
                    <a16:creationId xmlns:a16="http://schemas.microsoft.com/office/drawing/2014/main" id="{43E6DD59-EB36-B834-E2D4-6F3A29F0B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18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64">
              <a:extLst>
                <a:ext uri="{FF2B5EF4-FFF2-40B4-BE49-F238E27FC236}">
                  <a16:creationId xmlns:a16="http://schemas.microsoft.com/office/drawing/2014/main" id="{95DD954D-9FFA-5D30-EF35-9A794D1215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0323" y="5179833"/>
              <a:ext cx="365987" cy="386135"/>
              <a:chOff x="3743" y="3317"/>
              <a:chExt cx="359" cy="333"/>
            </a:xfrm>
          </p:grpSpPr>
          <p:sp>
            <p:nvSpPr>
              <p:cNvPr id="36" name="Line 65">
                <a:extLst>
                  <a:ext uri="{FF2B5EF4-FFF2-40B4-BE49-F238E27FC236}">
                    <a16:creationId xmlns:a16="http://schemas.microsoft.com/office/drawing/2014/main" id="{1786217A-4182-087B-C6C8-B1CC5FF631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3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66">
                <a:extLst>
                  <a:ext uri="{FF2B5EF4-FFF2-40B4-BE49-F238E27FC236}">
                    <a16:creationId xmlns:a16="http://schemas.microsoft.com/office/drawing/2014/main" id="{B5B64216-EF6A-C798-E526-1093238A57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18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7" name="Group 67">
            <a:extLst>
              <a:ext uri="{FF2B5EF4-FFF2-40B4-BE49-F238E27FC236}">
                <a16:creationId xmlns:a16="http://schemas.microsoft.com/office/drawing/2014/main" id="{1A4F81FB-1B56-5E5A-E204-8C9778ACA43A}"/>
              </a:ext>
            </a:extLst>
          </p:cNvPr>
          <p:cNvGrpSpPr>
            <a:grpSpLocks/>
          </p:cNvGrpSpPr>
          <p:nvPr/>
        </p:nvGrpSpPr>
        <p:grpSpPr bwMode="auto">
          <a:xfrm>
            <a:off x="9692622" y="2007535"/>
            <a:ext cx="910879" cy="386135"/>
            <a:chOff x="3743" y="3317"/>
            <a:chExt cx="359" cy="333"/>
          </a:xfrm>
        </p:grpSpPr>
        <p:sp>
          <p:nvSpPr>
            <p:cNvPr id="34" name="Line 68">
              <a:extLst>
                <a:ext uri="{FF2B5EF4-FFF2-40B4-BE49-F238E27FC236}">
                  <a16:creationId xmlns:a16="http://schemas.microsoft.com/office/drawing/2014/main" id="{9BF18436-6CB0-464E-4448-9C11197CF8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3" y="3317"/>
              <a:ext cx="184" cy="3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69">
              <a:extLst>
                <a:ext uri="{FF2B5EF4-FFF2-40B4-BE49-F238E27FC236}">
                  <a16:creationId xmlns:a16="http://schemas.microsoft.com/office/drawing/2014/main" id="{BC7DE3CE-4800-6FDD-C3B9-A41111E179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18" y="3317"/>
              <a:ext cx="184" cy="3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70">
            <a:extLst>
              <a:ext uri="{FF2B5EF4-FFF2-40B4-BE49-F238E27FC236}">
                <a16:creationId xmlns:a16="http://schemas.microsoft.com/office/drawing/2014/main" id="{36BF6CC5-9D89-BBF7-533B-9250630E83D5}"/>
              </a:ext>
            </a:extLst>
          </p:cNvPr>
          <p:cNvGrpSpPr>
            <a:grpSpLocks/>
          </p:cNvGrpSpPr>
          <p:nvPr/>
        </p:nvGrpSpPr>
        <p:grpSpPr bwMode="auto">
          <a:xfrm>
            <a:off x="8027279" y="1356819"/>
            <a:ext cx="2070179" cy="309604"/>
            <a:chOff x="3743" y="3317"/>
            <a:chExt cx="359" cy="333"/>
          </a:xfrm>
        </p:grpSpPr>
        <p:sp>
          <p:nvSpPr>
            <p:cNvPr id="32" name="Line 71">
              <a:extLst>
                <a:ext uri="{FF2B5EF4-FFF2-40B4-BE49-F238E27FC236}">
                  <a16:creationId xmlns:a16="http://schemas.microsoft.com/office/drawing/2014/main" id="{72547AD9-8F3C-219D-2927-476D027610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3" y="3317"/>
              <a:ext cx="184" cy="3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72">
              <a:extLst>
                <a:ext uri="{FF2B5EF4-FFF2-40B4-BE49-F238E27FC236}">
                  <a16:creationId xmlns:a16="http://schemas.microsoft.com/office/drawing/2014/main" id="{D674F63E-7AC1-6F8B-FA72-09BE838030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18" y="3317"/>
              <a:ext cx="184" cy="3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73">
            <a:extLst>
              <a:ext uri="{FF2B5EF4-FFF2-40B4-BE49-F238E27FC236}">
                <a16:creationId xmlns:a16="http://schemas.microsoft.com/office/drawing/2014/main" id="{975AE4E8-9567-90BA-2DBF-EC93C752AC93}"/>
              </a:ext>
            </a:extLst>
          </p:cNvPr>
          <p:cNvGrpSpPr>
            <a:grpSpLocks/>
          </p:cNvGrpSpPr>
          <p:nvPr/>
        </p:nvGrpSpPr>
        <p:grpSpPr bwMode="auto">
          <a:xfrm>
            <a:off x="7459896" y="1977194"/>
            <a:ext cx="911901" cy="386135"/>
            <a:chOff x="3743" y="3317"/>
            <a:chExt cx="359" cy="333"/>
          </a:xfrm>
        </p:grpSpPr>
        <p:sp>
          <p:nvSpPr>
            <p:cNvPr id="30" name="Line 74">
              <a:extLst>
                <a:ext uri="{FF2B5EF4-FFF2-40B4-BE49-F238E27FC236}">
                  <a16:creationId xmlns:a16="http://schemas.microsoft.com/office/drawing/2014/main" id="{8A2268D4-955B-02DE-1C8E-E7B572E984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3" y="3317"/>
              <a:ext cx="184" cy="3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75">
              <a:extLst>
                <a:ext uri="{FF2B5EF4-FFF2-40B4-BE49-F238E27FC236}">
                  <a16:creationId xmlns:a16="http://schemas.microsoft.com/office/drawing/2014/main" id="{B92874F7-D708-C28F-D648-AC43C9F913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18" y="3317"/>
              <a:ext cx="184" cy="3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84AF22-C57D-C63C-51F0-05C88209864B}"/>
              </a:ext>
            </a:extLst>
          </p:cNvPr>
          <p:cNvSpPr txBox="1"/>
          <p:nvPr/>
        </p:nvSpPr>
        <p:spPr>
          <a:xfrm>
            <a:off x="759495" y="1325025"/>
            <a:ext cx="5979145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i &lt; n - 1;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Y[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X[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(d = 1; d &lt; n; d *= 2)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#pragma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parallel for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(int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2 * d)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Y[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+ 2 * d - 1] += Y[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d - 1];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16B3FA-EAA6-8996-E8F1-B959CB452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170656"/>
              </p:ext>
            </p:extLst>
          </p:nvPr>
        </p:nvGraphicFramePr>
        <p:xfrm>
          <a:off x="3196501" y="3875250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5A7E28BE-2E62-D9B6-8BF3-A42027756858}"/>
              </a:ext>
            </a:extLst>
          </p:cNvPr>
          <p:cNvSpPr txBox="1"/>
          <p:nvPr/>
        </p:nvSpPr>
        <p:spPr>
          <a:xfrm>
            <a:off x="1937651" y="4019327"/>
            <a:ext cx="1121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8" name="TextBox 3097">
            <a:extLst>
              <a:ext uri="{FF2B5EF4-FFF2-40B4-BE49-F238E27FC236}">
                <a16:creationId xmlns:a16="http://schemas.microsoft.com/office/drawing/2014/main" id="{317EBC3D-B94E-FA33-799D-622CD5CA2187}"/>
              </a:ext>
            </a:extLst>
          </p:cNvPr>
          <p:cNvSpPr txBox="1"/>
          <p:nvPr/>
        </p:nvSpPr>
        <p:spPr>
          <a:xfrm>
            <a:off x="1937652" y="4643977"/>
            <a:ext cx="1774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 =1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099" name="Table 3098">
            <a:extLst>
              <a:ext uri="{FF2B5EF4-FFF2-40B4-BE49-F238E27FC236}">
                <a16:creationId xmlns:a16="http://schemas.microsoft.com/office/drawing/2014/main" id="{19FEA137-0E5F-C08E-3DB6-D5BDB9653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577256"/>
              </p:ext>
            </p:extLst>
          </p:nvPr>
        </p:nvGraphicFramePr>
        <p:xfrm>
          <a:off x="3196500" y="4561052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3100" name="TextBox 3099">
            <a:extLst>
              <a:ext uri="{FF2B5EF4-FFF2-40B4-BE49-F238E27FC236}">
                <a16:creationId xmlns:a16="http://schemas.microsoft.com/office/drawing/2014/main" id="{550B83E8-28A2-20E2-CF49-E60CD5FE1D1F}"/>
              </a:ext>
            </a:extLst>
          </p:cNvPr>
          <p:cNvSpPr txBox="1"/>
          <p:nvPr/>
        </p:nvSpPr>
        <p:spPr>
          <a:xfrm>
            <a:off x="1937651" y="5340664"/>
            <a:ext cx="1774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 = 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101" name="Table 3100">
            <a:extLst>
              <a:ext uri="{FF2B5EF4-FFF2-40B4-BE49-F238E27FC236}">
                <a16:creationId xmlns:a16="http://schemas.microsoft.com/office/drawing/2014/main" id="{9414FF6A-3D3F-E0A7-9D52-FFB0F3EC4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288128"/>
              </p:ext>
            </p:extLst>
          </p:nvPr>
        </p:nvGraphicFramePr>
        <p:xfrm>
          <a:off x="3196499" y="5257739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3102" name="TextBox 3101">
            <a:extLst>
              <a:ext uri="{FF2B5EF4-FFF2-40B4-BE49-F238E27FC236}">
                <a16:creationId xmlns:a16="http://schemas.microsoft.com/office/drawing/2014/main" id="{9D169AAF-A7B9-3EEE-68D4-A7967EF91C60}"/>
              </a:ext>
            </a:extLst>
          </p:cNvPr>
          <p:cNvSpPr txBox="1"/>
          <p:nvPr/>
        </p:nvSpPr>
        <p:spPr>
          <a:xfrm>
            <a:off x="1937652" y="6048239"/>
            <a:ext cx="1774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 = 4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103" name="Table 3102">
            <a:extLst>
              <a:ext uri="{FF2B5EF4-FFF2-40B4-BE49-F238E27FC236}">
                <a16:creationId xmlns:a16="http://schemas.microsoft.com/office/drawing/2014/main" id="{8881D5B8-2713-5456-041F-086C8C254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049887"/>
              </p:ext>
            </p:extLst>
          </p:nvPr>
        </p:nvGraphicFramePr>
        <p:xfrm>
          <a:off x="3196500" y="5965314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6577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47" grpId="0"/>
      <p:bldP spid="3098" grpId="0"/>
      <p:bldP spid="3100" grpId="0"/>
      <p:bldP spid="310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FA1FE-C3F5-3D34-0507-0026B05F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16760CE-8523-B480-866F-35B420CD0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921" y="554038"/>
            <a:ext cx="11422505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Prefix Sum: Downward 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Sweep (Top-down)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BCB71D-9EDB-B6B9-E1AC-05D8171D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10</a:t>
            </a:fld>
            <a:endParaRPr lang="en-US" dirty="0">
              <a:latin typeface="Calibri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37600AC-45AF-52EB-4A60-B5942C1CEEC5}"/>
              </a:ext>
            </a:extLst>
          </p:cNvPr>
          <p:cNvGrpSpPr/>
          <p:nvPr/>
        </p:nvGrpSpPr>
        <p:grpSpPr>
          <a:xfrm>
            <a:off x="6958964" y="3047089"/>
            <a:ext cx="4314832" cy="416284"/>
            <a:chOff x="1006642" y="5545096"/>
            <a:chExt cx="4314832" cy="416284"/>
          </a:xfrm>
          <a:noFill/>
        </p:grpSpPr>
        <p:sp>
          <p:nvSpPr>
            <p:cNvPr id="7" name="Text Box 40">
              <a:extLst>
                <a:ext uri="{FF2B5EF4-FFF2-40B4-BE49-F238E27FC236}">
                  <a16:creationId xmlns:a16="http://schemas.microsoft.com/office/drawing/2014/main" id="{071CE591-30FC-0442-0C8B-20EABEEC5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794" y="5545096"/>
              <a:ext cx="548640" cy="4162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66</a:t>
              </a:r>
            </a:p>
          </p:txBody>
        </p:sp>
        <p:sp>
          <p:nvSpPr>
            <p:cNvPr id="8" name="Text Box 41">
              <a:extLst>
                <a:ext uri="{FF2B5EF4-FFF2-40B4-BE49-F238E27FC236}">
                  <a16:creationId xmlns:a16="http://schemas.microsoft.com/office/drawing/2014/main" id="{CB17356D-04CF-52C2-FA84-ECB590AD2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6682" y="5545096"/>
              <a:ext cx="348608" cy="4151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6</a:t>
              </a:r>
            </a:p>
          </p:txBody>
        </p:sp>
        <p:sp>
          <p:nvSpPr>
            <p:cNvPr id="9" name="Text Box 42">
              <a:extLst>
                <a:ext uri="{FF2B5EF4-FFF2-40B4-BE49-F238E27FC236}">
                  <a16:creationId xmlns:a16="http://schemas.microsoft.com/office/drawing/2014/main" id="{6F68D369-29EE-1CF7-3DE8-E9D864E903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642" y="5545096"/>
              <a:ext cx="348608" cy="4151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0</a:t>
              </a:r>
            </a:p>
          </p:txBody>
        </p:sp>
        <p:sp>
          <p:nvSpPr>
            <p:cNvPr id="10" name="Text Box 43">
              <a:extLst>
                <a:ext uri="{FF2B5EF4-FFF2-40B4-BE49-F238E27FC236}">
                  <a16:creationId xmlns:a16="http://schemas.microsoft.com/office/drawing/2014/main" id="{AD79D61B-65A7-D097-E72C-57410134E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2834" y="5545096"/>
              <a:ext cx="548640" cy="41396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68</a:t>
              </a:r>
            </a:p>
          </p:txBody>
        </p:sp>
        <p:sp>
          <p:nvSpPr>
            <p:cNvPr id="11" name="Text Box 44">
              <a:extLst>
                <a:ext uri="{FF2B5EF4-FFF2-40B4-BE49-F238E27FC236}">
                  <a16:creationId xmlns:a16="http://schemas.microsoft.com/office/drawing/2014/main" id="{486744BF-025F-F837-1535-3BFE1AE0C3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3751" y="5545096"/>
              <a:ext cx="485598" cy="4151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26</a:t>
              </a:r>
            </a:p>
          </p:txBody>
        </p:sp>
        <p:sp>
          <p:nvSpPr>
            <p:cNvPr id="13" name="Text Box 45">
              <a:extLst>
                <a:ext uri="{FF2B5EF4-FFF2-40B4-BE49-F238E27FC236}">
                  <a16:creationId xmlns:a16="http://schemas.microsoft.com/office/drawing/2014/main" id="{21BAB0F2-5459-4216-359E-415E58A628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736" y="5545096"/>
              <a:ext cx="486620" cy="41396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36</a:t>
              </a:r>
            </a:p>
          </p:txBody>
        </p:sp>
        <p:sp>
          <p:nvSpPr>
            <p:cNvPr id="14" name="Text Box 46">
              <a:extLst>
                <a:ext uri="{FF2B5EF4-FFF2-40B4-BE49-F238E27FC236}">
                  <a16:creationId xmlns:a16="http://schemas.microsoft.com/office/drawing/2014/main" id="{5D1ACFE8-7E91-DBA3-90BF-C42F20F51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5765" y="5545096"/>
              <a:ext cx="485598" cy="4162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52</a:t>
              </a:r>
            </a:p>
          </p:txBody>
        </p:sp>
        <p:sp>
          <p:nvSpPr>
            <p:cNvPr id="15" name="Text Box 47">
              <a:extLst>
                <a:ext uri="{FF2B5EF4-FFF2-40B4-BE49-F238E27FC236}">
                  <a16:creationId xmlns:a16="http://schemas.microsoft.com/office/drawing/2014/main" id="{AA45500A-C442-393A-053E-95FCFAE4F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6722" y="5545096"/>
              <a:ext cx="485598" cy="41512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10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1A87245-36AF-4147-9BF3-B6C673CECB72}"/>
              </a:ext>
            </a:extLst>
          </p:cNvPr>
          <p:cNvGrpSpPr/>
          <p:nvPr/>
        </p:nvGrpSpPr>
        <p:grpSpPr>
          <a:xfrm>
            <a:off x="7103110" y="2343809"/>
            <a:ext cx="3775393" cy="415124"/>
            <a:chOff x="1150788" y="4889942"/>
            <a:chExt cx="3775393" cy="415124"/>
          </a:xfrm>
        </p:grpSpPr>
        <p:sp>
          <p:nvSpPr>
            <p:cNvPr id="16" name="Text Box 48">
              <a:extLst>
                <a:ext uri="{FF2B5EF4-FFF2-40B4-BE49-F238E27FC236}">
                  <a16:creationId xmlns:a16="http://schemas.microsoft.com/office/drawing/2014/main" id="{E978FA38-1606-4BD7-5CED-CA2D88B28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0788" y="4889942"/>
              <a:ext cx="486620" cy="4151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2000" b="0" dirty="0"/>
                <a:t>0</a:t>
              </a:r>
            </a:p>
          </p:txBody>
        </p:sp>
        <p:sp>
          <p:nvSpPr>
            <p:cNvPr id="17" name="Text Box 49">
              <a:extLst>
                <a:ext uri="{FF2B5EF4-FFF2-40B4-BE49-F238E27FC236}">
                  <a16:creationId xmlns:a16="http://schemas.microsoft.com/office/drawing/2014/main" id="{9674AB37-B414-48C2-E7D0-7C46E6D811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6705" y="4889942"/>
              <a:ext cx="486620" cy="4139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10</a:t>
              </a:r>
            </a:p>
          </p:txBody>
        </p:sp>
        <p:sp>
          <p:nvSpPr>
            <p:cNvPr id="18" name="Text Box 50">
              <a:extLst>
                <a:ext uri="{FF2B5EF4-FFF2-40B4-BE49-F238E27FC236}">
                  <a16:creationId xmlns:a16="http://schemas.microsoft.com/office/drawing/2014/main" id="{B178291D-332F-0718-2115-D48BAD585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2622" y="4889942"/>
              <a:ext cx="486620" cy="4151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36</a:t>
              </a:r>
            </a:p>
          </p:txBody>
        </p:sp>
        <p:sp>
          <p:nvSpPr>
            <p:cNvPr id="19" name="Text Box 51">
              <a:extLst>
                <a:ext uri="{FF2B5EF4-FFF2-40B4-BE49-F238E27FC236}">
                  <a16:creationId xmlns:a16="http://schemas.microsoft.com/office/drawing/2014/main" id="{15C7D6E1-318E-4FFB-767A-8E68BA0281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9561" y="4889942"/>
              <a:ext cx="486620" cy="4139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b="0" dirty="0"/>
                <a:t>66</a:t>
              </a:r>
            </a:p>
          </p:txBody>
        </p:sp>
      </p:grpSp>
      <p:sp>
        <p:nvSpPr>
          <p:cNvPr id="20" name="Text Box 52">
            <a:extLst>
              <a:ext uri="{FF2B5EF4-FFF2-40B4-BE49-F238E27FC236}">
                <a16:creationId xmlns:a16="http://schemas.microsoft.com/office/drawing/2014/main" id="{C002B396-2F8A-979E-19C0-81CE28515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0938" y="1666623"/>
            <a:ext cx="486620" cy="41512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0" dirty="0"/>
              <a:t>0</a:t>
            </a:r>
          </a:p>
        </p:txBody>
      </p:sp>
      <p:sp>
        <p:nvSpPr>
          <p:cNvPr id="21" name="Text Box 53">
            <a:extLst>
              <a:ext uri="{FF2B5EF4-FFF2-40B4-BE49-F238E27FC236}">
                <a16:creationId xmlns:a16="http://schemas.microsoft.com/office/drawing/2014/main" id="{227ED42B-835B-B591-5E27-293467467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0022" y="1666623"/>
            <a:ext cx="486620" cy="41396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0" dirty="0"/>
              <a:t>36</a:t>
            </a:r>
          </a:p>
        </p:txBody>
      </p:sp>
      <p:sp>
        <p:nvSpPr>
          <p:cNvPr id="22" name="Text Box 54">
            <a:extLst>
              <a:ext uri="{FF2B5EF4-FFF2-40B4-BE49-F238E27FC236}">
                <a16:creationId xmlns:a16="http://schemas.microsoft.com/office/drawing/2014/main" id="{28AC6D3D-FBB8-21C9-D08B-E499D0039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3882" y="1004119"/>
            <a:ext cx="485598" cy="41512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0" dirty="0"/>
              <a:t>0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A1D98FF-407D-8922-2B23-D69F7C66777E}"/>
              </a:ext>
            </a:extLst>
          </p:cNvPr>
          <p:cNvGrpSpPr/>
          <p:nvPr/>
        </p:nvGrpSpPr>
        <p:grpSpPr>
          <a:xfrm>
            <a:off x="7158315" y="2681826"/>
            <a:ext cx="3680317" cy="387295"/>
            <a:chOff x="1205993" y="5179833"/>
            <a:chExt cx="3680317" cy="387295"/>
          </a:xfrm>
        </p:grpSpPr>
        <p:grpSp>
          <p:nvGrpSpPr>
            <p:cNvPr id="23" name="Group 55">
              <a:extLst>
                <a:ext uri="{FF2B5EF4-FFF2-40B4-BE49-F238E27FC236}">
                  <a16:creationId xmlns:a16="http://schemas.microsoft.com/office/drawing/2014/main" id="{881BAA49-010C-6168-3EFB-9FAD4B145F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5993" y="5179833"/>
              <a:ext cx="367009" cy="386135"/>
              <a:chOff x="3743" y="3317"/>
              <a:chExt cx="359" cy="333"/>
            </a:xfrm>
          </p:grpSpPr>
          <p:sp>
            <p:nvSpPr>
              <p:cNvPr id="42" name="Line 56">
                <a:extLst>
                  <a:ext uri="{FF2B5EF4-FFF2-40B4-BE49-F238E27FC236}">
                    <a16:creationId xmlns:a16="http://schemas.microsoft.com/office/drawing/2014/main" id="{F8CDE34E-88E0-D127-52B0-2FD474961D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3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57">
                <a:extLst>
                  <a:ext uri="{FF2B5EF4-FFF2-40B4-BE49-F238E27FC236}">
                    <a16:creationId xmlns:a16="http://schemas.microsoft.com/office/drawing/2014/main" id="{F6D9C216-6F24-803E-6FDF-C1512A35DA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18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58">
              <a:extLst>
                <a:ext uri="{FF2B5EF4-FFF2-40B4-BE49-F238E27FC236}">
                  <a16:creationId xmlns:a16="http://schemas.microsoft.com/office/drawing/2014/main" id="{97B932D3-D403-5BB7-E084-78476538E6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1110" y="5179833"/>
              <a:ext cx="365987" cy="387295"/>
              <a:chOff x="3743" y="3317"/>
              <a:chExt cx="359" cy="333"/>
            </a:xfrm>
          </p:grpSpPr>
          <p:sp>
            <p:nvSpPr>
              <p:cNvPr id="40" name="Line 59">
                <a:extLst>
                  <a:ext uri="{FF2B5EF4-FFF2-40B4-BE49-F238E27FC236}">
                    <a16:creationId xmlns:a16="http://schemas.microsoft.com/office/drawing/2014/main" id="{2582230C-C7FE-5ACB-C239-75949F85E1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3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60">
                <a:extLst>
                  <a:ext uri="{FF2B5EF4-FFF2-40B4-BE49-F238E27FC236}">
                    <a16:creationId xmlns:a16="http://schemas.microsoft.com/office/drawing/2014/main" id="{44E3B0AE-3B88-3E02-8DD8-F299A55E8F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18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oup 61">
              <a:extLst>
                <a:ext uri="{FF2B5EF4-FFF2-40B4-BE49-F238E27FC236}">
                  <a16:creationId xmlns:a16="http://schemas.microsoft.com/office/drawing/2014/main" id="{69E4A432-4905-C054-5863-B234E21D42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5206" y="5179833"/>
              <a:ext cx="367009" cy="386135"/>
              <a:chOff x="3743" y="3317"/>
              <a:chExt cx="359" cy="333"/>
            </a:xfrm>
          </p:grpSpPr>
          <p:sp>
            <p:nvSpPr>
              <p:cNvPr id="38" name="Line 62">
                <a:extLst>
                  <a:ext uri="{FF2B5EF4-FFF2-40B4-BE49-F238E27FC236}">
                    <a16:creationId xmlns:a16="http://schemas.microsoft.com/office/drawing/2014/main" id="{73A569C8-E5DF-5700-0A4A-65A3FFD5F7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3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63">
                <a:extLst>
                  <a:ext uri="{FF2B5EF4-FFF2-40B4-BE49-F238E27FC236}">
                    <a16:creationId xmlns:a16="http://schemas.microsoft.com/office/drawing/2014/main" id="{570CC13F-0FB8-3037-C662-C3E35D760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18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64">
              <a:extLst>
                <a:ext uri="{FF2B5EF4-FFF2-40B4-BE49-F238E27FC236}">
                  <a16:creationId xmlns:a16="http://schemas.microsoft.com/office/drawing/2014/main" id="{01A8FE3D-E66A-3431-EE78-F588FAA5F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0323" y="5179833"/>
              <a:ext cx="365987" cy="386135"/>
              <a:chOff x="3743" y="3317"/>
              <a:chExt cx="359" cy="333"/>
            </a:xfrm>
          </p:grpSpPr>
          <p:sp>
            <p:nvSpPr>
              <p:cNvPr id="36" name="Line 65">
                <a:extLst>
                  <a:ext uri="{FF2B5EF4-FFF2-40B4-BE49-F238E27FC236}">
                    <a16:creationId xmlns:a16="http://schemas.microsoft.com/office/drawing/2014/main" id="{46CA30EC-6E2E-F6C4-F3B6-43357224BA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3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66">
                <a:extLst>
                  <a:ext uri="{FF2B5EF4-FFF2-40B4-BE49-F238E27FC236}">
                    <a16:creationId xmlns:a16="http://schemas.microsoft.com/office/drawing/2014/main" id="{BE8C9219-2E9A-C782-8AA0-0FA5C7749C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18" y="3317"/>
                <a:ext cx="184" cy="3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7" name="Group 67">
            <a:extLst>
              <a:ext uri="{FF2B5EF4-FFF2-40B4-BE49-F238E27FC236}">
                <a16:creationId xmlns:a16="http://schemas.microsoft.com/office/drawing/2014/main" id="{D65ADA17-EF3A-7A53-BEAA-839F25DE3C3B}"/>
              </a:ext>
            </a:extLst>
          </p:cNvPr>
          <p:cNvGrpSpPr>
            <a:grpSpLocks/>
          </p:cNvGrpSpPr>
          <p:nvPr/>
        </p:nvGrpSpPr>
        <p:grpSpPr bwMode="auto">
          <a:xfrm>
            <a:off x="9692622" y="2007535"/>
            <a:ext cx="910879" cy="386135"/>
            <a:chOff x="3743" y="3317"/>
            <a:chExt cx="359" cy="333"/>
          </a:xfrm>
        </p:grpSpPr>
        <p:sp>
          <p:nvSpPr>
            <p:cNvPr id="34" name="Line 68">
              <a:extLst>
                <a:ext uri="{FF2B5EF4-FFF2-40B4-BE49-F238E27FC236}">
                  <a16:creationId xmlns:a16="http://schemas.microsoft.com/office/drawing/2014/main" id="{B95338F9-653D-E83A-3A20-3CBDB3D658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3" y="3317"/>
              <a:ext cx="184" cy="3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69">
              <a:extLst>
                <a:ext uri="{FF2B5EF4-FFF2-40B4-BE49-F238E27FC236}">
                  <a16:creationId xmlns:a16="http://schemas.microsoft.com/office/drawing/2014/main" id="{1231C742-115B-03DE-FCF5-1F2ECC3884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18" y="3317"/>
              <a:ext cx="184" cy="3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70">
            <a:extLst>
              <a:ext uri="{FF2B5EF4-FFF2-40B4-BE49-F238E27FC236}">
                <a16:creationId xmlns:a16="http://schemas.microsoft.com/office/drawing/2014/main" id="{46796080-D159-80AD-6F2B-C40402172ACB}"/>
              </a:ext>
            </a:extLst>
          </p:cNvPr>
          <p:cNvGrpSpPr>
            <a:grpSpLocks/>
          </p:cNvGrpSpPr>
          <p:nvPr/>
        </p:nvGrpSpPr>
        <p:grpSpPr bwMode="auto">
          <a:xfrm>
            <a:off x="8027279" y="1356819"/>
            <a:ext cx="2070179" cy="309604"/>
            <a:chOff x="3743" y="3317"/>
            <a:chExt cx="359" cy="333"/>
          </a:xfrm>
        </p:grpSpPr>
        <p:sp>
          <p:nvSpPr>
            <p:cNvPr id="32" name="Line 71">
              <a:extLst>
                <a:ext uri="{FF2B5EF4-FFF2-40B4-BE49-F238E27FC236}">
                  <a16:creationId xmlns:a16="http://schemas.microsoft.com/office/drawing/2014/main" id="{EC07C4D9-D5B8-24FC-F983-0BA44C3343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3" y="3317"/>
              <a:ext cx="184" cy="3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72">
              <a:extLst>
                <a:ext uri="{FF2B5EF4-FFF2-40B4-BE49-F238E27FC236}">
                  <a16:creationId xmlns:a16="http://schemas.microsoft.com/office/drawing/2014/main" id="{1CEE88B9-B72B-F239-E815-83E3948797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18" y="3317"/>
              <a:ext cx="184" cy="3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73">
            <a:extLst>
              <a:ext uri="{FF2B5EF4-FFF2-40B4-BE49-F238E27FC236}">
                <a16:creationId xmlns:a16="http://schemas.microsoft.com/office/drawing/2014/main" id="{7CAF7206-AE8A-FA3C-66D7-F0C110F5B6AF}"/>
              </a:ext>
            </a:extLst>
          </p:cNvPr>
          <p:cNvGrpSpPr>
            <a:grpSpLocks/>
          </p:cNvGrpSpPr>
          <p:nvPr/>
        </p:nvGrpSpPr>
        <p:grpSpPr bwMode="auto">
          <a:xfrm>
            <a:off x="7459896" y="1977194"/>
            <a:ext cx="911901" cy="386135"/>
            <a:chOff x="3743" y="3317"/>
            <a:chExt cx="359" cy="333"/>
          </a:xfrm>
        </p:grpSpPr>
        <p:sp>
          <p:nvSpPr>
            <p:cNvPr id="30" name="Line 74">
              <a:extLst>
                <a:ext uri="{FF2B5EF4-FFF2-40B4-BE49-F238E27FC236}">
                  <a16:creationId xmlns:a16="http://schemas.microsoft.com/office/drawing/2014/main" id="{7CD0E915-AF4D-484F-D773-07D4DEE338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3" y="3317"/>
              <a:ext cx="184" cy="3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75">
              <a:extLst>
                <a:ext uri="{FF2B5EF4-FFF2-40B4-BE49-F238E27FC236}">
                  <a16:creationId xmlns:a16="http://schemas.microsoft.com/office/drawing/2014/main" id="{EA64CC69-5158-E708-A7FB-CBA49D70D9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18" y="3317"/>
              <a:ext cx="184" cy="3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518681C-B5C5-1B65-1090-0F44A91D2A31}"/>
                  </a:ext>
                </a:extLst>
              </p:cNvPr>
              <p:cNvSpPr txBox="1"/>
              <p:nvPr/>
            </p:nvSpPr>
            <p:spPr>
              <a:xfrm>
                <a:off x="879241" y="1248825"/>
                <a:ext cx="5979145" cy="2893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Y[n-1] = 0;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(d = n / 2; d &gt;= 1; d /= 2) {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#pragma </a:t>
                </a:r>
                <a:r>
                  <a:rPr lang="en-US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omp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parallel for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for (int </a:t>
                </a:r>
                <a:r>
                  <a:rPr lang="en-US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0; </a:t>
                </a:r>
                <a:r>
                  <a:rPr lang="en-US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 n; </a:t>
                </a:r>
                <a:r>
                  <a:rPr lang="en-US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+= 2 * d) {</a:t>
                </a:r>
              </a:p>
              <a:p>
                <a:pPr lvl="2"/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int left = </a:t>
                </a:r>
                <a:r>
                  <a:rPr lang="en-US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+ d - 1;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 int right = </a:t>
                </a:r>
                <a:r>
                  <a:rPr lang="en-US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+ 2 * d - 1;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 temp = Y[left];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 Y[left]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</m:oMath>
                </a14:m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Y[right];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  Y[right]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</m:oMath>
                </a14:m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temp;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}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518681C-B5C5-1B65-1090-0F44A91D2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41" y="1248825"/>
                <a:ext cx="5979145" cy="2893100"/>
              </a:xfrm>
              <a:prstGeom prst="rect">
                <a:avLst/>
              </a:prstGeom>
              <a:blipFill>
                <a:blip r:embed="rId4"/>
                <a:stretch>
                  <a:fillRect l="-510" t="-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C54825-6718-1A7C-24A7-FE03B390C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364871"/>
              </p:ext>
            </p:extLst>
          </p:nvPr>
        </p:nvGraphicFramePr>
        <p:xfrm>
          <a:off x="3087647" y="4005876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926E5F04-E31B-E2C0-4CD3-B3D16E3F6D1A}"/>
              </a:ext>
            </a:extLst>
          </p:cNvPr>
          <p:cNvSpPr txBox="1"/>
          <p:nvPr/>
        </p:nvSpPr>
        <p:spPr>
          <a:xfrm>
            <a:off x="1828797" y="4149953"/>
            <a:ext cx="1121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8" name="TextBox 3097">
            <a:extLst>
              <a:ext uri="{FF2B5EF4-FFF2-40B4-BE49-F238E27FC236}">
                <a16:creationId xmlns:a16="http://schemas.microsoft.com/office/drawing/2014/main" id="{7BA9B847-06A6-374C-54AB-58C22EB0622A}"/>
              </a:ext>
            </a:extLst>
          </p:cNvPr>
          <p:cNvSpPr txBox="1"/>
          <p:nvPr/>
        </p:nvSpPr>
        <p:spPr>
          <a:xfrm>
            <a:off x="1828798" y="4774603"/>
            <a:ext cx="1774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 = 4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099" name="Table 3098">
            <a:extLst>
              <a:ext uri="{FF2B5EF4-FFF2-40B4-BE49-F238E27FC236}">
                <a16:creationId xmlns:a16="http://schemas.microsoft.com/office/drawing/2014/main" id="{30EC0754-48E3-080D-F9E9-40A758C38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765558"/>
              </p:ext>
            </p:extLst>
          </p:nvPr>
        </p:nvGraphicFramePr>
        <p:xfrm>
          <a:off x="3087646" y="4691678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3100" name="TextBox 3099">
            <a:extLst>
              <a:ext uri="{FF2B5EF4-FFF2-40B4-BE49-F238E27FC236}">
                <a16:creationId xmlns:a16="http://schemas.microsoft.com/office/drawing/2014/main" id="{9674F833-5CB4-D64D-27FB-2837F3D3428D}"/>
              </a:ext>
            </a:extLst>
          </p:cNvPr>
          <p:cNvSpPr txBox="1"/>
          <p:nvPr/>
        </p:nvSpPr>
        <p:spPr>
          <a:xfrm>
            <a:off x="1828797" y="5471290"/>
            <a:ext cx="1774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 = 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101" name="Table 3100">
            <a:extLst>
              <a:ext uri="{FF2B5EF4-FFF2-40B4-BE49-F238E27FC236}">
                <a16:creationId xmlns:a16="http://schemas.microsoft.com/office/drawing/2014/main" id="{1D0C32C9-FA07-BBA2-6283-15D866DBC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496736"/>
              </p:ext>
            </p:extLst>
          </p:nvPr>
        </p:nvGraphicFramePr>
        <p:xfrm>
          <a:off x="3087645" y="5388365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3102" name="TextBox 3101">
            <a:extLst>
              <a:ext uri="{FF2B5EF4-FFF2-40B4-BE49-F238E27FC236}">
                <a16:creationId xmlns:a16="http://schemas.microsoft.com/office/drawing/2014/main" id="{8005B7F1-FA37-CFDA-78E0-76780583E158}"/>
              </a:ext>
            </a:extLst>
          </p:cNvPr>
          <p:cNvSpPr txBox="1"/>
          <p:nvPr/>
        </p:nvSpPr>
        <p:spPr>
          <a:xfrm>
            <a:off x="1828798" y="6178865"/>
            <a:ext cx="1774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 = 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103" name="Table 3102">
            <a:extLst>
              <a:ext uri="{FF2B5EF4-FFF2-40B4-BE49-F238E27FC236}">
                <a16:creationId xmlns:a16="http://schemas.microsoft.com/office/drawing/2014/main" id="{1EB90487-9265-DAE3-1861-97ED968D3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760618"/>
              </p:ext>
            </p:extLst>
          </p:nvPr>
        </p:nvGraphicFramePr>
        <p:xfrm>
          <a:off x="3087646" y="6095940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634CA26-F702-BCC9-B3DE-A1A1502CB603}"/>
              </a:ext>
            </a:extLst>
          </p:cNvPr>
          <p:cNvSpPr txBox="1"/>
          <p:nvPr/>
        </p:nvSpPr>
        <p:spPr>
          <a:xfrm>
            <a:off x="7882731" y="4003557"/>
            <a:ext cx="685800" cy="5486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dirty="0">
              <a:ln>
                <a:solidFill>
                  <a:schemeClr val="tx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0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3098" grpId="0"/>
      <p:bldP spid="3100" grpId="0"/>
      <p:bldP spid="3102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5DE31-EA9D-2E7A-D303-D7AF23D25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A128192-C6B7-64FC-9517-FEA625FF7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Prefix Sum: Inclusive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396F52-4B36-BC81-03FB-5F121FBB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11</a:t>
            </a:fld>
            <a:endParaRPr lang="en-US" dirty="0"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66B61F-79A1-8BB1-A413-314A49DD75BF}"/>
              </a:ext>
            </a:extLst>
          </p:cNvPr>
          <p:cNvSpPr txBox="1"/>
          <p:nvPr/>
        </p:nvSpPr>
        <p:spPr>
          <a:xfrm>
            <a:off x="879241" y="1248825"/>
            <a:ext cx="59791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nn-NO" sz="1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n-NO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nn-N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 = 0; i &lt; n; i++) {</a:t>
            </a:r>
          </a:p>
          <a:p>
            <a:r>
              <a:rPr lang="nn-N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Y[i] += X[i];</a:t>
            </a:r>
          </a:p>
          <a:p>
            <a:r>
              <a:rPr lang="nn-NO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nn-NO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n-NO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02" name="TextBox 3101">
            <a:extLst>
              <a:ext uri="{FF2B5EF4-FFF2-40B4-BE49-F238E27FC236}">
                <a16:creationId xmlns:a16="http://schemas.microsoft.com/office/drawing/2014/main" id="{F75BD80F-A2CB-35C4-6D5B-DBCC420B567E}"/>
              </a:ext>
            </a:extLst>
          </p:cNvPr>
          <p:cNvSpPr txBox="1"/>
          <p:nvPr/>
        </p:nvSpPr>
        <p:spPr>
          <a:xfrm>
            <a:off x="4208779" y="2103507"/>
            <a:ext cx="1041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103" name="Table 3102">
            <a:extLst>
              <a:ext uri="{FF2B5EF4-FFF2-40B4-BE49-F238E27FC236}">
                <a16:creationId xmlns:a16="http://schemas.microsoft.com/office/drawing/2014/main" id="{6AB6B622-442B-777B-D1F5-8F20F5BEB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568597"/>
              </p:ext>
            </p:extLst>
          </p:nvPr>
        </p:nvGraphicFramePr>
        <p:xfrm>
          <a:off x="5249910" y="2029242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439556-9F49-4BC2-60EA-A6B1E219B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632669"/>
              </p:ext>
            </p:extLst>
          </p:nvPr>
        </p:nvGraphicFramePr>
        <p:xfrm>
          <a:off x="5249910" y="1280833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DF69EA2D-687E-42C1-3DED-D8478C18497E}"/>
              </a:ext>
            </a:extLst>
          </p:cNvPr>
          <p:cNvSpPr txBox="1"/>
          <p:nvPr/>
        </p:nvSpPr>
        <p:spPr>
          <a:xfrm>
            <a:off x="4208780" y="1352392"/>
            <a:ext cx="1041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57F12A-0B6B-7B98-3075-B78DD547A58C}"/>
              </a:ext>
            </a:extLst>
          </p:cNvPr>
          <p:cNvSpPr txBox="1"/>
          <p:nvPr/>
        </p:nvSpPr>
        <p:spPr>
          <a:xfrm>
            <a:off x="3806009" y="2827816"/>
            <a:ext cx="1443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Updated 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D20083B8-9C91-E080-1F6B-C11D6DC7E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423738"/>
              </p:ext>
            </p:extLst>
          </p:nvPr>
        </p:nvGraphicFramePr>
        <p:xfrm>
          <a:off x="5249910" y="2753551"/>
          <a:ext cx="54864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3643299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55244452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256414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371434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057149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59633377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27341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845634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716976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843" y="4005965"/>
            <a:ext cx="10897849" cy="11956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5278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5DE31-EA9D-2E7A-D303-D7AF23D25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A128192-C6B7-64FC-9517-FEA625FF7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498" y="180370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Parallel Prefix Sum: Inclusive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396F52-4B36-BC81-03FB-5F121FBB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12</a:t>
            </a:fld>
            <a:endParaRPr lang="en-US" dirty="0">
              <a:latin typeface="Calibri"/>
            </a:endParaRP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CFC13F89-69D2-07A6-82F1-24799B10A19F}"/>
              </a:ext>
            </a:extLst>
          </p:cNvPr>
          <p:cNvSpPr txBox="1">
            <a:spLocks noChangeArrowheads="1"/>
          </p:cNvSpPr>
          <p:nvPr/>
        </p:nvSpPr>
        <p:spPr>
          <a:xfrm>
            <a:off x="342498" y="991525"/>
            <a:ext cx="10393812" cy="2876352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667" y="1394085"/>
            <a:ext cx="8283549" cy="53364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622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0B1F-1E04-621C-98F4-1B39FDEC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BA8B0BC-8F95-ABDD-9198-62E4BA7E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Applications of Prefix Sum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978FAF-5091-0510-5E95-8049DB2C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6124B1E-E159-7FC2-E1B5-E635D6B6F4B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93812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Parallel Prefix Sum has several applications that go way beyond computing the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sum of array elements. A key primitive in many parallel algorithms to convert serial computation into parallel computation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Radix Sort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String Comparison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Lexical Analysis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Stream Compaction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Polynomial Evaluation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Solving Recurrences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Tree Operations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Histograms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Assigning space in farmers market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Allocating memory to parallel threads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Allocating memory buffer for communication channels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Frequently used for parallel work assignment and resource allocation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78702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34098</TotalTime>
  <Words>836</Words>
  <Application>Microsoft Office PowerPoint</Application>
  <PresentationFormat>Widescreen</PresentationFormat>
  <Paragraphs>382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ＭＳ Ｐゴシック</vt:lpstr>
      <vt:lpstr>Arial</vt:lpstr>
      <vt:lpstr>Calibri</vt:lpstr>
      <vt:lpstr>Calibri Light</vt:lpstr>
      <vt:lpstr>Cambria</vt:lpstr>
      <vt:lpstr>Cambria Math</vt:lpstr>
      <vt:lpstr>Courier New</vt:lpstr>
      <vt:lpstr>Office Theme</vt:lpstr>
      <vt:lpstr>Adjacency</vt:lpstr>
      <vt:lpstr>CSC 334 – Parallel and Distributed Computing</vt:lpstr>
      <vt:lpstr>Problem</vt:lpstr>
      <vt:lpstr>Prefix Sum (Scan)</vt:lpstr>
      <vt:lpstr>Naïve Inclusive Parallel Prefix Sum</vt:lpstr>
      <vt:lpstr>Naïve Inclusive Parallel Prefix Sum</vt:lpstr>
      <vt:lpstr>Naïve Inclusive Parallel Prefix Sum</vt:lpstr>
      <vt:lpstr>Naïve Inclusive Parallel Prefix Sum</vt:lpstr>
      <vt:lpstr>Parallel Prefix Sum</vt:lpstr>
      <vt:lpstr>Parallel Prefix Sum: Upward Sweep (Bottom-up)</vt:lpstr>
      <vt:lpstr>Parallel Prefix Sum: Downward Sweep (Top-down)</vt:lpstr>
      <vt:lpstr>Parallel Prefix Sum: Inclusive</vt:lpstr>
      <vt:lpstr>Parallel Prefix Sum: Inclusive</vt:lpstr>
      <vt:lpstr>Applications of Prefix Sum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334 – Parallel and Distributed Computing</dc:title>
  <dc:creator>Hasan Jamal</dc:creator>
  <cp:lastModifiedBy>INFO TECH</cp:lastModifiedBy>
  <cp:revision>140</cp:revision>
  <dcterms:created xsi:type="dcterms:W3CDTF">2020-06-08T03:46:58Z</dcterms:created>
  <dcterms:modified xsi:type="dcterms:W3CDTF">2025-04-09T21:16:35Z</dcterms:modified>
</cp:coreProperties>
</file>