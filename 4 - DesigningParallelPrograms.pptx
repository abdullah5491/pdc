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2.xml" ContentType="application/vnd.openxmlformats-officedocument.presentationml.notesSlide+xml"/>
  <Override PartName="/ppt/tags/tag49.xml" ContentType="application/vnd.openxmlformats-officedocument.presentationml.tags+xml"/>
  <Override PartName="/ppt/notesSlides/notesSlide3.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4.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2"/>
  </p:notesMasterIdLst>
  <p:sldIdLst>
    <p:sldId id="267" r:id="rId3"/>
    <p:sldId id="722" r:id="rId4"/>
    <p:sldId id="800" r:id="rId5"/>
    <p:sldId id="793" r:id="rId6"/>
    <p:sldId id="794" r:id="rId7"/>
    <p:sldId id="776" r:id="rId8"/>
    <p:sldId id="785" r:id="rId9"/>
    <p:sldId id="774" r:id="rId10"/>
    <p:sldId id="786" r:id="rId11"/>
    <p:sldId id="795" r:id="rId12"/>
    <p:sldId id="796" r:id="rId13"/>
    <p:sldId id="797" r:id="rId14"/>
    <p:sldId id="798" r:id="rId15"/>
    <p:sldId id="827" r:id="rId16"/>
    <p:sldId id="799" r:id="rId17"/>
    <p:sldId id="777" r:id="rId18"/>
    <p:sldId id="803" r:id="rId19"/>
    <p:sldId id="787" r:id="rId20"/>
    <p:sldId id="801" r:id="rId21"/>
    <p:sldId id="802" r:id="rId22"/>
    <p:sldId id="804" r:id="rId23"/>
    <p:sldId id="805" r:id="rId24"/>
    <p:sldId id="806" r:id="rId25"/>
    <p:sldId id="807" r:id="rId26"/>
    <p:sldId id="779" r:id="rId27"/>
    <p:sldId id="788" r:id="rId28"/>
    <p:sldId id="723" r:id="rId29"/>
    <p:sldId id="808" r:id="rId30"/>
    <p:sldId id="789" r:id="rId31"/>
    <p:sldId id="680" r:id="rId32"/>
    <p:sldId id="809" r:id="rId33"/>
    <p:sldId id="811" r:id="rId34"/>
    <p:sldId id="810" r:id="rId35"/>
    <p:sldId id="812" r:id="rId36"/>
    <p:sldId id="813" r:id="rId37"/>
    <p:sldId id="814" r:id="rId38"/>
    <p:sldId id="815" r:id="rId39"/>
    <p:sldId id="816" r:id="rId40"/>
    <p:sldId id="817" r:id="rId41"/>
    <p:sldId id="818" r:id="rId42"/>
    <p:sldId id="681" r:id="rId43"/>
    <p:sldId id="823" r:id="rId44"/>
    <p:sldId id="824" r:id="rId45"/>
    <p:sldId id="825" r:id="rId46"/>
    <p:sldId id="828" r:id="rId47"/>
    <p:sldId id="829" r:id="rId48"/>
    <p:sldId id="822" r:id="rId49"/>
    <p:sldId id="819" r:id="rId50"/>
    <p:sldId id="820" r:id="rId51"/>
    <p:sldId id="821" r:id="rId52"/>
    <p:sldId id="684" r:id="rId53"/>
    <p:sldId id="587" r:id="rId54"/>
    <p:sldId id="679" r:id="rId55"/>
    <p:sldId id="830" r:id="rId56"/>
    <p:sldId id="685" r:id="rId57"/>
    <p:sldId id="687" r:id="rId58"/>
    <p:sldId id="688" r:id="rId59"/>
    <p:sldId id="689" r:id="rId60"/>
    <p:sldId id="686" r:id="rId61"/>
    <p:sldId id="691" r:id="rId62"/>
    <p:sldId id="693" r:id="rId63"/>
    <p:sldId id="690" r:id="rId64"/>
    <p:sldId id="694" r:id="rId65"/>
    <p:sldId id="695" r:id="rId66"/>
    <p:sldId id="832" r:id="rId67"/>
    <p:sldId id="696" r:id="rId68"/>
    <p:sldId id="697" r:id="rId69"/>
    <p:sldId id="831" r:id="rId70"/>
    <p:sldId id="833"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68A13-1969-4A96-95CA-2259B2B016C4}" v="1754" dt="2025-03-11T04:31:54.2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818" autoAdjust="0"/>
  </p:normalViewPr>
  <p:slideViewPr>
    <p:cSldViewPr snapToGrid="0">
      <p:cViewPr varScale="1">
        <p:scale>
          <a:sx n="66" d="100"/>
          <a:sy n="66" d="100"/>
        </p:scale>
        <p:origin x="900"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Jamal" userId="6724a5da2ffd1b8f" providerId="LiveId" clId="{57CB2F9D-511D-47A3-97AB-7DD5A4D88522}"/>
    <pc:docChg chg="modSld">
      <pc:chgData name="Hasan Jamal" userId="6724a5da2ffd1b8f" providerId="LiveId" clId="{57CB2F9D-511D-47A3-97AB-7DD5A4D88522}" dt="2022-09-15T03:29:34.839" v="12" actId="20577"/>
      <pc:docMkLst>
        <pc:docMk/>
      </pc:docMkLst>
      <pc:sldChg chg="modSp mod">
        <pc:chgData name="Hasan Jamal" userId="6724a5da2ffd1b8f" providerId="LiveId" clId="{57CB2F9D-511D-47A3-97AB-7DD5A4D88522}" dt="2022-09-15T03:29:34.839" v="12" actId="20577"/>
        <pc:sldMkLst>
          <pc:docMk/>
          <pc:sldMk cId="4276505344" sldId="513"/>
        </pc:sldMkLst>
      </pc:sldChg>
      <pc:sldChg chg="modSp mod">
        <pc:chgData name="Hasan Jamal" userId="6724a5da2ffd1b8f" providerId="LiveId" clId="{57CB2F9D-511D-47A3-97AB-7DD5A4D88522}" dt="2022-02-25T04:18:49.826" v="6" actId="113"/>
        <pc:sldMkLst>
          <pc:docMk/>
          <pc:sldMk cId="4101798262" sldId="516"/>
        </pc:sldMkLst>
      </pc:sldChg>
      <pc:sldChg chg="modNotesTx">
        <pc:chgData name="Hasan Jamal" userId="6724a5da2ffd1b8f" providerId="LiveId" clId="{57CB2F9D-511D-47A3-97AB-7DD5A4D88522}" dt="2022-02-23T10:00:06.570" v="3" actId="20577"/>
        <pc:sldMkLst>
          <pc:docMk/>
          <pc:sldMk cId="1619668140" sldId="523"/>
        </pc:sldMkLst>
      </pc:sldChg>
    </pc:docChg>
  </pc:docChgLst>
  <pc:docChgLst>
    <pc:chgData name="Hasan Jamal" userId="6724a5da2ffd1b8f" providerId="LiveId" clId="{FFC61A08-3CAA-49F2-A903-1AACF7732A7C}"/>
    <pc:docChg chg="modSld">
      <pc:chgData name="Hasan Jamal" userId="6724a5da2ffd1b8f" providerId="LiveId" clId="{FFC61A08-3CAA-49F2-A903-1AACF7732A7C}" dt="2025-03-04T03:40:26.140" v="1"/>
      <pc:docMkLst>
        <pc:docMk/>
      </pc:docMkLst>
      <pc:sldChg chg="modAnim">
        <pc:chgData name="Hasan Jamal" userId="6724a5da2ffd1b8f" providerId="LiveId" clId="{FFC61A08-3CAA-49F2-A903-1AACF7732A7C}" dt="2025-03-04T03:40:26.140" v="1"/>
        <pc:sldMkLst>
          <pc:docMk/>
          <pc:sldMk cId="1914851338" sldId="722"/>
        </pc:sldMkLst>
      </pc:sldChg>
    </pc:docChg>
  </pc:docChgLst>
  <pc:docChgLst>
    <pc:chgData name="Hasan Jamal" userId="6724a5da2ffd1b8f" providerId="LiveId" clId="{D37C5E1E-F139-4332-ADB1-E8D22FE39AFF}"/>
    <pc:docChg chg="undo custSel addSld delSld modSld sldOrd">
      <pc:chgData name="Hasan Jamal" userId="6724a5da2ffd1b8f" providerId="LiveId" clId="{D37C5E1E-F139-4332-ADB1-E8D22FE39AFF}" dt="2024-09-13T03:14:47.667" v="1015" actId="20577"/>
      <pc:docMkLst>
        <pc:docMk/>
      </pc:docMkLst>
      <pc:sldChg chg="modAnim">
        <pc:chgData name="Hasan Jamal" userId="6724a5da2ffd1b8f" providerId="LiveId" clId="{D37C5E1E-F139-4332-ADB1-E8D22FE39AFF}" dt="2024-09-02T06:58:36.842" v="4"/>
        <pc:sldMkLst>
          <pc:docMk/>
          <pc:sldMk cId="1191552048" sldId="540"/>
        </pc:sldMkLst>
      </pc:sldChg>
      <pc:sldChg chg="modSp modAnim">
        <pc:chgData name="Hasan Jamal" userId="6724a5da2ffd1b8f" providerId="LiveId" clId="{D37C5E1E-F139-4332-ADB1-E8D22FE39AFF}" dt="2024-09-09T03:20:32.316" v="21" actId="20577"/>
        <pc:sldMkLst>
          <pc:docMk/>
          <pc:sldMk cId="3673589650" sldId="543"/>
        </pc:sldMkLst>
      </pc:sldChg>
      <pc:sldChg chg="modSp mod">
        <pc:chgData name="Hasan Jamal" userId="6724a5da2ffd1b8f" providerId="LiveId" clId="{D37C5E1E-F139-4332-ADB1-E8D22FE39AFF}" dt="2024-09-09T03:27:12.454" v="22" actId="20577"/>
        <pc:sldMkLst>
          <pc:docMk/>
          <pc:sldMk cId="2829778637" sldId="544"/>
        </pc:sldMkLst>
      </pc:sldChg>
      <pc:sldChg chg="modSp mod">
        <pc:chgData name="Hasan Jamal" userId="6724a5da2ffd1b8f" providerId="LiveId" clId="{D37C5E1E-F139-4332-ADB1-E8D22FE39AFF}" dt="2024-09-09T05:51:01.895" v="23" actId="20577"/>
        <pc:sldMkLst>
          <pc:docMk/>
          <pc:sldMk cId="3565233425" sldId="553"/>
        </pc:sldMkLst>
      </pc:sldChg>
      <pc:sldChg chg="modAnim">
        <pc:chgData name="Hasan Jamal" userId="6724a5da2ffd1b8f" providerId="LiveId" clId="{D37C5E1E-F139-4332-ADB1-E8D22FE39AFF}" dt="2024-09-09T06:02:45.783" v="30"/>
        <pc:sldMkLst>
          <pc:docMk/>
          <pc:sldMk cId="1339471842" sldId="561"/>
        </pc:sldMkLst>
      </pc:sldChg>
      <pc:sldChg chg="modAnim">
        <pc:chgData name="Hasan Jamal" userId="6724a5da2ffd1b8f" providerId="LiveId" clId="{D37C5E1E-F139-4332-ADB1-E8D22FE39AFF}" dt="2024-09-09T06:03:39.876" v="31"/>
        <pc:sldMkLst>
          <pc:docMk/>
          <pc:sldMk cId="816086383" sldId="562"/>
        </pc:sldMkLst>
      </pc:sldChg>
      <pc:sldChg chg="modSp mod">
        <pc:chgData name="Hasan Jamal" userId="6724a5da2ffd1b8f" providerId="LiveId" clId="{D37C5E1E-F139-4332-ADB1-E8D22FE39AFF}" dt="2024-09-09T06:04:34.531" v="37" actId="20577"/>
        <pc:sldMkLst>
          <pc:docMk/>
          <pc:sldMk cId="2873058451" sldId="564"/>
        </pc:sldMkLst>
      </pc:sldChg>
      <pc:sldChg chg="modSp mod">
        <pc:chgData name="Hasan Jamal" userId="6724a5da2ffd1b8f" providerId="LiveId" clId="{D37C5E1E-F139-4332-ADB1-E8D22FE39AFF}" dt="2024-09-09T06:06:16.305" v="40" actId="20577"/>
        <pc:sldMkLst>
          <pc:docMk/>
          <pc:sldMk cId="306440915" sldId="577"/>
        </pc:sldMkLst>
      </pc:sldChg>
      <pc:sldChg chg="modSp mod">
        <pc:chgData name="Hasan Jamal" userId="6724a5da2ffd1b8f" providerId="LiveId" clId="{D37C5E1E-F139-4332-ADB1-E8D22FE39AFF}" dt="2024-09-09T06:07:43.868" v="41" actId="20577"/>
        <pc:sldMkLst>
          <pc:docMk/>
          <pc:sldMk cId="3206498402" sldId="584"/>
        </pc:sldMkLst>
      </pc:sldChg>
      <pc:sldChg chg="modSp mod">
        <pc:chgData name="Hasan Jamal" userId="6724a5da2ffd1b8f" providerId="LiveId" clId="{D37C5E1E-F139-4332-ADB1-E8D22FE39AFF}" dt="2024-09-13T03:14:47.667" v="1015" actId="20577"/>
        <pc:sldMkLst>
          <pc:docMk/>
          <pc:sldMk cId="2858384051" sldId="587"/>
        </pc:sldMkLst>
      </pc:sldChg>
      <pc:sldChg chg="modAnim">
        <pc:chgData name="Hasan Jamal" userId="6724a5da2ffd1b8f" providerId="LiveId" clId="{D37C5E1E-F139-4332-ADB1-E8D22FE39AFF}" dt="2024-09-02T06:59:50.959" v="11"/>
        <pc:sldMkLst>
          <pc:docMk/>
          <pc:sldMk cId="4292783830" sldId="588"/>
        </pc:sldMkLst>
      </pc:sldChg>
      <pc:sldChg chg="modSp mod">
        <pc:chgData name="Hasan Jamal" userId="6724a5da2ffd1b8f" providerId="LiveId" clId="{D37C5E1E-F139-4332-ADB1-E8D22FE39AFF}" dt="2024-09-10T08:23:28.226" v="1011" actId="1076"/>
        <pc:sldMkLst>
          <pc:docMk/>
          <pc:sldMk cId="274183469" sldId="591"/>
        </pc:sldMkLst>
      </pc:sldChg>
      <pc:sldChg chg="del">
        <pc:chgData name="Hasan Jamal" userId="6724a5da2ffd1b8f" providerId="LiveId" clId="{D37C5E1E-F139-4332-ADB1-E8D22FE39AFF}" dt="2024-09-05T05:47:47.934" v="13" actId="2696"/>
        <pc:sldMkLst>
          <pc:docMk/>
          <pc:sldMk cId="1458936523" sldId="592"/>
        </pc:sldMkLst>
      </pc:sldChg>
      <pc:sldChg chg="del">
        <pc:chgData name="Hasan Jamal" userId="6724a5da2ffd1b8f" providerId="LiveId" clId="{D37C5E1E-F139-4332-ADB1-E8D22FE39AFF}" dt="2024-09-05T05:47:47.934" v="13" actId="2696"/>
        <pc:sldMkLst>
          <pc:docMk/>
          <pc:sldMk cId="3104079279" sldId="593"/>
        </pc:sldMkLst>
      </pc:sldChg>
      <pc:sldChg chg="del">
        <pc:chgData name="Hasan Jamal" userId="6724a5da2ffd1b8f" providerId="LiveId" clId="{D37C5E1E-F139-4332-ADB1-E8D22FE39AFF}" dt="2024-09-05T05:47:47.934" v="13" actId="2696"/>
        <pc:sldMkLst>
          <pc:docMk/>
          <pc:sldMk cId="1404803089" sldId="594"/>
        </pc:sldMkLst>
      </pc:sldChg>
      <pc:sldChg chg="del">
        <pc:chgData name="Hasan Jamal" userId="6724a5da2ffd1b8f" providerId="LiveId" clId="{D37C5E1E-F139-4332-ADB1-E8D22FE39AFF}" dt="2024-09-05T05:47:47.934" v="13" actId="2696"/>
        <pc:sldMkLst>
          <pc:docMk/>
          <pc:sldMk cId="2889225343" sldId="595"/>
        </pc:sldMkLst>
      </pc:sldChg>
      <pc:sldChg chg="del">
        <pc:chgData name="Hasan Jamal" userId="6724a5da2ffd1b8f" providerId="LiveId" clId="{D37C5E1E-F139-4332-ADB1-E8D22FE39AFF}" dt="2024-09-05T05:47:47.934" v="13" actId="2696"/>
        <pc:sldMkLst>
          <pc:docMk/>
          <pc:sldMk cId="2071882620" sldId="596"/>
        </pc:sldMkLst>
      </pc:sldChg>
      <pc:sldChg chg="addSp delSp modSp mod">
        <pc:chgData name="Hasan Jamal" userId="6724a5da2ffd1b8f" providerId="LiveId" clId="{D37C5E1E-F139-4332-ADB1-E8D22FE39AFF}" dt="2024-09-10T08:07:13.576" v="691" actId="20577"/>
        <pc:sldMkLst>
          <pc:docMk/>
          <pc:sldMk cId="1042455817" sldId="598"/>
        </pc:sldMkLst>
      </pc:sldChg>
      <pc:sldChg chg="modSp mod">
        <pc:chgData name="Hasan Jamal" userId="6724a5da2ffd1b8f" providerId="LiveId" clId="{D37C5E1E-F139-4332-ADB1-E8D22FE39AFF}" dt="2024-09-10T08:18:10.102" v="958" actId="1035"/>
        <pc:sldMkLst>
          <pc:docMk/>
          <pc:sldMk cId="2250875496" sldId="599"/>
        </pc:sldMkLst>
      </pc:sldChg>
      <pc:sldChg chg="del">
        <pc:chgData name="Hasan Jamal" userId="6724a5da2ffd1b8f" providerId="LiveId" clId="{D37C5E1E-F139-4332-ADB1-E8D22FE39AFF}" dt="2024-09-02T17:28:25.524" v="12" actId="2696"/>
        <pc:sldMkLst>
          <pc:docMk/>
          <pc:sldMk cId="2245585915" sldId="605"/>
        </pc:sldMkLst>
      </pc:sldChg>
      <pc:sldChg chg="del">
        <pc:chgData name="Hasan Jamal" userId="6724a5da2ffd1b8f" providerId="LiveId" clId="{D37C5E1E-F139-4332-ADB1-E8D22FE39AFF}" dt="2024-09-02T17:28:25.524" v="12" actId="2696"/>
        <pc:sldMkLst>
          <pc:docMk/>
          <pc:sldMk cId="2073823400" sldId="606"/>
        </pc:sldMkLst>
      </pc:sldChg>
      <pc:sldChg chg="del">
        <pc:chgData name="Hasan Jamal" userId="6724a5da2ffd1b8f" providerId="LiveId" clId="{D37C5E1E-F139-4332-ADB1-E8D22FE39AFF}" dt="2024-09-05T05:47:47.934" v="13" actId="2696"/>
        <pc:sldMkLst>
          <pc:docMk/>
          <pc:sldMk cId="2041488050" sldId="607"/>
        </pc:sldMkLst>
      </pc:sldChg>
      <pc:sldChg chg="addSp delSp modSp mod ord">
        <pc:chgData name="Hasan Jamal" userId="6724a5da2ffd1b8f" providerId="LiveId" clId="{D37C5E1E-F139-4332-ADB1-E8D22FE39AFF}" dt="2024-09-10T08:16:13.332" v="952" actId="20577"/>
        <pc:sldMkLst>
          <pc:docMk/>
          <pc:sldMk cId="3200845249" sldId="613"/>
        </pc:sldMkLst>
      </pc:sldChg>
      <pc:sldChg chg="del">
        <pc:chgData name="Hasan Jamal" userId="6724a5da2ffd1b8f" providerId="LiveId" clId="{D37C5E1E-F139-4332-ADB1-E8D22FE39AFF}" dt="2024-09-05T05:47:47.934" v="13" actId="2696"/>
        <pc:sldMkLst>
          <pc:docMk/>
          <pc:sldMk cId="973189905" sldId="614"/>
        </pc:sldMkLst>
      </pc:sldChg>
      <pc:sldChg chg="modSp add mod">
        <pc:chgData name="Hasan Jamal" userId="6724a5da2ffd1b8f" providerId="LiveId" clId="{D37C5E1E-F139-4332-ADB1-E8D22FE39AFF}" dt="2024-09-10T08:19:51.894" v="1008" actId="20577"/>
        <pc:sldMkLst>
          <pc:docMk/>
          <pc:sldMk cId="1490959042" sldId="614"/>
        </pc:sldMkLst>
      </pc:sldChg>
      <pc:sldChg chg="delSp modSp add mod ord">
        <pc:chgData name="Hasan Jamal" userId="6724a5da2ffd1b8f" providerId="LiveId" clId="{D37C5E1E-F139-4332-ADB1-E8D22FE39AFF}" dt="2024-09-10T08:25:26.896" v="1012" actId="20577"/>
        <pc:sldMkLst>
          <pc:docMk/>
          <pc:sldMk cId="1315282947" sldId="615"/>
        </pc:sldMkLst>
      </pc:sldChg>
      <pc:sldChg chg="del">
        <pc:chgData name="Hasan Jamal" userId="6724a5da2ffd1b8f" providerId="LiveId" clId="{D37C5E1E-F139-4332-ADB1-E8D22FE39AFF}" dt="2024-09-05T05:47:47.934" v="13" actId="2696"/>
        <pc:sldMkLst>
          <pc:docMk/>
          <pc:sldMk cId="3872714251" sldId="615"/>
        </pc:sldMkLst>
      </pc:sldChg>
    </pc:docChg>
  </pc:docChgLst>
  <pc:docChgLst>
    <pc:chgData name="Hasan Jamal" userId="6724a5da2ffd1b8f" providerId="LiveId" clId="{1D5B174E-FE09-433E-83D8-BE62C3D17F84}"/>
    <pc:docChg chg="addSld modSld">
      <pc:chgData name="Hasan Jamal" userId="6724a5da2ffd1b8f" providerId="LiveId" clId="{1D5B174E-FE09-433E-83D8-BE62C3D17F84}" dt="2025-02-19T05:28:59.084" v="1"/>
      <pc:docMkLst>
        <pc:docMk/>
      </pc:docMkLst>
      <pc:sldChg chg="add">
        <pc:chgData name="Hasan Jamal" userId="6724a5da2ffd1b8f" providerId="LiveId" clId="{1D5B174E-FE09-433E-83D8-BE62C3D17F84}" dt="2025-02-19T05:28:59.084" v="1"/>
        <pc:sldMkLst>
          <pc:docMk/>
          <pc:sldMk cId="1483077578" sldId="689"/>
        </pc:sldMkLst>
      </pc:sldChg>
      <pc:sldChg chg="add">
        <pc:chgData name="Hasan Jamal" userId="6724a5da2ffd1b8f" providerId="LiveId" clId="{1D5B174E-FE09-433E-83D8-BE62C3D17F84}" dt="2025-02-19T05:02:05.768" v="0"/>
        <pc:sldMkLst>
          <pc:docMk/>
          <pc:sldMk cId="4211869602" sldId="703"/>
        </pc:sldMkLst>
      </pc:sldChg>
      <pc:sldChg chg="add">
        <pc:chgData name="Hasan Jamal" userId="6724a5da2ffd1b8f" providerId="LiveId" clId="{1D5B174E-FE09-433E-83D8-BE62C3D17F84}" dt="2025-02-19T05:02:05.768" v="0"/>
        <pc:sldMkLst>
          <pc:docMk/>
          <pc:sldMk cId="1091887727" sldId="704"/>
        </pc:sldMkLst>
      </pc:sldChg>
      <pc:sldChg chg="add">
        <pc:chgData name="Hasan Jamal" userId="6724a5da2ffd1b8f" providerId="LiveId" clId="{1D5B174E-FE09-433E-83D8-BE62C3D17F84}" dt="2025-02-19T05:02:05.768" v="0"/>
        <pc:sldMkLst>
          <pc:docMk/>
          <pc:sldMk cId="3612541025" sldId="705"/>
        </pc:sldMkLst>
      </pc:sldChg>
      <pc:sldChg chg="add">
        <pc:chgData name="Hasan Jamal" userId="6724a5da2ffd1b8f" providerId="LiveId" clId="{1D5B174E-FE09-433E-83D8-BE62C3D17F84}" dt="2025-02-19T05:02:05.768" v="0"/>
        <pc:sldMkLst>
          <pc:docMk/>
          <pc:sldMk cId="276507698" sldId="706"/>
        </pc:sldMkLst>
      </pc:sldChg>
      <pc:sldChg chg="add">
        <pc:chgData name="Hasan Jamal" userId="6724a5da2ffd1b8f" providerId="LiveId" clId="{1D5B174E-FE09-433E-83D8-BE62C3D17F84}" dt="2025-02-19T05:02:05.768" v="0"/>
        <pc:sldMkLst>
          <pc:docMk/>
          <pc:sldMk cId="3374401365" sldId="707"/>
        </pc:sldMkLst>
      </pc:sldChg>
      <pc:sldChg chg="add">
        <pc:chgData name="Hasan Jamal" userId="6724a5da2ffd1b8f" providerId="LiveId" clId="{1D5B174E-FE09-433E-83D8-BE62C3D17F84}" dt="2025-02-19T05:02:05.768" v="0"/>
        <pc:sldMkLst>
          <pc:docMk/>
          <pc:sldMk cId="2693649825" sldId="708"/>
        </pc:sldMkLst>
      </pc:sldChg>
      <pc:sldChg chg="add">
        <pc:chgData name="Hasan Jamal" userId="6724a5da2ffd1b8f" providerId="LiveId" clId="{1D5B174E-FE09-433E-83D8-BE62C3D17F84}" dt="2025-02-19T05:02:05.768" v="0"/>
        <pc:sldMkLst>
          <pc:docMk/>
          <pc:sldMk cId="441988751" sldId="709"/>
        </pc:sldMkLst>
      </pc:sldChg>
      <pc:sldChg chg="add">
        <pc:chgData name="Hasan Jamal" userId="6724a5da2ffd1b8f" providerId="LiveId" clId="{1D5B174E-FE09-433E-83D8-BE62C3D17F84}" dt="2025-02-19T05:02:05.768" v="0"/>
        <pc:sldMkLst>
          <pc:docMk/>
          <pc:sldMk cId="1486501541" sldId="710"/>
        </pc:sldMkLst>
      </pc:sldChg>
      <pc:sldChg chg="add">
        <pc:chgData name="Hasan Jamal" userId="6724a5da2ffd1b8f" providerId="LiveId" clId="{1D5B174E-FE09-433E-83D8-BE62C3D17F84}" dt="2025-02-19T05:02:05.768" v="0"/>
        <pc:sldMkLst>
          <pc:docMk/>
          <pc:sldMk cId="42114473" sldId="711"/>
        </pc:sldMkLst>
      </pc:sldChg>
      <pc:sldChg chg="add">
        <pc:chgData name="Hasan Jamal" userId="6724a5da2ffd1b8f" providerId="LiveId" clId="{1D5B174E-FE09-433E-83D8-BE62C3D17F84}" dt="2025-02-19T05:02:05.768" v="0"/>
        <pc:sldMkLst>
          <pc:docMk/>
          <pc:sldMk cId="2295380915" sldId="712"/>
        </pc:sldMkLst>
      </pc:sldChg>
      <pc:sldChg chg="add">
        <pc:chgData name="Hasan Jamal" userId="6724a5da2ffd1b8f" providerId="LiveId" clId="{1D5B174E-FE09-433E-83D8-BE62C3D17F84}" dt="2025-02-19T05:02:05.768" v="0"/>
        <pc:sldMkLst>
          <pc:docMk/>
          <pc:sldMk cId="946817819" sldId="713"/>
        </pc:sldMkLst>
      </pc:sldChg>
      <pc:sldChg chg="add">
        <pc:chgData name="Hasan Jamal" userId="6724a5da2ffd1b8f" providerId="LiveId" clId="{1D5B174E-FE09-433E-83D8-BE62C3D17F84}" dt="2025-02-19T05:02:05.768" v="0"/>
        <pc:sldMkLst>
          <pc:docMk/>
          <pc:sldMk cId="3578793085" sldId="714"/>
        </pc:sldMkLst>
      </pc:sldChg>
      <pc:sldChg chg="add">
        <pc:chgData name="Hasan Jamal" userId="6724a5da2ffd1b8f" providerId="LiveId" clId="{1D5B174E-FE09-433E-83D8-BE62C3D17F84}" dt="2025-02-19T05:02:05.768" v="0"/>
        <pc:sldMkLst>
          <pc:docMk/>
          <pc:sldMk cId="1728647669" sldId="715"/>
        </pc:sldMkLst>
      </pc:sldChg>
      <pc:sldChg chg="add">
        <pc:chgData name="Hasan Jamal" userId="6724a5da2ffd1b8f" providerId="LiveId" clId="{1D5B174E-FE09-433E-83D8-BE62C3D17F84}" dt="2025-02-19T05:02:05.768" v="0"/>
        <pc:sldMkLst>
          <pc:docMk/>
          <pc:sldMk cId="3626956494" sldId="716"/>
        </pc:sldMkLst>
      </pc:sldChg>
    </pc:docChg>
  </pc:docChgLst>
  <pc:docChgLst>
    <pc:chgData name="Hasan Jamal" userId="6724a5da2ffd1b8f" providerId="LiveId" clId="{96E91301-8390-499D-83BE-49190A5B0140}"/>
    <pc:docChg chg="modSld">
      <pc:chgData name="Hasan Jamal" userId="6724a5da2ffd1b8f" providerId="LiveId" clId="{96E91301-8390-499D-83BE-49190A5B0140}" dt="2020-06-20T13:15:35.684" v="1"/>
      <pc:docMkLst>
        <pc:docMk/>
      </pc:docMkLst>
      <pc:sldChg chg="modTransition">
        <pc:chgData name="Hasan Jamal" userId="6724a5da2ffd1b8f" providerId="LiveId" clId="{96E91301-8390-499D-83BE-49190A5B0140}" dt="2020-06-20T13:15:35.684" v="1"/>
        <pc:sldMkLst>
          <pc:docMk/>
          <pc:sldMk cId="1423990881" sldId="267"/>
        </pc:sldMkLst>
      </pc:sldChg>
      <pc:sldChg chg="modTransition">
        <pc:chgData name="Hasan Jamal" userId="6724a5da2ffd1b8f" providerId="LiveId" clId="{96E91301-8390-499D-83BE-49190A5B0140}" dt="2020-06-20T13:15:35.684" v="1"/>
        <pc:sldMkLst>
          <pc:docMk/>
          <pc:sldMk cId="578419612" sldId="270"/>
        </pc:sldMkLst>
      </pc:sldChg>
      <pc:sldChg chg="modTransition">
        <pc:chgData name="Hasan Jamal" userId="6724a5da2ffd1b8f" providerId="LiveId" clId="{96E91301-8390-499D-83BE-49190A5B0140}" dt="2020-06-20T13:15:35.684" v="1"/>
        <pc:sldMkLst>
          <pc:docMk/>
          <pc:sldMk cId="1495268929" sldId="274"/>
        </pc:sldMkLst>
      </pc:sldChg>
      <pc:sldChg chg="modTransition">
        <pc:chgData name="Hasan Jamal" userId="6724a5da2ffd1b8f" providerId="LiveId" clId="{96E91301-8390-499D-83BE-49190A5B0140}" dt="2020-06-20T13:15:35.684" v="1"/>
        <pc:sldMkLst>
          <pc:docMk/>
          <pc:sldMk cId="2742951823" sldId="346"/>
        </pc:sldMkLst>
      </pc:sldChg>
      <pc:sldChg chg="modTransition">
        <pc:chgData name="Hasan Jamal" userId="6724a5da2ffd1b8f" providerId="LiveId" clId="{96E91301-8390-499D-83BE-49190A5B0140}" dt="2020-06-20T13:15:35.684" v="1"/>
        <pc:sldMkLst>
          <pc:docMk/>
          <pc:sldMk cId="3076239252" sldId="457"/>
        </pc:sldMkLst>
      </pc:sldChg>
      <pc:sldChg chg="modTransition">
        <pc:chgData name="Hasan Jamal" userId="6724a5da2ffd1b8f" providerId="LiveId" clId="{96E91301-8390-499D-83BE-49190A5B0140}" dt="2020-06-20T13:15:35.684" v="1"/>
        <pc:sldMkLst>
          <pc:docMk/>
          <pc:sldMk cId="3748594262" sldId="458"/>
        </pc:sldMkLst>
      </pc:sldChg>
      <pc:sldChg chg="modTransition">
        <pc:chgData name="Hasan Jamal" userId="6724a5da2ffd1b8f" providerId="LiveId" clId="{96E91301-8390-499D-83BE-49190A5B0140}" dt="2020-06-20T13:15:35.684" v="1"/>
        <pc:sldMkLst>
          <pc:docMk/>
          <pc:sldMk cId="616506392" sldId="459"/>
        </pc:sldMkLst>
      </pc:sldChg>
      <pc:sldChg chg="modTransition">
        <pc:chgData name="Hasan Jamal" userId="6724a5da2ffd1b8f" providerId="LiveId" clId="{96E91301-8390-499D-83BE-49190A5B0140}" dt="2020-06-20T13:15:35.684" v="1"/>
        <pc:sldMkLst>
          <pc:docMk/>
          <pc:sldMk cId="2854303941" sldId="461"/>
        </pc:sldMkLst>
      </pc:sldChg>
      <pc:sldChg chg="modTransition">
        <pc:chgData name="Hasan Jamal" userId="6724a5da2ffd1b8f" providerId="LiveId" clId="{96E91301-8390-499D-83BE-49190A5B0140}" dt="2020-06-20T13:15:35.684" v="1"/>
        <pc:sldMkLst>
          <pc:docMk/>
          <pc:sldMk cId="3095468980" sldId="466"/>
        </pc:sldMkLst>
      </pc:sldChg>
      <pc:sldChg chg="modTransition">
        <pc:chgData name="Hasan Jamal" userId="6724a5da2ffd1b8f" providerId="LiveId" clId="{96E91301-8390-499D-83BE-49190A5B0140}" dt="2020-06-20T13:15:35.684" v="1"/>
        <pc:sldMkLst>
          <pc:docMk/>
          <pc:sldMk cId="2501283379" sldId="467"/>
        </pc:sldMkLst>
      </pc:sldChg>
      <pc:sldChg chg="modTransition">
        <pc:chgData name="Hasan Jamal" userId="6724a5da2ffd1b8f" providerId="LiveId" clId="{96E91301-8390-499D-83BE-49190A5B0140}" dt="2020-06-20T13:15:35.684" v="1"/>
        <pc:sldMkLst>
          <pc:docMk/>
          <pc:sldMk cId="2088484385" sldId="468"/>
        </pc:sldMkLst>
      </pc:sldChg>
      <pc:sldChg chg="modTransition">
        <pc:chgData name="Hasan Jamal" userId="6724a5da2ffd1b8f" providerId="LiveId" clId="{96E91301-8390-499D-83BE-49190A5B0140}" dt="2020-06-20T13:15:35.684" v="1"/>
        <pc:sldMkLst>
          <pc:docMk/>
          <pc:sldMk cId="2487066325" sldId="469"/>
        </pc:sldMkLst>
      </pc:sldChg>
      <pc:sldChg chg="modTransition">
        <pc:chgData name="Hasan Jamal" userId="6724a5da2ffd1b8f" providerId="LiveId" clId="{96E91301-8390-499D-83BE-49190A5B0140}" dt="2020-06-20T13:15:35.684" v="1"/>
        <pc:sldMkLst>
          <pc:docMk/>
          <pc:sldMk cId="1595765672" sldId="470"/>
        </pc:sldMkLst>
      </pc:sldChg>
      <pc:sldChg chg="modTransition">
        <pc:chgData name="Hasan Jamal" userId="6724a5da2ffd1b8f" providerId="LiveId" clId="{96E91301-8390-499D-83BE-49190A5B0140}" dt="2020-06-20T13:15:35.684" v="1"/>
        <pc:sldMkLst>
          <pc:docMk/>
          <pc:sldMk cId="2723844874" sldId="471"/>
        </pc:sldMkLst>
      </pc:sldChg>
      <pc:sldChg chg="modTransition">
        <pc:chgData name="Hasan Jamal" userId="6724a5da2ffd1b8f" providerId="LiveId" clId="{96E91301-8390-499D-83BE-49190A5B0140}" dt="2020-06-20T13:15:35.684" v="1"/>
        <pc:sldMkLst>
          <pc:docMk/>
          <pc:sldMk cId="391945698" sldId="475"/>
        </pc:sldMkLst>
      </pc:sldChg>
      <pc:sldChg chg="modTransition">
        <pc:chgData name="Hasan Jamal" userId="6724a5da2ffd1b8f" providerId="LiveId" clId="{96E91301-8390-499D-83BE-49190A5B0140}" dt="2020-06-20T13:15:35.684" v="1"/>
        <pc:sldMkLst>
          <pc:docMk/>
          <pc:sldMk cId="481662566" sldId="476"/>
        </pc:sldMkLst>
      </pc:sldChg>
      <pc:sldChg chg="modTransition">
        <pc:chgData name="Hasan Jamal" userId="6724a5da2ffd1b8f" providerId="LiveId" clId="{96E91301-8390-499D-83BE-49190A5B0140}" dt="2020-06-20T13:15:35.684" v="1"/>
        <pc:sldMkLst>
          <pc:docMk/>
          <pc:sldMk cId="376348559" sldId="477"/>
        </pc:sldMkLst>
      </pc:sldChg>
    </pc:docChg>
  </pc:docChgLst>
  <pc:docChgLst>
    <pc:chgData name="Hasan Jamal" userId="6724a5da2ffd1b8f" providerId="LiveId" clId="{46468A13-1969-4A96-95CA-2259B2B016C4}"/>
    <pc:docChg chg="undo redo custSel addSld delSld modSld sldOrd">
      <pc:chgData name="Hasan Jamal" userId="6724a5da2ffd1b8f" providerId="LiveId" clId="{46468A13-1969-4A96-95CA-2259B2B016C4}" dt="2025-03-11T04:31:54.286" v="5924"/>
      <pc:docMkLst>
        <pc:docMk/>
      </pc:docMkLst>
      <pc:sldChg chg="modSp mod">
        <pc:chgData name="Hasan Jamal" userId="6724a5da2ffd1b8f" providerId="LiveId" clId="{46468A13-1969-4A96-95CA-2259B2B016C4}" dt="2025-03-09T07:19:17.429" v="11" actId="20577"/>
        <pc:sldMkLst>
          <pc:docMk/>
          <pc:sldMk cId="1423990881" sldId="267"/>
        </pc:sldMkLst>
        <pc:spChg chg="mod">
          <ac:chgData name="Hasan Jamal" userId="6724a5da2ffd1b8f" providerId="LiveId" clId="{46468A13-1969-4A96-95CA-2259B2B016C4}" dt="2025-03-09T07:19:17.429" v="11" actId="20577"/>
          <ac:spMkLst>
            <pc:docMk/>
            <pc:sldMk cId="1423990881" sldId="267"/>
            <ac:spMk id="8" creationId="{00000000-0000-0000-0000-000000000000}"/>
          </ac:spMkLst>
        </pc:spChg>
      </pc:sldChg>
      <pc:sldChg chg="add del">
        <pc:chgData name="Hasan Jamal" userId="6724a5da2ffd1b8f" providerId="LiveId" clId="{46468A13-1969-4A96-95CA-2259B2B016C4}" dt="2025-03-10T02:01:26.759" v="3828" actId="47"/>
        <pc:sldMkLst>
          <pc:docMk/>
          <pc:sldMk cId="2851832415" sldId="586"/>
        </pc:sldMkLst>
      </pc:sldChg>
      <pc:sldChg chg="modSp add ord modAnim">
        <pc:chgData name="Hasan Jamal" userId="6724a5da2ffd1b8f" providerId="LiveId" clId="{46468A13-1969-4A96-95CA-2259B2B016C4}" dt="2025-03-11T04:29:23.322" v="5909" actId="207"/>
        <pc:sldMkLst>
          <pc:docMk/>
          <pc:sldMk cId="2858384051" sldId="587"/>
        </pc:sldMkLst>
        <pc:spChg chg="mod">
          <ac:chgData name="Hasan Jamal" userId="6724a5da2ffd1b8f" providerId="LiveId" clId="{46468A13-1969-4A96-95CA-2259B2B016C4}" dt="2025-03-11T04:29:23.322" v="5909" actId="207"/>
          <ac:spMkLst>
            <pc:docMk/>
            <pc:sldMk cId="2858384051" sldId="587"/>
            <ac:spMk id="12" creationId="{A773B303-CEA4-39FE-8190-A77ECCC638B8}"/>
          </ac:spMkLst>
        </pc:spChg>
      </pc:sldChg>
      <pc:sldChg chg="add del ord">
        <pc:chgData name="Hasan Jamal" userId="6724a5da2ffd1b8f" providerId="LiveId" clId="{46468A13-1969-4A96-95CA-2259B2B016C4}" dt="2025-03-10T04:12:39.072" v="4466" actId="47"/>
        <pc:sldMkLst>
          <pc:docMk/>
          <pc:sldMk cId="3925310174" sldId="677"/>
        </pc:sldMkLst>
      </pc:sldChg>
      <pc:sldChg chg="modSp add del mod">
        <pc:chgData name="Hasan Jamal" userId="6724a5da2ffd1b8f" providerId="LiveId" clId="{46468A13-1969-4A96-95CA-2259B2B016C4}" dt="2025-03-09T11:31:27.940" v="3309" actId="47"/>
        <pc:sldMkLst>
          <pc:docMk/>
          <pc:sldMk cId="2489457393" sldId="678"/>
        </pc:sldMkLst>
      </pc:sldChg>
      <pc:sldChg chg="add ord modAnim">
        <pc:chgData name="Hasan Jamal" userId="6724a5da2ffd1b8f" providerId="LiveId" clId="{46468A13-1969-4A96-95CA-2259B2B016C4}" dt="2025-03-11T04:30:05.516" v="5913"/>
        <pc:sldMkLst>
          <pc:docMk/>
          <pc:sldMk cId="439845380" sldId="679"/>
        </pc:sldMkLst>
      </pc:sldChg>
      <pc:sldChg chg="addSp delSp modSp mod">
        <pc:chgData name="Hasan Jamal" userId="6724a5da2ffd1b8f" providerId="LiveId" clId="{46468A13-1969-4A96-95CA-2259B2B016C4}" dt="2025-03-09T10:12:33.716" v="2341" actId="1036"/>
        <pc:sldMkLst>
          <pc:docMk/>
          <pc:sldMk cId="1337731383" sldId="680"/>
        </pc:sldMkLst>
        <pc:spChg chg="mod">
          <ac:chgData name="Hasan Jamal" userId="6724a5da2ffd1b8f" providerId="LiveId" clId="{46468A13-1969-4A96-95CA-2259B2B016C4}" dt="2025-03-09T10:09:56.747" v="2301" actId="14100"/>
          <ac:spMkLst>
            <pc:docMk/>
            <pc:sldMk cId="1337731383" sldId="680"/>
            <ac:spMk id="12" creationId="{42A9296F-DDC1-745F-0CD3-55BE6268A740}"/>
          </ac:spMkLst>
        </pc:spChg>
        <pc:spChg chg="mod">
          <ac:chgData name="Hasan Jamal" userId="6724a5da2ffd1b8f" providerId="LiveId" clId="{46468A13-1969-4A96-95CA-2259B2B016C4}" dt="2025-03-09T10:08:36.040" v="2290" actId="20577"/>
          <ac:spMkLst>
            <pc:docMk/>
            <pc:sldMk cId="1337731383" sldId="680"/>
            <ac:spMk id="3074" creationId="{32D267C4-C361-E2BF-B352-85BBA655B0F8}"/>
          </ac:spMkLst>
        </pc:spChg>
        <pc:picChg chg="add mod">
          <ac:chgData name="Hasan Jamal" userId="6724a5da2ffd1b8f" providerId="LiveId" clId="{46468A13-1969-4A96-95CA-2259B2B016C4}" dt="2025-03-09T10:12:33.716" v="2341" actId="1036"/>
          <ac:picMkLst>
            <pc:docMk/>
            <pc:sldMk cId="1337731383" sldId="680"/>
            <ac:picMk id="14338" creationId="{A7BDB5FF-D692-CC64-55DC-AAC36A27B9DF}"/>
          </ac:picMkLst>
        </pc:picChg>
      </pc:sldChg>
      <pc:sldChg chg="delSp modSp add mod ord">
        <pc:chgData name="Hasan Jamal" userId="6724a5da2ffd1b8f" providerId="LiveId" clId="{46468A13-1969-4A96-95CA-2259B2B016C4}" dt="2025-03-09T12:01:14.380" v="3527" actId="255"/>
        <pc:sldMkLst>
          <pc:docMk/>
          <pc:sldMk cId="3989475214" sldId="681"/>
        </pc:sldMkLst>
        <pc:spChg chg="mod">
          <ac:chgData name="Hasan Jamal" userId="6724a5da2ffd1b8f" providerId="LiveId" clId="{46468A13-1969-4A96-95CA-2259B2B016C4}" dt="2025-03-09T12:01:14.380" v="3527" actId="255"/>
          <ac:spMkLst>
            <pc:docMk/>
            <pc:sldMk cId="3989475214" sldId="681"/>
            <ac:spMk id="12" creationId="{4B092B51-FFFF-FC39-3154-AB3016E8CF5F}"/>
          </ac:spMkLst>
        </pc:spChg>
        <pc:spChg chg="mod">
          <ac:chgData name="Hasan Jamal" userId="6724a5da2ffd1b8f" providerId="LiveId" clId="{46468A13-1969-4A96-95CA-2259B2B016C4}" dt="2025-03-09T10:58:56.109" v="3002"/>
          <ac:spMkLst>
            <pc:docMk/>
            <pc:sldMk cId="3989475214" sldId="681"/>
            <ac:spMk id="3074" creationId="{F688411B-DFDA-D328-103A-C2748DB5F4F3}"/>
          </ac:spMkLst>
        </pc:spChg>
      </pc:sldChg>
      <pc:sldChg chg="add del ord">
        <pc:chgData name="Hasan Jamal" userId="6724a5da2ffd1b8f" providerId="LiveId" clId="{46468A13-1969-4A96-95CA-2259B2B016C4}" dt="2025-03-10T04:59:01.647" v="5403" actId="47"/>
        <pc:sldMkLst>
          <pc:docMk/>
          <pc:sldMk cId="734209575" sldId="682"/>
        </pc:sldMkLst>
      </pc:sldChg>
      <pc:sldChg chg="add del">
        <pc:chgData name="Hasan Jamal" userId="6724a5da2ffd1b8f" providerId="LiveId" clId="{46468A13-1969-4A96-95CA-2259B2B016C4}" dt="2025-03-09T11:28:02.753" v="3286" actId="47"/>
        <pc:sldMkLst>
          <pc:docMk/>
          <pc:sldMk cId="2796371077" sldId="683"/>
        </pc:sldMkLst>
      </pc:sldChg>
      <pc:sldChg chg="addSp delSp modSp add mod ord">
        <pc:chgData name="Hasan Jamal" userId="6724a5da2ffd1b8f" providerId="LiveId" clId="{46468A13-1969-4A96-95CA-2259B2B016C4}" dt="2025-03-09T11:43:00.413" v="3371" actId="14100"/>
        <pc:sldMkLst>
          <pc:docMk/>
          <pc:sldMk cId="122846092" sldId="684"/>
        </pc:sldMkLst>
        <pc:spChg chg="mod">
          <ac:chgData name="Hasan Jamal" userId="6724a5da2ffd1b8f" providerId="LiveId" clId="{46468A13-1969-4A96-95CA-2259B2B016C4}" dt="2025-03-09T11:42:59.017" v="3368" actId="20577"/>
          <ac:spMkLst>
            <pc:docMk/>
            <pc:sldMk cId="122846092" sldId="684"/>
            <ac:spMk id="12" creationId="{D1BD86EC-1A4F-7EF3-CBD2-B671E78B6B93}"/>
          </ac:spMkLst>
        </pc:spChg>
        <pc:spChg chg="mod">
          <ac:chgData name="Hasan Jamal" userId="6724a5da2ffd1b8f" providerId="LiveId" clId="{46468A13-1969-4A96-95CA-2259B2B016C4}" dt="2025-03-09T11:36:06.432" v="3326" actId="20577"/>
          <ac:spMkLst>
            <pc:docMk/>
            <pc:sldMk cId="122846092" sldId="684"/>
            <ac:spMk id="3074" creationId="{D56B3402-6F9B-0F5F-4031-0BBEA07F4DF6}"/>
          </ac:spMkLst>
        </pc:spChg>
        <pc:picChg chg="add mod">
          <ac:chgData name="Hasan Jamal" userId="6724a5da2ffd1b8f" providerId="LiveId" clId="{46468A13-1969-4A96-95CA-2259B2B016C4}" dt="2025-03-09T11:43:00.413" v="3371" actId="14100"/>
          <ac:picMkLst>
            <pc:docMk/>
            <pc:sldMk cId="122846092" sldId="684"/>
            <ac:picMk id="19458" creationId="{3C753BF4-7A75-ABEC-C5F2-DA1F179E7E79}"/>
          </ac:picMkLst>
        </pc:picChg>
      </pc:sldChg>
      <pc:sldChg chg="addSp delSp modSp add mod">
        <pc:chgData name="Hasan Jamal" userId="6724a5da2ffd1b8f" providerId="LiveId" clId="{46468A13-1969-4A96-95CA-2259B2B016C4}" dt="2025-03-10T02:19:29.610" v="3945" actId="20577"/>
        <pc:sldMkLst>
          <pc:docMk/>
          <pc:sldMk cId="1450751456" sldId="685"/>
        </pc:sldMkLst>
        <pc:spChg chg="mod">
          <ac:chgData name="Hasan Jamal" userId="6724a5da2ffd1b8f" providerId="LiveId" clId="{46468A13-1969-4A96-95CA-2259B2B016C4}" dt="2025-03-10T02:19:29.610" v="3945" actId="20577"/>
          <ac:spMkLst>
            <pc:docMk/>
            <pc:sldMk cId="1450751456" sldId="685"/>
            <ac:spMk id="12" creationId="{CC39B751-42B0-6833-5AFE-7EE6D11C96FF}"/>
          </ac:spMkLst>
        </pc:spChg>
      </pc:sldChg>
      <pc:sldChg chg="modSp add mod">
        <pc:chgData name="Hasan Jamal" userId="6724a5da2ffd1b8f" providerId="LiveId" clId="{46468A13-1969-4A96-95CA-2259B2B016C4}" dt="2025-03-10T02:35:54.406" v="4282" actId="313"/>
        <pc:sldMkLst>
          <pc:docMk/>
          <pc:sldMk cId="3071624725" sldId="686"/>
        </pc:sldMkLst>
        <pc:spChg chg="mod">
          <ac:chgData name="Hasan Jamal" userId="6724a5da2ffd1b8f" providerId="LiveId" clId="{46468A13-1969-4A96-95CA-2259B2B016C4}" dt="2025-03-10T02:35:54.406" v="4282" actId="313"/>
          <ac:spMkLst>
            <pc:docMk/>
            <pc:sldMk cId="3071624725" sldId="686"/>
            <ac:spMk id="12" creationId="{0670EB11-5625-DD82-2D12-4FAA674C6258}"/>
          </ac:spMkLst>
        </pc:spChg>
      </pc:sldChg>
      <pc:sldChg chg="modSp add mod ord">
        <pc:chgData name="Hasan Jamal" userId="6724a5da2ffd1b8f" providerId="LiveId" clId="{46468A13-1969-4A96-95CA-2259B2B016C4}" dt="2025-03-10T02:00:16.659" v="3827" actId="108"/>
        <pc:sldMkLst>
          <pc:docMk/>
          <pc:sldMk cId="2536520755" sldId="687"/>
        </pc:sldMkLst>
        <pc:spChg chg="mod">
          <ac:chgData name="Hasan Jamal" userId="6724a5da2ffd1b8f" providerId="LiveId" clId="{46468A13-1969-4A96-95CA-2259B2B016C4}" dt="2025-03-10T02:00:16.659" v="3827" actId="108"/>
          <ac:spMkLst>
            <pc:docMk/>
            <pc:sldMk cId="2536520755" sldId="687"/>
            <ac:spMk id="12" creationId="{D4EE1734-05A0-2F4A-FE51-4333C73F6ED7}"/>
          </ac:spMkLst>
        </pc:spChg>
      </pc:sldChg>
      <pc:sldChg chg="modSp add mod">
        <pc:chgData name="Hasan Jamal" userId="6724a5da2ffd1b8f" providerId="LiveId" clId="{46468A13-1969-4A96-95CA-2259B2B016C4}" dt="2025-03-10T02:19:47.308" v="3946" actId="20577"/>
        <pc:sldMkLst>
          <pc:docMk/>
          <pc:sldMk cId="2740758263" sldId="688"/>
        </pc:sldMkLst>
        <pc:spChg chg="mod">
          <ac:chgData name="Hasan Jamal" userId="6724a5da2ffd1b8f" providerId="LiveId" clId="{46468A13-1969-4A96-95CA-2259B2B016C4}" dt="2025-03-10T02:19:47.308" v="3946" actId="20577"/>
          <ac:spMkLst>
            <pc:docMk/>
            <pc:sldMk cId="2740758263" sldId="688"/>
            <ac:spMk id="12" creationId="{AF6D053C-D789-6BA0-622B-423119E315E2}"/>
          </ac:spMkLst>
        </pc:spChg>
      </pc:sldChg>
      <pc:sldChg chg="modSp add mod modAnim">
        <pc:chgData name="Hasan Jamal" userId="6724a5da2ffd1b8f" providerId="LiveId" clId="{46468A13-1969-4A96-95CA-2259B2B016C4}" dt="2025-03-11T04:30:23.851" v="5915"/>
        <pc:sldMkLst>
          <pc:docMk/>
          <pc:sldMk cId="3773824458" sldId="689"/>
        </pc:sldMkLst>
        <pc:spChg chg="mod">
          <ac:chgData name="Hasan Jamal" userId="6724a5da2ffd1b8f" providerId="LiveId" clId="{46468A13-1969-4A96-95CA-2259B2B016C4}" dt="2025-03-11T04:30:15.546" v="5914" actId="207"/>
          <ac:spMkLst>
            <pc:docMk/>
            <pc:sldMk cId="3773824458" sldId="689"/>
            <ac:spMk id="12" creationId="{EA170FCD-AAF2-677E-A4BD-86D5DC9FE561}"/>
          </ac:spMkLst>
        </pc:spChg>
      </pc:sldChg>
      <pc:sldChg chg="modSp add mod modAnim">
        <pc:chgData name="Hasan Jamal" userId="6724a5da2ffd1b8f" providerId="LiveId" clId="{46468A13-1969-4A96-95CA-2259B2B016C4}" dt="2025-03-11T04:31:10.321" v="5919"/>
        <pc:sldMkLst>
          <pc:docMk/>
          <pc:sldMk cId="4224214907" sldId="690"/>
        </pc:sldMkLst>
        <pc:spChg chg="mod">
          <ac:chgData name="Hasan Jamal" userId="6724a5da2ffd1b8f" providerId="LiveId" clId="{46468A13-1969-4A96-95CA-2259B2B016C4}" dt="2025-03-10T02:51:44.883" v="4454" actId="114"/>
          <ac:spMkLst>
            <pc:docMk/>
            <pc:sldMk cId="4224214907" sldId="690"/>
            <ac:spMk id="12" creationId="{7E65233E-97CA-EE8F-4E5D-754E3C275BB4}"/>
          </ac:spMkLst>
        </pc:spChg>
        <pc:graphicFrameChg chg="mod modGraphic">
          <ac:chgData name="Hasan Jamal" userId="6724a5da2ffd1b8f" providerId="LiveId" clId="{46468A13-1969-4A96-95CA-2259B2B016C4}" dt="2025-03-10T02:51:04.603" v="4450" actId="20577"/>
          <ac:graphicFrameMkLst>
            <pc:docMk/>
            <pc:sldMk cId="4224214907" sldId="690"/>
            <ac:graphicFrameMk id="2" creationId="{42F45AB3-A6CF-AC68-3CCA-3779E7B84F9A}"/>
          </ac:graphicFrameMkLst>
        </pc:graphicFrameChg>
        <pc:graphicFrameChg chg="mod modGraphic">
          <ac:chgData name="Hasan Jamal" userId="6724a5da2ffd1b8f" providerId="LiveId" clId="{46468A13-1969-4A96-95CA-2259B2B016C4}" dt="2025-03-10T02:51:06.876" v="4451" actId="20577"/>
          <ac:graphicFrameMkLst>
            <pc:docMk/>
            <pc:sldMk cId="4224214907" sldId="690"/>
            <ac:graphicFrameMk id="4" creationId="{DD0BDC6D-A2EF-0114-D473-4A27774E983B}"/>
          </ac:graphicFrameMkLst>
        </pc:graphicFrameChg>
      </pc:sldChg>
      <pc:sldChg chg="modSp add mod">
        <pc:chgData name="Hasan Jamal" userId="6724a5da2ffd1b8f" providerId="LiveId" clId="{46468A13-1969-4A96-95CA-2259B2B016C4}" dt="2025-03-10T02:48:22.425" v="4408" actId="20577"/>
        <pc:sldMkLst>
          <pc:docMk/>
          <pc:sldMk cId="3846800850" sldId="691"/>
        </pc:sldMkLst>
        <pc:spChg chg="mod">
          <ac:chgData name="Hasan Jamal" userId="6724a5da2ffd1b8f" providerId="LiveId" clId="{46468A13-1969-4A96-95CA-2259B2B016C4}" dt="2025-03-10T02:48:22.425" v="4408" actId="20577"/>
          <ac:spMkLst>
            <pc:docMk/>
            <pc:sldMk cId="3846800850" sldId="691"/>
            <ac:spMk id="12" creationId="{E1E58241-067E-3EB6-0E5F-7C7459252364}"/>
          </ac:spMkLst>
        </pc:spChg>
      </pc:sldChg>
      <pc:sldChg chg="modSp add del mod">
        <pc:chgData name="Hasan Jamal" userId="6724a5da2ffd1b8f" providerId="LiveId" clId="{46468A13-1969-4A96-95CA-2259B2B016C4}" dt="2025-03-10T02:49:02.951" v="4411" actId="47"/>
        <pc:sldMkLst>
          <pc:docMk/>
          <pc:sldMk cId="2236188737" sldId="692"/>
        </pc:sldMkLst>
        <pc:spChg chg="mod">
          <ac:chgData name="Hasan Jamal" userId="6724a5da2ffd1b8f" providerId="LiveId" clId="{46468A13-1969-4A96-95CA-2259B2B016C4}" dt="2025-03-10T02:48:59.447" v="4410" actId="21"/>
          <ac:spMkLst>
            <pc:docMk/>
            <pc:sldMk cId="2236188737" sldId="692"/>
            <ac:spMk id="12" creationId="{02A41290-0D51-8A51-2E76-54B87F0DC35D}"/>
          </ac:spMkLst>
        </pc:spChg>
      </pc:sldChg>
      <pc:sldChg chg="add modAnim">
        <pc:chgData name="Hasan Jamal" userId="6724a5da2ffd1b8f" providerId="LiveId" clId="{46468A13-1969-4A96-95CA-2259B2B016C4}" dt="2025-03-11T04:30:38.536" v="5916"/>
        <pc:sldMkLst>
          <pc:docMk/>
          <pc:sldMk cId="720239141" sldId="693"/>
        </pc:sldMkLst>
      </pc:sldChg>
      <pc:sldChg chg="modSp add mod modAnim">
        <pc:chgData name="Hasan Jamal" userId="6724a5da2ffd1b8f" providerId="LiveId" clId="{46468A13-1969-4A96-95CA-2259B2B016C4}" dt="2025-03-11T04:31:28.363" v="5922"/>
        <pc:sldMkLst>
          <pc:docMk/>
          <pc:sldMk cId="676449434" sldId="694"/>
        </pc:sldMkLst>
        <pc:spChg chg="mod">
          <ac:chgData name="Hasan Jamal" userId="6724a5da2ffd1b8f" providerId="LiveId" clId="{46468A13-1969-4A96-95CA-2259B2B016C4}" dt="2025-03-10T02:52:29.156" v="4465" actId="114"/>
          <ac:spMkLst>
            <pc:docMk/>
            <pc:sldMk cId="676449434" sldId="694"/>
            <ac:spMk id="12" creationId="{C7C6F764-72C4-A932-2CBF-B75E30C240B6}"/>
          </ac:spMkLst>
        </pc:spChg>
        <pc:graphicFrameChg chg="mod modGraphic">
          <ac:chgData name="Hasan Jamal" userId="6724a5da2ffd1b8f" providerId="LiveId" clId="{46468A13-1969-4A96-95CA-2259B2B016C4}" dt="2025-03-10T02:51:56.457" v="4456" actId="20577"/>
          <ac:graphicFrameMkLst>
            <pc:docMk/>
            <pc:sldMk cId="676449434" sldId="694"/>
            <ac:graphicFrameMk id="2" creationId="{7E2F12BA-A9D2-9ADC-C34E-F507CE735977}"/>
          </ac:graphicFrameMkLst>
        </pc:graphicFrameChg>
        <pc:graphicFrameChg chg="mod modGraphic">
          <ac:chgData name="Hasan Jamal" userId="6724a5da2ffd1b8f" providerId="LiveId" clId="{46468A13-1969-4A96-95CA-2259B2B016C4}" dt="2025-03-10T02:52:10.830" v="4462" actId="20577"/>
          <ac:graphicFrameMkLst>
            <pc:docMk/>
            <pc:sldMk cId="676449434" sldId="694"/>
            <ac:graphicFrameMk id="4" creationId="{8BE0F695-A396-2523-6035-EA5E5E955D51}"/>
          </ac:graphicFrameMkLst>
        </pc:graphicFrameChg>
      </pc:sldChg>
      <pc:sldChg chg="modSp add mod">
        <pc:chgData name="Hasan Jamal" userId="6724a5da2ffd1b8f" providerId="LiveId" clId="{46468A13-1969-4A96-95CA-2259B2B016C4}" dt="2025-03-10T04:40:38.427" v="4915" actId="403"/>
        <pc:sldMkLst>
          <pc:docMk/>
          <pc:sldMk cId="2209115854" sldId="695"/>
        </pc:sldMkLst>
        <pc:spChg chg="mod">
          <ac:chgData name="Hasan Jamal" userId="6724a5da2ffd1b8f" providerId="LiveId" clId="{46468A13-1969-4A96-95CA-2259B2B016C4}" dt="2025-03-10T04:40:38.427" v="4915" actId="403"/>
          <ac:spMkLst>
            <pc:docMk/>
            <pc:sldMk cId="2209115854" sldId="695"/>
            <ac:spMk id="12" creationId="{F091D4F3-D55E-D226-FC17-CDBA6008BB08}"/>
          </ac:spMkLst>
        </pc:spChg>
      </pc:sldChg>
      <pc:sldChg chg="addSp modSp add mod">
        <pc:chgData name="Hasan Jamal" userId="6724a5da2ffd1b8f" providerId="LiveId" clId="{46468A13-1969-4A96-95CA-2259B2B016C4}" dt="2025-03-10T05:40:37.181" v="5692" actId="20577"/>
        <pc:sldMkLst>
          <pc:docMk/>
          <pc:sldMk cId="3583976529" sldId="696"/>
        </pc:sldMkLst>
        <pc:spChg chg="mod">
          <ac:chgData name="Hasan Jamal" userId="6724a5da2ffd1b8f" providerId="LiveId" clId="{46468A13-1969-4A96-95CA-2259B2B016C4}" dt="2025-03-10T05:40:37.181" v="5692" actId="20577"/>
          <ac:spMkLst>
            <pc:docMk/>
            <pc:sldMk cId="3583976529" sldId="696"/>
            <ac:spMk id="12" creationId="{B89C4B5D-D399-BDC0-E5E3-B6CAEDE3F1C9}"/>
          </ac:spMkLst>
        </pc:spChg>
        <pc:graphicFrameChg chg="add mod modGraphic">
          <ac:chgData name="Hasan Jamal" userId="6724a5da2ffd1b8f" providerId="LiveId" clId="{46468A13-1969-4A96-95CA-2259B2B016C4}" dt="2025-03-10T05:22:54.467" v="5408"/>
          <ac:graphicFrameMkLst>
            <pc:docMk/>
            <pc:sldMk cId="3583976529" sldId="696"/>
            <ac:graphicFrameMk id="2" creationId="{A87D4361-5B3A-219F-9E83-862B9F6FDF5B}"/>
          </ac:graphicFrameMkLst>
        </pc:graphicFrameChg>
      </pc:sldChg>
      <pc:sldChg chg="modSp add mod modAnim">
        <pc:chgData name="Hasan Jamal" userId="6724a5da2ffd1b8f" providerId="LiveId" clId="{46468A13-1969-4A96-95CA-2259B2B016C4}" dt="2025-03-11T04:31:54.286" v="5924"/>
        <pc:sldMkLst>
          <pc:docMk/>
          <pc:sldMk cId="1157626304" sldId="697"/>
        </pc:sldMkLst>
        <pc:spChg chg="mod">
          <ac:chgData name="Hasan Jamal" userId="6724a5da2ffd1b8f" providerId="LiveId" clId="{46468A13-1969-4A96-95CA-2259B2B016C4}" dt="2025-03-10T05:56:48.683" v="5899" actId="20577"/>
          <ac:spMkLst>
            <pc:docMk/>
            <pc:sldMk cId="1157626304" sldId="697"/>
            <ac:spMk id="12" creationId="{C9C003EB-E910-D9C3-0ABC-026C8574A2D3}"/>
          </ac:spMkLst>
        </pc:spChg>
        <pc:picChg chg="mod">
          <ac:chgData name="Hasan Jamal" userId="6724a5da2ffd1b8f" providerId="LiveId" clId="{46468A13-1969-4A96-95CA-2259B2B016C4}" dt="2025-03-10T05:49:14.523" v="5729" actId="1076"/>
          <ac:picMkLst>
            <pc:docMk/>
            <pc:sldMk cId="1157626304" sldId="697"/>
            <ac:picMk id="4" creationId="{71667109-7C60-EB84-2A94-65B541A9113D}"/>
          </ac:picMkLst>
        </pc:picChg>
      </pc:sldChg>
      <pc:sldChg chg="del">
        <pc:chgData name="Hasan Jamal" userId="6724a5da2ffd1b8f" providerId="LiveId" clId="{46468A13-1969-4A96-95CA-2259B2B016C4}" dt="2025-03-09T08:51:39.719" v="1023" actId="47"/>
        <pc:sldMkLst>
          <pc:docMk/>
          <pc:sldMk cId="1692021193" sldId="717"/>
        </pc:sldMkLst>
      </pc:sldChg>
      <pc:sldChg chg="modSp mod">
        <pc:chgData name="Hasan Jamal" userId="6724a5da2ffd1b8f" providerId="LiveId" clId="{46468A13-1969-4A96-95CA-2259B2B016C4}" dt="2025-03-09T10:45:32.419" v="2900" actId="20577"/>
        <pc:sldMkLst>
          <pc:docMk/>
          <pc:sldMk cId="1914851338" sldId="722"/>
        </pc:sldMkLst>
        <pc:spChg chg="mod">
          <ac:chgData name="Hasan Jamal" userId="6724a5da2ffd1b8f" providerId="LiveId" clId="{46468A13-1969-4A96-95CA-2259B2B016C4}" dt="2025-03-09T10:45:32.419" v="2900" actId="20577"/>
          <ac:spMkLst>
            <pc:docMk/>
            <pc:sldMk cId="1914851338" sldId="722"/>
            <ac:spMk id="12" creationId="{434F488D-9D11-E6B3-F986-BF1182416B0B}"/>
          </ac:spMkLst>
        </pc:spChg>
        <pc:spChg chg="mod">
          <ac:chgData name="Hasan Jamal" userId="6724a5da2ffd1b8f" providerId="LiveId" clId="{46468A13-1969-4A96-95CA-2259B2B016C4}" dt="2025-03-09T08:49:34.184" v="1021" actId="20577"/>
          <ac:spMkLst>
            <pc:docMk/>
            <pc:sldMk cId="1914851338" sldId="722"/>
            <ac:spMk id="3074" creationId="{8CB8DAEF-0868-F4CA-FDF8-D0C90FF83EB9}"/>
          </ac:spMkLst>
        </pc:spChg>
      </pc:sldChg>
      <pc:sldChg chg="addSp modSp mod">
        <pc:chgData name="Hasan Jamal" userId="6724a5da2ffd1b8f" providerId="LiveId" clId="{46468A13-1969-4A96-95CA-2259B2B016C4}" dt="2025-03-09T10:02:35.044" v="2156" actId="33524"/>
        <pc:sldMkLst>
          <pc:docMk/>
          <pc:sldMk cId="2944326404" sldId="723"/>
        </pc:sldMkLst>
        <pc:spChg chg="mod">
          <ac:chgData name="Hasan Jamal" userId="6724a5da2ffd1b8f" providerId="LiveId" clId="{46468A13-1969-4A96-95CA-2259B2B016C4}" dt="2025-03-09T10:02:35.044" v="2156" actId="33524"/>
          <ac:spMkLst>
            <pc:docMk/>
            <pc:sldMk cId="2944326404" sldId="723"/>
            <ac:spMk id="12" creationId="{2E3C778D-3828-DBB8-9BC5-49988B60E837}"/>
          </ac:spMkLst>
        </pc:spChg>
        <pc:spChg chg="mod">
          <ac:chgData name="Hasan Jamal" userId="6724a5da2ffd1b8f" providerId="LiveId" clId="{46468A13-1969-4A96-95CA-2259B2B016C4}" dt="2025-03-09T09:59:11.291" v="2092" actId="20577"/>
          <ac:spMkLst>
            <pc:docMk/>
            <pc:sldMk cId="2944326404" sldId="723"/>
            <ac:spMk id="3074" creationId="{9746C986-0E63-6BC7-C119-44D9E6C68AB5}"/>
          </ac:spMkLst>
        </pc:spChg>
        <pc:spChg chg="add mod">
          <ac:chgData name="Hasan Jamal" userId="6724a5da2ffd1b8f" providerId="LiveId" clId="{46468A13-1969-4A96-95CA-2259B2B016C4}" dt="2025-03-09T10:00:11.219" v="2107" actId="1037"/>
          <ac:spMkLst>
            <pc:docMk/>
            <pc:sldMk cId="2944326404" sldId="723"/>
            <ac:spMk id="39940" creationId="{D53B7A8E-5EC4-2967-597A-545F7991A276}"/>
          </ac:spMkLst>
        </pc:spChg>
      </pc:sldChg>
      <pc:sldChg chg="modSp mod">
        <pc:chgData name="Hasan Jamal" userId="6724a5da2ffd1b8f" providerId="LiveId" clId="{46468A13-1969-4A96-95CA-2259B2B016C4}" dt="2025-03-09T08:29:48.645" v="458" actId="255"/>
        <pc:sldMkLst>
          <pc:docMk/>
          <pc:sldMk cId="4210852286" sldId="774"/>
        </pc:sldMkLst>
        <pc:spChg chg="mod">
          <ac:chgData name="Hasan Jamal" userId="6724a5da2ffd1b8f" providerId="LiveId" clId="{46468A13-1969-4A96-95CA-2259B2B016C4}" dt="2025-03-09T08:29:48.645" v="458" actId="255"/>
          <ac:spMkLst>
            <pc:docMk/>
            <pc:sldMk cId="4210852286" sldId="774"/>
            <ac:spMk id="12" creationId="{9A7BB697-F8BF-37BF-E418-F8802510C862}"/>
          </ac:spMkLst>
        </pc:spChg>
        <pc:spChg chg="mod">
          <ac:chgData name="Hasan Jamal" userId="6724a5da2ffd1b8f" providerId="LiveId" clId="{46468A13-1969-4A96-95CA-2259B2B016C4}" dt="2025-03-09T07:49:50.894" v="350"/>
          <ac:spMkLst>
            <pc:docMk/>
            <pc:sldMk cId="4210852286" sldId="774"/>
            <ac:spMk id="3074" creationId="{9BBF7C2C-6252-C5CD-7476-7A65977DF4E3}"/>
          </ac:spMkLst>
        </pc:spChg>
      </pc:sldChg>
      <pc:sldChg chg="addSp modSp mod">
        <pc:chgData name="Hasan Jamal" userId="6724a5da2ffd1b8f" providerId="LiveId" clId="{46468A13-1969-4A96-95CA-2259B2B016C4}" dt="2025-03-09T07:46:24.344" v="286" actId="1037"/>
        <pc:sldMkLst>
          <pc:docMk/>
          <pc:sldMk cId="3934980332" sldId="776"/>
        </pc:sldMkLst>
        <pc:spChg chg="mod">
          <ac:chgData name="Hasan Jamal" userId="6724a5da2ffd1b8f" providerId="LiveId" clId="{46468A13-1969-4A96-95CA-2259B2B016C4}" dt="2025-03-09T07:38:42.209" v="176" actId="5793"/>
          <ac:spMkLst>
            <pc:docMk/>
            <pc:sldMk cId="3934980332" sldId="776"/>
            <ac:spMk id="12" creationId="{C238A056-2B85-5DD3-52B2-D45208FA8C96}"/>
          </ac:spMkLst>
        </pc:spChg>
        <pc:spChg chg="mod">
          <ac:chgData name="Hasan Jamal" userId="6724a5da2ffd1b8f" providerId="LiveId" clId="{46468A13-1969-4A96-95CA-2259B2B016C4}" dt="2025-03-09T07:36:43.479" v="170"/>
          <ac:spMkLst>
            <pc:docMk/>
            <pc:sldMk cId="3934980332" sldId="776"/>
            <ac:spMk id="3074" creationId="{91526CA0-08AC-0A5C-CB7D-77985FD076A2}"/>
          </ac:spMkLst>
        </pc:spChg>
        <pc:picChg chg="add mod">
          <ac:chgData name="Hasan Jamal" userId="6724a5da2ffd1b8f" providerId="LiveId" clId="{46468A13-1969-4A96-95CA-2259B2B016C4}" dt="2025-03-09T07:46:24.344" v="286" actId="1037"/>
          <ac:picMkLst>
            <pc:docMk/>
            <pc:sldMk cId="3934980332" sldId="776"/>
            <ac:picMk id="1026" creationId="{C775EC43-EAD3-054F-1177-38AE0928D950}"/>
          </ac:picMkLst>
        </pc:picChg>
      </pc:sldChg>
      <pc:sldChg chg="addSp modSp mod">
        <pc:chgData name="Hasan Jamal" userId="6724a5da2ffd1b8f" providerId="LiveId" clId="{46468A13-1969-4A96-95CA-2259B2B016C4}" dt="2025-03-09T09:18:15.699" v="1454" actId="20577"/>
        <pc:sldMkLst>
          <pc:docMk/>
          <pc:sldMk cId="3858609483" sldId="777"/>
        </pc:sldMkLst>
        <pc:spChg chg="add mod">
          <ac:chgData name="Hasan Jamal" userId="6724a5da2ffd1b8f" providerId="LiveId" clId="{46468A13-1969-4A96-95CA-2259B2B016C4}" dt="2025-03-09T09:18:07.106" v="1451" actId="14100"/>
          <ac:spMkLst>
            <pc:docMk/>
            <pc:sldMk cId="3858609483" sldId="777"/>
            <ac:spMk id="2" creationId="{392A514A-6DD9-CC8C-8CBF-BABB8BAD7E2D}"/>
          </ac:spMkLst>
        </pc:spChg>
        <pc:spChg chg="mod">
          <ac:chgData name="Hasan Jamal" userId="6724a5da2ffd1b8f" providerId="LiveId" clId="{46468A13-1969-4A96-95CA-2259B2B016C4}" dt="2025-03-09T09:18:15.699" v="1454" actId="20577"/>
          <ac:spMkLst>
            <pc:docMk/>
            <pc:sldMk cId="3858609483" sldId="777"/>
            <ac:spMk id="12" creationId="{1D9E1339-F007-0301-EC66-52FAAA40DBA9}"/>
          </ac:spMkLst>
        </pc:spChg>
        <pc:spChg chg="mod">
          <ac:chgData name="Hasan Jamal" userId="6724a5da2ffd1b8f" providerId="LiveId" clId="{46468A13-1969-4A96-95CA-2259B2B016C4}" dt="2025-03-09T08:52:24.334" v="1052" actId="20577"/>
          <ac:spMkLst>
            <pc:docMk/>
            <pc:sldMk cId="3858609483" sldId="777"/>
            <ac:spMk id="3074" creationId="{D91E6690-7CE2-3D70-7F05-8BAEB3CFB684}"/>
          </ac:spMkLst>
        </pc:spChg>
        <pc:picChg chg="add mod">
          <ac:chgData name="Hasan Jamal" userId="6724a5da2ffd1b8f" providerId="LiveId" clId="{46468A13-1969-4A96-95CA-2259B2B016C4}" dt="2025-03-09T09:17:14.788" v="1420" actId="1036"/>
          <ac:picMkLst>
            <pc:docMk/>
            <pc:sldMk cId="3858609483" sldId="777"/>
            <ac:picMk id="7170" creationId="{121ECE5C-F012-5451-6537-F4F832D24193}"/>
          </ac:picMkLst>
        </pc:picChg>
      </pc:sldChg>
      <pc:sldChg chg="del">
        <pc:chgData name="Hasan Jamal" userId="6724a5da2ffd1b8f" providerId="LiveId" clId="{46468A13-1969-4A96-95CA-2259B2B016C4}" dt="2025-03-09T09:37:27.795" v="1724" actId="47"/>
        <pc:sldMkLst>
          <pc:docMk/>
          <pc:sldMk cId="2528958930" sldId="778"/>
        </pc:sldMkLst>
      </pc:sldChg>
      <pc:sldChg chg="modSp mod">
        <pc:chgData name="Hasan Jamal" userId="6724a5da2ffd1b8f" providerId="LiveId" clId="{46468A13-1969-4A96-95CA-2259B2B016C4}" dt="2025-03-09T09:53:33.467" v="2013" actId="255"/>
        <pc:sldMkLst>
          <pc:docMk/>
          <pc:sldMk cId="4026323840" sldId="779"/>
        </pc:sldMkLst>
        <pc:spChg chg="mod">
          <ac:chgData name="Hasan Jamal" userId="6724a5da2ffd1b8f" providerId="LiveId" clId="{46468A13-1969-4A96-95CA-2259B2B016C4}" dt="2025-03-09T09:53:33.467" v="2013" actId="255"/>
          <ac:spMkLst>
            <pc:docMk/>
            <pc:sldMk cId="4026323840" sldId="779"/>
            <ac:spMk id="12" creationId="{E1C2CFD4-5DD1-ABAA-820D-2EF0179AE4DD}"/>
          </ac:spMkLst>
        </pc:spChg>
        <pc:spChg chg="mod">
          <ac:chgData name="Hasan Jamal" userId="6724a5da2ffd1b8f" providerId="LiveId" clId="{46468A13-1969-4A96-95CA-2259B2B016C4}" dt="2025-03-09T09:38:08.944" v="1750" actId="20577"/>
          <ac:spMkLst>
            <pc:docMk/>
            <pc:sldMk cId="4026323840" sldId="779"/>
            <ac:spMk id="3074" creationId="{D4204F2C-A738-1AA4-1E31-91705EA6E650}"/>
          </ac:spMkLst>
        </pc:spChg>
      </pc:sldChg>
      <pc:sldChg chg="modSp mod modAnim">
        <pc:chgData name="Hasan Jamal" userId="6724a5da2ffd1b8f" providerId="LiveId" clId="{46468A13-1969-4A96-95CA-2259B2B016C4}" dt="2025-03-11T04:23:27.895" v="5901"/>
        <pc:sldMkLst>
          <pc:docMk/>
          <pc:sldMk cId="1077863683" sldId="785"/>
        </pc:sldMkLst>
        <pc:spChg chg="mod">
          <ac:chgData name="Hasan Jamal" userId="6724a5da2ffd1b8f" providerId="LiveId" clId="{46468A13-1969-4A96-95CA-2259B2B016C4}" dt="2025-03-09T07:43:36.997" v="257" actId="27636"/>
          <ac:spMkLst>
            <pc:docMk/>
            <pc:sldMk cId="1077863683" sldId="785"/>
            <ac:spMk id="12" creationId="{A6829CA8-043B-70B9-B5EA-7F045A1FF801}"/>
          </ac:spMkLst>
        </pc:spChg>
        <pc:spChg chg="mod">
          <ac:chgData name="Hasan Jamal" userId="6724a5da2ffd1b8f" providerId="LiveId" clId="{46468A13-1969-4A96-95CA-2259B2B016C4}" dt="2025-03-09T07:49:45.015" v="349"/>
          <ac:spMkLst>
            <pc:docMk/>
            <pc:sldMk cId="1077863683" sldId="785"/>
            <ac:spMk id="3074" creationId="{80B788B9-5613-04BF-B43E-2CFCFAECCDB7}"/>
          </ac:spMkLst>
        </pc:spChg>
      </pc:sldChg>
      <pc:sldChg chg="delSp modSp mod">
        <pc:chgData name="Hasan Jamal" userId="6724a5da2ffd1b8f" providerId="LiveId" clId="{46468A13-1969-4A96-95CA-2259B2B016C4}" dt="2025-03-09T08:32:13.418" v="535" actId="20577"/>
        <pc:sldMkLst>
          <pc:docMk/>
          <pc:sldMk cId="886218646" sldId="786"/>
        </pc:sldMkLst>
        <pc:spChg chg="mod">
          <ac:chgData name="Hasan Jamal" userId="6724a5da2ffd1b8f" providerId="LiveId" clId="{46468A13-1969-4A96-95CA-2259B2B016C4}" dt="2025-03-09T08:32:13.418" v="535" actId="20577"/>
          <ac:spMkLst>
            <pc:docMk/>
            <pc:sldMk cId="886218646" sldId="786"/>
            <ac:spMk id="12" creationId="{F2CBFF1E-ACF0-B438-39A7-FF424E7FA7F7}"/>
          </ac:spMkLst>
        </pc:spChg>
        <pc:spChg chg="mod">
          <ac:chgData name="Hasan Jamal" userId="6724a5da2ffd1b8f" providerId="LiveId" clId="{46468A13-1969-4A96-95CA-2259B2B016C4}" dt="2025-03-09T08:30:46.006" v="470" actId="20577"/>
          <ac:spMkLst>
            <pc:docMk/>
            <pc:sldMk cId="886218646" sldId="786"/>
            <ac:spMk id="3074" creationId="{328B00A6-376E-B3F5-9BC3-A663C94FCA4B}"/>
          </ac:spMkLst>
        </pc:spChg>
      </pc:sldChg>
      <pc:sldChg chg="modSp mod">
        <pc:chgData name="Hasan Jamal" userId="6724a5da2ffd1b8f" providerId="LiveId" clId="{46468A13-1969-4A96-95CA-2259B2B016C4}" dt="2025-03-09T08:57:18.653" v="1187" actId="20577"/>
        <pc:sldMkLst>
          <pc:docMk/>
          <pc:sldMk cId="876355743" sldId="787"/>
        </pc:sldMkLst>
        <pc:spChg chg="mod">
          <ac:chgData name="Hasan Jamal" userId="6724a5da2ffd1b8f" providerId="LiveId" clId="{46468A13-1969-4A96-95CA-2259B2B016C4}" dt="2025-03-09T08:56:33.307" v="1183" actId="20577"/>
          <ac:spMkLst>
            <pc:docMk/>
            <pc:sldMk cId="876355743" sldId="787"/>
            <ac:spMk id="12" creationId="{53248F6C-1488-CF93-9C87-E38745B6470A}"/>
          </ac:spMkLst>
        </pc:spChg>
        <pc:spChg chg="mod">
          <ac:chgData name="Hasan Jamal" userId="6724a5da2ffd1b8f" providerId="LiveId" clId="{46468A13-1969-4A96-95CA-2259B2B016C4}" dt="2025-03-09T08:57:18.653" v="1187" actId="20577"/>
          <ac:spMkLst>
            <pc:docMk/>
            <pc:sldMk cId="876355743" sldId="787"/>
            <ac:spMk id="3074" creationId="{505A3B12-0BFE-E18E-86B6-029210BA0359}"/>
          </ac:spMkLst>
        </pc:spChg>
      </pc:sldChg>
      <pc:sldChg chg="addSp delSp modSp mod">
        <pc:chgData name="Hasan Jamal" userId="6724a5da2ffd1b8f" providerId="LiveId" clId="{46468A13-1969-4A96-95CA-2259B2B016C4}" dt="2025-03-09T10:11:11.242" v="2316" actId="1037"/>
        <pc:sldMkLst>
          <pc:docMk/>
          <pc:sldMk cId="2764011011" sldId="788"/>
        </pc:sldMkLst>
        <pc:spChg chg="mod">
          <ac:chgData name="Hasan Jamal" userId="6724a5da2ffd1b8f" providerId="LiveId" clId="{46468A13-1969-4A96-95CA-2259B2B016C4}" dt="2025-03-09T10:10:57.106" v="2302" actId="14100"/>
          <ac:spMkLst>
            <pc:docMk/>
            <pc:sldMk cId="2764011011" sldId="788"/>
            <ac:spMk id="12" creationId="{D869EC6A-0AA1-156D-B369-EF3A0901D5A6}"/>
          </ac:spMkLst>
        </pc:spChg>
        <pc:spChg chg="mod">
          <ac:chgData name="Hasan Jamal" userId="6724a5da2ffd1b8f" providerId="LiveId" clId="{46468A13-1969-4A96-95CA-2259B2B016C4}" dt="2025-03-09T09:58:42.693" v="2039" actId="20577"/>
          <ac:spMkLst>
            <pc:docMk/>
            <pc:sldMk cId="2764011011" sldId="788"/>
            <ac:spMk id="3074" creationId="{9634E419-ECA8-519D-A648-4F6C2AEC331B}"/>
          </ac:spMkLst>
        </pc:spChg>
        <pc:picChg chg="add mod">
          <ac:chgData name="Hasan Jamal" userId="6724a5da2ffd1b8f" providerId="LiveId" clId="{46468A13-1969-4A96-95CA-2259B2B016C4}" dt="2025-03-09T10:11:11.242" v="2316" actId="1037"/>
          <ac:picMkLst>
            <pc:docMk/>
            <pc:sldMk cId="2764011011" sldId="788"/>
            <ac:picMk id="10242" creationId="{A64C9354-5BB0-C3F3-8257-05B880950C55}"/>
          </ac:picMkLst>
        </pc:picChg>
      </pc:sldChg>
      <pc:sldChg chg="modSp mod">
        <pc:chgData name="Hasan Jamal" userId="6724a5da2ffd1b8f" providerId="LiveId" clId="{46468A13-1969-4A96-95CA-2259B2B016C4}" dt="2025-03-09T10:07:37.562" v="2276" actId="20577"/>
        <pc:sldMkLst>
          <pc:docMk/>
          <pc:sldMk cId="454801521" sldId="789"/>
        </pc:sldMkLst>
        <pc:spChg chg="mod">
          <ac:chgData name="Hasan Jamal" userId="6724a5da2ffd1b8f" providerId="LiveId" clId="{46468A13-1969-4A96-95CA-2259B2B016C4}" dt="2025-03-09T10:07:37.562" v="2276" actId="20577"/>
          <ac:spMkLst>
            <pc:docMk/>
            <pc:sldMk cId="454801521" sldId="789"/>
            <ac:spMk id="12" creationId="{599FC111-6B77-6F17-E856-83871FB1AD8C}"/>
          </ac:spMkLst>
        </pc:spChg>
        <pc:spChg chg="mod">
          <ac:chgData name="Hasan Jamal" userId="6724a5da2ffd1b8f" providerId="LiveId" clId="{46468A13-1969-4A96-95CA-2259B2B016C4}" dt="2025-03-09T10:07:14.791" v="2262" actId="20577"/>
          <ac:spMkLst>
            <pc:docMk/>
            <pc:sldMk cId="454801521" sldId="789"/>
            <ac:spMk id="3074" creationId="{658F9A27-B031-B94C-C713-793FC0D9C12B}"/>
          </ac:spMkLst>
        </pc:spChg>
      </pc:sldChg>
      <pc:sldChg chg="del">
        <pc:chgData name="Hasan Jamal" userId="6724a5da2ffd1b8f" providerId="LiveId" clId="{46468A13-1969-4A96-95CA-2259B2B016C4}" dt="2025-03-09T10:13:08.792" v="2342" actId="47"/>
        <pc:sldMkLst>
          <pc:docMk/>
          <pc:sldMk cId="1293508973" sldId="790"/>
        </pc:sldMkLst>
      </pc:sldChg>
      <pc:sldChg chg="del">
        <pc:chgData name="Hasan Jamal" userId="6724a5da2ffd1b8f" providerId="LiveId" clId="{46468A13-1969-4A96-95CA-2259B2B016C4}" dt="2025-03-09T10:13:09.506" v="2343" actId="47"/>
        <pc:sldMkLst>
          <pc:docMk/>
          <pc:sldMk cId="1069292366" sldId="791"/>
        </pc:sldMkLst>
      </pc:sldChg>
      <pc:sldChg chg="del">
        <pc:chgData name="Hasan Jamal" userId="6724a5da2ffd1b8f" providerId="LiveId" clId="{46468A13-1969-4A96-95CA-2259B2B016C4}" dt="2025-03-09T10:13:10.122" v="2344" actId="47"/>
        <pc:sldMkLst>
          <pc:docMk/>
          <pc:sldMk cId="2376078521" sldId="792"/>
        </pc:sldMkLst>
      </pc:sldChg>
      <pc:sldChg chg="modSp add mod">
        <pc:chgData name="Hasan Jamal" userId="6724a5da2ffd1b8f" providerId="LiveId" clId="{46468A13-1969-4A96-95CA-2259B2B016C4}" dt="2025-03-09T07:34:51.666" v="153"/>
        <pc:sldMkLst>
          <pc:docMk/>
          <pc:sldMk cId="919574991" sldId="793"/>
        </pc:sldMkLst>
        <pc:spChg chg="mod">
          <ac:chgData name="Hasan Jamal" userId="6724a5da2ffd1b8f" providerId="LiveId" clId="{46468A13-1969-4A96-95CA-2259B2B016C4}" dt="2025-03-09T07:34:51.666" v="153"/>
          <ac:spMkLst>
            <pc:docMk/>
            <pc:sldMk cId="919574991" sldId="793"/>
            <ac:spMk id="12" creationId="{7B85758A-8318-007F-C213-F309EF573A8B}"/>
          </ac:spMkLst>
        </pc:spChg>
      </pc:sldChg>
      <pc:sldChg chg="modSp add mod">
        <pc:chgData name="Hasan Jamal" userId="6724a5da2ffd1b8f" providerId="LiveId" clId="{46468A13-1969-4A96-95CA-2259B2B016C4}" dt="2025-03-09T07:35:30.890" v="169" actId="20577"/>
        <pc:sldMkLst>
          <pc:docMk/>
          <pc:sldMk cId="3553302462" sldId="794"/>
        </pc:sldMkLst>
        <pc:spChg chg="mod">
          <ac:chgData name="Hasan Jamal" userId="6724a5da2ffd1b8f" providerId="LiveId" clId="{46468A13-1969-4A96-95CA-2259B2B016C4}" dt="2025-03-09T07:35:30.890" v="169" actId="20577"/>
          <ac:spMkLst>
            <pc:docMk/>
            <pc:sldMk cId="3553302462" sldId="794"/>
            <ac:spMk id="12" creationId="{F8EE9087-DAB6-ABE0-B694-5FED02AF868E}"/>
          </ac:spMkLst>
        </pc:spChg>
      </pc:sldChg>
      <pc:sldChg chg="addSp delSp modSp add mod modClrScheme modAnim chgLayout">
        <pc:chgData name="Hasan Jamal" userId="6724a5da2ffd1b8f" providerId="LiveId" clId="{46468A13-1969-4A96-95CA-2259B2B016C4}" dt="2025-03-11T04:24:34.817" v="5905"/>
        <pc:sldMkLst>
          <pc:docMk/>
          <pc:sldMk cId="1732979706" sldId="795"/>
        </pc:sldMkLst>
        <pc:spChg chg="mod ord">
          <ac:chgData name="Hasan Jamal" userId="6724a5da2ffd1b8f" providerId="LiveId" clId="{46468A13-1969-4A96-95CA-2259B2B016C4}" dt="2025-03-09T08:35:16.114" v="598"/>
          <ac:spMkLst>
            <pc:docMk/>
            <pc:sldMk cId="1732979706" sldId="795"/>
            <ac:spMk id="3" creationId="{81E44DA7-CC85-79DD-2A10-C528CBF34B29}"/>
          </ac:spMkLst>
        </pc:spChg>
        <pc:spChg chg="mod">
          <ac:chgData name="Hasan Jamal" userId="6724a5da2ffd1b8f" providerId="LiveId" clId="{46468A13-1969-4A96-95CA-2259B2B016C4}" dt="2025-03-09T08:35:58.225" v="613" actId="20577"/>
          <ac:spMkLst>
            <pc:docMk/>
            <pc:sldMk cId="1732979706" sldId="795"/>
            <ac:spMk id="12" creationId="{DF2A467E-2372-7620-48AE-2794449E7772}"/>
          </ac:spMkLst>
        </pc:spChg>
        <pc:spChg chg="mod">
          <ac:chgData name="Hasan Jamal" userId="6724a5da2ffd1b8f" providerId="LiveId" clId="{46468A13-1969-4A96-95CA-2259B2B016C4}" dt="2025-03-09T08:35:16.114" v="598"/>
          <ac:spMkLst>
            <pc:docMk/>
            <pc:sldMk cId="1732979706" sldId="795"/>
            <ac:spMk id="3074" creationId="{F8AE7931-BFB4-8B17-89F5-81D627647A66}"/>
          </ac:spMkLst>
        </pc:spChg>
        <pc:picChg chg="add mod">
          <ac:chgData name="Hasan Jamal" userId="6724a5da2ffd1b8f" providerId="LiveId" clId="{46468A13-1969-4A96-95CA-2259B2B016C4}" dt="2025-03-09T08:43:59.552" v="878" actId="1076"/>
          <ac:picMkLst>
            <pc:docMk/>
            <pc:sldMk cId="1732979706" sldId="795"/>
            <ac:picMk id="6146" creationId="{F9901D39-4D4A-6448-B6A8-953CA56BC89E}"/>
          </ac:picMkLst>
        </pc:picChg>
        <pc:picChg chg="add mod">
          <ac:chgData name="Hasan Jamal" userId="6724a5da2ffd1b8f" providerId="LiveId" clId="{46468A13-1969-4A96-95CA-2259B2B016C4}" dt="2025-03-09T08:44:37.942" v="896" actId="1038"/>
          <ac:picMkLst>
            <pc:docMk/>
            <pc:sldMk cId="1732979706" sldId="795"/>
            <ac:picMk id="6148" creationId="{C9F4CA82-CFD5-CE97-C2FB-AD51DA9AED16}"/>
          </ac:picMkLst>
        </pc:picChg>
      </pc:sldChg>
      <pc:sldChg chg="addSp delSp modSp add mod">
        <pc:chgData name="Hasan Jamal" userId="6724a5da2ffd1b8f" providerId="LiveId" clId="{46468A13-1969-4A96-95CA-2259B2B016C4}" dt="2025-03-09T08:45:14.744" v="907" actId="1036"/>
        <pc:sldMkLst>
          <pc:docMk/>
          <pc:sldMk cId="3726118853" sldId="796"/>
        </pc:sldMkLst>
        <pc:spChg chg="mod">
          <ac:chgData name="Hasan Jamal" userId="6724a5da2ffd1b8f" providerId="LiveId" clId="{46468A13-1969-4A96-95CA-2259B2B016C4}" dt="2025-03-09T08:38:25.654" v="667" actId="207"/>
          <ac:spMkLst>
            <pc:docMk/>
            <pc:sldMk cId="3726118853" sldId="796"/>
            <ac:spMk id="12" creationId="{57508996-5EAF-E52A-2B19-7D5556385653}"/>
          </ac:spMkLst>
        </pc:spChg>
        <pc:picChg chg="add mod">
          <ac:chgData name="Hasan Jamal" userId="6724a5da2ffd1b8f" providerId="LiveId" clId="{46468A13-1969-4A96-95CA-2259B2B016C4}" dt="2025-03-09T08:45:14.744" v="907" actId="1036"/>
          <ac:picMkLst>
            <pc:docMk/>
            <pc:sldMk cId="3726118853" sldId="796"/>
            <ac:picMk id="5122" creationId="{54D0EA8E-6124-27D1-1C63-AA2941019932}"/>
          </ac:picMkLst>
        </pc:picChg>
      </pc:sldChg>
      <pc:sldChg chg="addSp delSp modSp add mod">
        <pc:chgData name="Hasan Jamal" userId="6724a5da2ffd1b8f" providerId="LiveId" clId="{46468A13-1969-4A96-95CA-2259B2B016C4}" dt="2025-03-09T08:46:13.678" v="917" actId="1076"/>
        <pc:sldMkLst>
          <pc:docMk/>
          <pc:sldMk cId="884381109" sldId="797"/>
        </pc:sldMkLst>
        <pc:spChg chg="mod">
          <ac:chgData name="Hasan Jamal" userId="6724a5da2ffd1b8f" providerId="LiveId" clId="{46468A13-1969-4A96-95CA-2259B2B016C4}" dt="2025-03-09T08:40:21.153" v="723" actId="20577"/>
          <ac:spMkLst>
            <pc:docMk/>
            <pc:sldMk cId="884381109" sldId="797"/>
            <ac:spMk id="12" creationId="{29B57687-3247-7846-3EED-367108E3A6F0}"/>
          </ac:spMkLst>
        </pc:spChg>
        <pc:picChg chg="add mod">
          <ac:chgData name="Hasan Jamal" userId="6724a5da2ffd1b8f" providerId="LiveId" clId="{46468A13-1969-4A96-95CA-2259B2B016C4}" dt="2025-03-09T08:46:13.678" v="917" actId="1076"/>
          <ac:picMkLst>
            <pc:docMk/>
            <pc:sldMk cId="884381109" sldId="797"/>
            <ac:picMk id="4098" creationId="{75DA37B7-FD2D-A1F9-62B5-5DBB6D13EEEF}"/>
          </ac:picMkLst>
        </pc:picChg>
      </pc:sldChg>
      <pc:sldChg chg="addSp delSp modSp add mod">
        <pc:chgData name="Hasan Jamal" userId="6724a5da2ffd1b8f" providerId="LiveId" clId="{46468A13-1969-4A96-95CA-2259B2B016C4}" dt="2025-03-09T08:46:44.882" v="932" actId="1036"/>
        <pc:sldMkLst>
          <pc:docMk/>
          <pc:sldMk cId="197512141" sldId="798"/>
        </pc:sldMkLst>
        <pc:spChg chg="mod">
          <ac:chgData name="Hasan Jamal" userId="6724a5da2ffd1b8f" providerId="LiveId" clId="{46468A13-1969-4A96-95CA-2259B2B016C4}" dt="2025-03-09T08:41:13.415" v="779" actId="33524"/>
          <ac:spMkLst>
            <pc:docMk/>
            <pc:sldMk cId="197512141" sldId="798"/>
            <ac:spMk id="12" creationId="{2DE63723-4620-F7F0-0C43-D12426038139}"/>
          </ac:spMkLst>
        </pc:spChg>
        <pc:picChg chg="add mod">
          <ac:chgData name="Hasan Jamal" userId="6724a5da2ffd1b8f" providerId="LiveId" clId="{46468A13-1969-4A96-95CA-2259B2B016C4}" dt="2025-03-09T08:46:44.882" v="932" actId="1036"/>
          <ac:picMkLst>
            <pc:docMk/>
            <pc:sldMk cId="197512141" sldId="798"/>
            <ac:picMk id="2" creationId="{FE3FB288-56C1-12C5-0EFF-C6F2683AE309}"/>
          </ac:picMkLst>
        </pc:picChg>
      </pc:sldChg>
      <pc:sldChg chg="addSp delSp modSp add mod">
        <pc:chgData name="Hasan Jamal" userId="6724a5da2ffd1b8f" providerId="LiveId" clId="{46468A13-1969-4A96-95CA-2259B2B016C4}" dt="2025-03-09T08:48:44.212" v="1000" actId="1038"/>
        <pc:sldMkLst>
          <pc:docMk/>
          <pc:sldMk cId="1060851369" sldId="799"/>
        </pc:sldMkLst>
        <pc:spChg chg="mod">
          <ac:chgData name="Hasan Jamal" userId="6724a5da2ffd1b8f" providerId="LiveId" clId="{46468A13-1969-4A96-95CA-2259B2B016C4}" dt="2025-03-09T08:47:43.076" v="936" actId="14100"/>
          <ac:spMkLst>
            <pc:docMk/>
            <pc:sldMk cId="1060851369" sldId="799"/>
            <ac:spMk id="12" creationId="{04E40BCC-29B0-54BD-484D-4A84041DA00F}"/>
          </ac:spMkLst>
        </pc:spChg>
        <pc:picChg chg="add mod">
          <ac:chgData name="Hasan Jamal" userId="6724a5da2ffd1b8f" providerId="LiveId" clId="{46468A13-1969-4A96-95CA-2259B2B016C4}" dt="2025-03-09T08:48:33.617" v="986" actId="1038"/>
          <ac:picMkLst>
            <pc:docMk/>
            <pc:sldMk cId="1060851369" sldId="799"/>
            <ac:picMk id="2050" creationId="{DE436FAE-DC8F-AA5B-BDEB-F711E6C74DE8}"/>
          </ac:picMkLst>
        </pc:picChg>
        <pc:picChg chg="add mod">
          <ac:chgData name="Hasan Jamal" userId="6724a5da2ffd1b8f" providerId="LiveId" clId="{46468A13-1969-4A96-95CA-2259B2B016C4}" dt="2025-03-09T08:48:44.212" v="1000" actId="1038"/>
          <ac:picMkLst>
            <pc:docMk/>
            <pc:sldMk cId="1060851369" sldId="799"/>
            <ac:picMk id="2052" creationId="{063F5D6B-1ECD-96BF-B803-6BFD41B8FF6C}"/>
          </ac:picMkLst>
        </pc:picChg>
      </pc:sldChg>
      <pc:sldChg chg="add">
        <pc:chgData name="Hasan Jamal" userId="6724a5da2ffd1b8f" providerId="LiveId" clId="{46468A13-1969-4A96-95CA-2259B2B016C4}" dt="2025-03-09T08:49:23.827" v="1001" actId="2890"/>
        <pc:sldMkLst>
          <pc:docMk/>
          <pc:sldMk cId="3477010458" sldId="800"/>
        </pc:sldMkLst>
      </pc:sldChg>
      <pc:sldChg chg="modSp add mod">
        <pc:chgData name="Hasan Jamal" userId="6724a5da2ffd1b8f" providerId="LiveId" clId="{46468A13-1969-4A96-95CA-2259B2B016C4}" dt="2025-03-09T09:00:04.119" v="1279" actId="404"/>
        <pc:sldMkLst>
          <pc:docMk/>
          <pc:sldMk cId="3156114708" sldId="801"/>
        </pc:sldMkLst>
        <pc:spChg chg="mod">
          <ac:chgData name="Hasan Jamal" userId="6724a5da2ffd1b8f" providerId="LiveId" clId="{46468A13-1969-4A96-95CA-2259B2B016C4}" dt="2025-03-09T09:00:04.119" v="1279" actId="404"/>
          <ac:spMkLst>
            <pc:docMk/>
            <pc:sldMk cId="3156114708" sldId="801"/>
            <ac:spMk id="12" creationId="{00527BD6-AF75-E00D-781C-C6E598319F4B}"/>
          </ac:spMkLst>
        </pc:spChg>
        <pc:spChg chg="mod">
          <ac:chgData name="Hasan Jamal" userId="6724a5da2ffd1b8f" providerId="LiveId" clId="{46468A13-1969-4A96-95CA-2259B2B016C4}" dt="2025-03-09T08:57:40.300" v="1189" actId="20577"/>
          <ac:spMkLst>
            <pc:docMk/>
            <pc:sldMk cId="3156114708" sldId="801"/>
            <ac:spMk id="3074" creationId="{265E3895-1BEA-1FC3-717E-0912D161155A}"/>
          </ac:spMkLst>
        </pc:spChg>
      </pc:sldChg>
      <pc:sldChg chg="modSp add mod">
        <pc:chgData name="Hasan Jamal" userId="6724a5da2ffd1b8f" providerId="LiveId" clId="{46468A13-1969-4A96-95CA-2259B2B016C4}" dt="2025-03-09T09:22:57.327" v="1478" actId="14100"/>
        <pc:sldMkLst>
          <pc:docMk/>
          <pc:sldMk cId="2008411180" sldId="802"/>
        </pc:sldMkLst>
        <pc:spChg chg="mod">
          <ac:chgData name="Hasan Jamal" userId="6724a5da2ffd1b8f" providerId="LiveId" clId="{46468A13-1969-4A96-95CA-2259B2B016C4}" dt="2025-03-09T09:22:57.327" v="1478" actId="14100"/>
          <ac:spMkLst>
            <pc:docMk/>
            <pc:sldMk cId="2008411180" sldId="802"/>
            <ac:spMk id="12" creationId="{C8D2C96D-E89E-7574-765A-06F0AF1F1A9F}"/>
          </ac:spMkLst>
        </pc:spChg>
        <pc:spChg chg="mod">
          <ac:chgData name="Hasan Jamal" userId="6724a5da2ffd1b8f" providerId="LiveId" clId="{46468A13-1969-4A96-95CA-2259B2B016C4}" dt="2025-03-09T09:00:36.033" v="1281" actId="20577"/>
          <ac:spMkLst>
            <pc:docMk/>
            <pc:sldMk cId="2008411180" sldId="802"/>
            <ac:spMk id="3074" creationId="{F9D080DE-409B-F685-DBD0-90C688521FBB}"/>
          </ac:spMkLst>
        </pc:spChg>
      </pc:sldChg>
      <pc:sldChg chg="addSp modSp add mod">
        <pc:chgData name="Hasan Jamal" userId="6724a5da2ffd1b8f" providerId="LiveId" clId="{46468A13-1969-4A96-95CA-2259B2B016C4}" dt="2025-03-09T09:20:01.939" v="1475" actId="1076"/>
        <pc:sldMkLst>
          <pc:docMk/>
          <pc:sldMk cId="2715723344" sldId="803"/>
        </pc:sldMkLst>
        <pc:spChg chg="mod">
          <ac:chgData name="Hasan Jamal" userId="6724a5da2ffd1b8f" providerId="LiveId" clId="{46468A13-1969-4A96-95CA-2259B2B016C4}" dt="2025-03-09T09:19:45.451" v="1461" actId="14100"/>
          <ac:spMkLst>
            <pc:docMk/>
            <pc:sldMk cId="2715723344" sldId="803"/>
            <ac:spMk id="12" creationId="{0985E990-40D5-477F-2F20-FB4D8AABAE69}"/>
          </ac:spMkLst>
        </pc:spChg>
        <pc:picChg chg="add mod">
          <ac:chgData name="Hasan Jamal" userId="6724a5da2ffd1b8f" providerId="LiveId" clId="{46468A13-1969-4A96-95CA-2259B2B016C4}" dt="2025-03-09T09:20:01.939" v="1475" actId="1076"/>
          <ac:picMkLst>
            <pc:docMk/>
            <pc:sldMk cId="2715723344" sldId="803"/>
            <ac:picMk id="8194" creationId="{43916AEC-0415-4755-A0EA-A5A34BD7E7BD}"/>
          </ac:picMkLst>
        </pc:picChg>
      </pc:sldChg>
      <pc:sldChg chg="addSp modSp add mod">
        <pc:chgData name="Hasan Jamal" userId="6724a5da2ffd1b8f" providerId="LiveId" clId="{46468A13-1969-4A96-95CA-2259B2B016C4}" dt="2025-03-09T09:31:45.786" v="1650" actId="1038"/>
        <pc:sldMkLst>
          <pc:docMk/>
          <pc:sldMk cId="193251883" sldId="804"/>
        </pc:sldMkLst>
        <pc:spChg chg="mod">
          <ac:chgData name="Hasan Jamal" userId="6724a5da2ffd1b8f" providerId="LiveId" clId="{46468A13-1969-4A96-95CA-2259B2B016C4}" dt="2025-03-09T09:30:48.158" v="1563"/>
          <ac:spMkLst>
            <pc:docMk/>
            <pc:sldMk cId="193251883" sldId="804"/>
            <ac:spMk id="12" creationId="{8D89E13E-4245-D9DD-4D0E-44EE3C49C673}"/>
          </ac:spMkLst>
        </pc:spChg>
        <pc:spChg chg="mod">
          <ac:chgData name="Hasan Jamal" userId="6724a5da2ffd1b8f" providerId="LiveId" clId="{46468A13-1969-4A96-95CA-2259B2B016C4}" dt="2025-03-09T09:23:45.209" v="1481" actId="20577"/>
          <ac:spMkLst>
            <pc:docMk/>
            <pc:sldMk cId="193251883" sldId="804"/>
            <ac:spMk id="3074" creationId="{22E13A40-715A-C37E-3F02-BACD4C95FCDD}"/>
          </ac:spMkLst>
        </pc:spChg>
        <pc:picChg chg="add mod">
          <ac:chgData name="Hasan Jamal" userId="6724a5da2ffd1b8f" providerId="LiveId" clId="{46468A13-1969-4A96-95CA-2259B2B016C4}" dt="2025-03-09T09:31:43.446" v="1648" actId="1076"/>
          <ac:picMkLst>
            <pc:docMk/>
            <pc:sldMk cId="193251883" sldId="804"/>
            <ac:picMk id="9218" creationId="{72FDD9AE-A5B7-6BBB-C770-86B3CCE47B99}"/>
          </ac:picMkLst>
        </pc:picChg>
        <pc:picChg chg="add mod">
          <ac:chgData name="Hasan Jamal" userId="6724a5da2ffd1b8f" providerId="LiveId" clId="{46468A13-1969-4A96-95CA-2259B2B016C4}" dt="2025-03-09T09:31:45.786" v="1650" actId="1038"/>
          <ac:picMkLst>
            <pc:docMk/>
            <pc:sldMk cId="193251883" sldId="804"/>
            <ac:picMk id="9220" creationId="{AA56B082-F7F7-6B8B-DB38-1D6AE4AE3723}"/>
          </ac:picMkLst>
        </pc:picChg>
        <pc:picChg chg="add mod">
          <ac:chgData name="Hasan Jamal" userId="6724a5da2ffd1b8f" providerId="LiveId" clId="{46468A13-1969-4A96-95CA-2259B2B016C4}" dt="2025-03-09T09:31:30.444" v="1596" actId="1038"/>
          <ac:picMkLst>
            <pc:docMk/>
            <pc:sldMk cId="193251883" sldId="804"/>
            <ac:picMk id="9222" creationId="{9FBB6A2C-6BE8-1F8D-8F0B-BBE5C15070F1}"/>
          </ac:picMkLst>
        </pc:picChg>
        <pc:picChg chg="add mod">
          <ac:chgData name="Hasan Jamal" userId="6724a5da2ffd1b8f" providerId="LiveId" clId="{46468A13-1969-4A96-95CA-2259B2B016C4}" dt="2025-03-09T09:31:26.700" v="1584" actId="1038"/>
          <ac:picMkLst>
            <pc:docMk/>
            <pc:sldMk cId="193251883" sldId="804"/>
            <ac:picMk id="9224" creationId="{3FAB8CBD-7F13-42E3-178E-188A858EE79F}"/>
          </ac:picMkLst>
        </pc:picChg>
      </pc:sldChg>
      <pc:sldChg chg="delSp modSp add mod">
        <pc:chgData name="Hasan Jamal" userId="6724a5da2ffd1b8f" providerId="LiveId" clId="{46468A13-1969-4A96-95CA-2259B2B016C4}" dt="2025-03-09T09:34:46.809" v="1682"/>
        <pc:sldMkLst>
          <pc:docMk/>
          <pc:sldMk cId="3299642795" sldId="805"/>
        </pc:sldMkLst>
        <pc:spChg chg="mod">
          <ac:chgData name="Hasan Jamal" userId="6724a5da2ffd1b8f" providerId="LiveId" clId="{46468A13-1969-4A96-95CA-2259B2B016C4}" dt="2025-03-09T09:34:46.809" v="1682"/>
          <ac:spMkLst>
            <pc:docMk/>
            <pc:sldMk cId="3299642795" sldId="805"/>
            <ac:spMk id="12" creationId="{47814330-73DC-5FDA-C497-626D32752D10}"/>
          </ac:spMkLst>
        </pc:spChg>
        <pc:spChg chg="mod">
          <ac:chgData name="Hasan Jamal" userId="6724a5da2ffd1b8f" providerId="LiveId" clId="{46468A13-1969-4A96-95CA-2259B2B016C4}" dt="2025-03-09T09:32:03.160" v="1652" actId="20577"/>
          <ac:spMkLst>
            <pc:docMk/>
            <pc:sldMk cId="3299642795" sldId="805"/>
            <ac:spMk id="3074" creationId="{60D11611-6827-01F3-C61A-8FF2F7363530}"/>
          </ac:spMkLst>
        </pc:spChg>
      </pc:sldChg>
      <pc:sldChg chg="addSp modSp add mod">
        <pc:chgData name="Hasan Jamal" userId="6724a5da2ffd1b8f" providerId="LiveId" clId="{46468A13-1969-4A96-95CA-2259B2B016C4}" dt="2025-03-09T09:36:35.604" v="1718" actId="1038"/>
        <pc:sldMkLst>
          <pc:docMk/>
          <pc:sldMk cId="44346236" sldId="806"/>
        </pc:sldMkLst>
        <pc:spChg chg="mod">
          <ac:chgData name="Hasan Jamal" userId="6724a5da2ffd1b8f" providerId="LiveId" clId="{46468A13-1969-4A96-95CA-2259B2B016C4}" dt="2025-03-09T09:35:47.024" v="1709" actId="20577"/>
          <ac:spMkLst>
            <pc:docMk/>
            <pc:sldMk cId="44346236" sldId="806"/>
            <ac:spMk id="12" creationId="{FA274B52-9917-75A7-817A-4015112422EA}"/>
          </ac:spMkLst>
        </pc:spChg>
        <pc:spChg chg="mod">
          <ac:chgData name="Hasan Jamal" userId="6724a5da2ffd1b8f" providerId="LiveId" clId="{46468A13-1969-4A96-95CA-2259B2B016C4}" dt="2025-03-09T09:35:21.328" v="1684" actId="20577"/>
          <ac:spMkLst>
            <pc:docMk/>
            <pc:sldMk cId="44346236" sldId="806"/>
            <ac:spMk id="3074" creationId="{9154A63C-5864-7FD8-076E-6F21C52F4560}"/>
          </ac:spMkLst>
        </pc:spChg>
        <pc:picChg chg="add mod">
          <ac:chgData name="Hasan Jamal" userId="6724a5da2ffd1b8f" providerId="LiveId" clId="{46468A13-1969-4A96-95CA-2259B2B016C4}" dt="2025-03-09T09:36:35.604" v="1718" actId="1038"/>
          <ac:picMkLst>
            <pc:docMk/>
            <pc:sldMk cId="44346236" sldId="806"/>
            <ac:picMk id="33796" creationId="{5794855F-8706-282C-F0B5-C35CB9CA2C98}"/>
          </ac:picMkLst>
        </pc:picChg>
      </pc:sldChg>
      <pc:sldChg chg="delSp modSp add mod">
        <pc:chgData name="Hasan Jamal" userId="6724a5da2ffd1b8f" providerId="LiveId" clId="{46468A13-1969-4A96-95CA-2259B2B016C4}" dt="2025-03-09T09:36:59.750" v="1723" actId="478"/>
        <pc:sldMkLst>
          <pc:docMk/>
          <pc:sldMk cId="2946017394" sldId="807"/>
        </pc:sldMkLst>
        <pc:spChg chg="mod">
          <ac:chgData name="Hasan Jamal" userId="6724a5da2ffd1b8f" providerId="LiveId" clId="{46468A13-1969-4A96-95CA-2259B2B016C4}" dt="2025-03-09T09:36:58.391" v="1722"/>
          <ac:spMkLst>
            <pc:docMk/>
            <pc:sldMk cId="2946017394" sldId="807"/>
            <ac:spMk id="12" creationId="{4977658D-D056-DB2A-5DE3-3A3AB67A10CA}"/>
          </ac:spMkLst>
        </pc:spChg>
        <pc:spChg chg="mod">
          <ac:chgData name="Hasan Jamal" userId="6724a5da2ffd1b8f" providerId="LiveId" clId="{46468A13-1969-4A96-95CA-2259B2B016C4}" dt="2025-03-09T09:36:46.966" v="1721" actId="20577"/>
          <ac:spMkLst>
            <pc:docMk/>
            <pc:sldMk cId="2946017394" sldId="807"/>
            <ac:spMk id="3074" creationId="{9CF201AF-7E42-65C3-305E-3FFB532ABA4E}"/>
          </ac:spMkLst>
        </pc:spChg>
      </pc:sldChg>
      <pc:sldChg chg="addSp delSp modSp add mod">
        <pc:chgData name="Hasan Jamal" userId="6724a5da2ffd1b8f" providerId="LiveId" clId="{46468A13-1969-4A96-95CA-2259B2B016C4}" dt="2025-03-09T10:06:40.134" v="2224" actId="27636"/>
        <pc:sldMkLst>
          <pc:docMk/>
          <pc:sldMk cId="2902606683" sldId="808"/>
        </pc:sldMkLst>
        <pc:spChg chg="mod">
          <ac:chgData name="Hasan Jamal" userId="6724a5da2ffd1b8f" providerId="LiveId" clId="{46468A13-1969-4A96-95CA-2259B2B016C4}" dt="2025-03-09T10:06:40.134" v="2224" actId="27636"/>
          <ac:spMkLst>
            <pc:docMk/>
            <pc:sldMk cId="2902606683" sldId="808"/>
            <ac:spMk id="12" creationId="{4CCE43AD-10D1-6269-F3C6-CBF9E63D8517}"/>
          </ac:spMkLst>
        </pc:spChg>
        <pc:spChg chg="mod">
          <ac:chgData name="Hasan Jamal" userId="6724a5da2ffd1b8f" providerId="LiveId" clId="{46468A13-1969-4A96-95CA-2259B2B016C4}" dt="2025-03-09T10:03:25.441" v="2181" actId="255"/>
          <ac:spMkLst>
            <pc:docMk/>
            <pc:sldMk cId="2902606683" sldId="808"/>
            <ac:spMk id="3074" creationId="{4AB2455E-C16C-03AF-6216-885E2388BC05}"/>
          </ac:spMkLst>
        </pc:spChg>
        <pc:spChg chg="add mod">
          <ac:chgData name="Hasan Jamal" userId="6724a5da2ffd1b8f" providerId="LiveId" clId="{46468A13-1969-4A96-95CA-2259B2B016C4}" dt="2025-03-09T10:03:50.430" v="2188" actId="14100"/>
          <ac:spMkLst>
            <pc:docMk/>
            <pc:sldMk cId="2902606683" sldId="808"/>
            <ac:spMk id="40964" creationId="{B97A4BD7-A127-4395-150C-9DEB54DFE07E}"/>
          </ac:spMkLst>
        </pc:spChg>
      </pc:sldChg>
      <pc:sldChg chg="delSp modSp add mod">
        <pc:chgData name="Hasan Jamal" userId="6724a5da2ffd1b8f" providerId="LiveId" clId="{46468A13-1969-4A96-95CA-2259B2B016C4}" dt="2025-03-09T10:14:46.576" v="2377" actId="20577"/>
        <pc:sldMkLst>
          <pc:docMk/>
          <pc:sldMk cId="347698316" sldId="809"/>
        </pc:sldMkLst>
        <pc:spChg chg="mod">
          <ac:chgData name="Hasan Jamal" userId="6724a5da2ffd1b8f" providerId="LiveId" clId="{46468A13-1969-4A96-95CA-2259B2B016C4}" dt="2025-03-09T10:14:18.080" v="2373"/>
          <ac:spMkLst>
            <pc:docMk/>
            <pc:sldMk cId="347698316" sldId="809"/>
            <ac:spMk id="12" creationId="{5442FBF3-6782-4FF2-5153-8562659B0409}"/>
          </ac:spMkLst>
        </pc:spChg>
        <pc:spChg chg="mod">
          <ac:chgData name="Hasan Jamal" userId="6724a5da2ffd1b8f" providerId="LiveId" clId="{46468A13-1969-4A96-95CA-2259B2B016C4}" dt="2025-03-09T10:14:46.576" v="2377" actId="20577"/>
          <ac:spMkLst>
            <pc:docMk/>
            <pc:sldMk cId="347698316" sldId="809"/>
            <ac:spMk id="3074" creationId="{473956E9-ED67-5DC0-D841-8815563265C1}"/>
          </ac:spMkLst>
        </pc:spChg>
      </pc:sldChg>
      <pc:sldChg chg="modSp add mod">
        <pc:chgData name="Hasan Jamal" userId="6724a5da2ffd1b8f" providerId="LiveId" clId="{46468A13-1969-4A96-95CA-2259B2B016C4}" dt="2025-03-09T10:25:17.795" v="2635"/>
        <pc:sldMkLst>
          <pc:docMk/>
          <pc:sldMk cId="1882433063" sldId="810"/>
        </pc:sldMkLst>
        <pc:spChg chg="mod">
          <ac:chgData name="Hasan Jamal" userId="6724a5da2ffd1b8f" providerId="LiveId" clId="{46468A13-1969-4A96-95CA-2259B2B016C4}" dt="2025-03-09T10:25:17.795" v="2635"/>
          <ac:spMkLst>
            <pc:docMk/>
            <pc:sldMk cId="1882433063" sldId="810"/>
            <ac:spMk id="12" creationId="{FFB5FDFC-9032-F893-D868-ED4ED0536A7D}"/>
          </ac:spMkLst>
        </pc:spChg>
        <pc:spChg chg="mod">
          <ac:chgData name="Hasan Jamal" userId="6724a5da2ffd1b8f" providerId="LiveId" clId="{46468A13-1969-4A96-95CA-2259B2B016C4}" dt="2025-03-09T10:24:37.357" v="2627" actId="20577"/>
          <ac:spMkLst>
            <pc:docMk/>
            <pc:sldMk cId="1882433063" sldId="810"/>
            <ac:spMk id="3074" creationId="{ADEFFAF4-421B-859A-A14C-7B887AE32B31}"/>
          </ac:spMkLst>
        </pc:spChg>
      </pc:sldChg>
      <pc:sldChg chg="addSp delSp modSp add mod ord">
        <pc:chgData name="Hasan Jamal" userId="6724a5da2ffd1b8f" providerId="LiveId" clId="{46468A13-1969-4A96-95CA-2259B2B016C4}" dt="2025-03-09T10:23:45.815" v="2612" actId="478"/>
        <pc:sldMkLst>
          <pc:docMk/>
          <pc:sldMk cId="1860373661" sldId="811"/>
        </pc:sldMkLst>
        <pc:spChg chg="mod">
          <ac:chgData name="Hasan Jamal" userId="6724a5da2ffd1b8f" providerId="LiveId" clId="{46468A13-1969-4A96-95CA-2259B2B016C4}" dt="2025-03-09T10:22:43.660" v="2606" actId="20577"/>
          <ac:spMkLst>
            <pc:docMk/>
            <pc:sldMk cId="1860373661" sldId="811"/>
            <ac:spMk id="12" creationId="{4679ECD1-60DD-1BF4-FD26-FC1BC618C70A}"/>
          </ac:spMkLst>
        </pc:spChg>
        <pc:spChg chg="mod">
          <ac:chgData name="Hasan Jamal" userId="6724a5da2ffd1b8f" providerId="LiveId" clId="{46468A13-1969-4A96-95CA-2259B2B016C4}" dt="2025-03-09T10:21:19.733" v="2605" actId="20577"/>
          <ac:spMkLst>
            <pc:docMk/>
            <pc:sldMk cId="1860373661" sldId="811"/>
            <ac:spMk id="3074" creationId="{C1D66316-B668-70AB-30A3-F37643D34F0D}"/>
          </ac:spMkLst>
        </pc:spChg>
      </pc:sldChg>
      <pc:sldChg chg="addSp modSp add mod">
        <pc:chgData name="Hasan Jamal" userId="6724a5da2ffd1b8f" providerId="LiveId" clId="{46468A13-1969-4A96-95CA-2259B2B016C4}" dt="2025-03-09T10:27:04.413" v="2656" actId="14100"/>
        <pc:sldMkLst>
          <pc:docMk/>
          <pc:sldMk cId="4033066019" sldId="812"/>
        </pc:sldMkLst>
        <pc:spChg chg="mod">
          <ac:chgData name="Hasan Jamal" userId="6724a5da2ffd1b8f" providerId="LiveId" clId="{46468A13-1969-4A96-95CA-2259B2B016C4}" dt="2025-03-09T10:26:57.156" v="2653" actId="14100"/>
          <ac:spMkLst>
            <pc:docMk/>
            <pc:sldMk cId="4033066019" sldId="812"/>
            <ac:spMk id="12" creationId="{65A4F300-EA5D-2FB7-8983-C176062C5879}"/>
          </ac:spMkLst>
        </pc:spChg>
        <pc:spChg chg="mod">
          <ac:chgData name="Hasan Jamal" userId="6724a5da2ffd1b8f" providerId="LiveId" clId="{46468A13-1969-4A96-95CA-2259B2B016C4}" dt="2025-03-09T10:25:28.431" v="2636"/>
          <ac:spMkLst>
            <pc:docMk/>
            <pc:sldMk cId="4033066019" sldId="812"/>
            <ac:spMk id="3074" creationId="{56268EE4-9306-6CE1-F21D-07BE825075F6}"/>
          </ac:spMkLst>
        </pc:spChg>
        <pc:picChg chg="add mod">
          <ac:chgData name="Hasan Jamal" userId="6724a5da2ffd1b8f" providerId="LiveId" clId="{46468A13-1969-4A96-95CA-2259B2B016C4}" dt="2025-03-09T10:27:04.413" v="2656" actId="14100"/>
          <ac:picMkLst>
            <pc:docMk/>
            <pc:sldMk cId="4033066019" sldId="812"/>
            <ac:picMk id="16386" creationId="{C7D1721D-953F-02F9-62A6-0FD22330BADE}"/>
          </ac:picMkLst>
        </pc:picChg>
      </pc:sldChg>
      <pc:sldChg chg="addSp delSp modSp add mod">
        <pc:chgData name="Hasan Jamal" userId="6724a5da2ffd1b8f" providerId="LiveId" clId="{46468A13-1969-4A96-95CA-2259B2B016C4}" dt="2025-03-09T10:29:11.404" v="2722" actId="1036"/>
        <pc:sldMkLst>
          <pc:docMk/>
          <pc:sldMk cId="653557736" sldId="813"/>
        </pc:sldMkLst>
        <pc:spChg chg="mod">
          <ac:chgData name="Hasan Jamal" userId="6724a5da2ffd1b8f" providerId="LiveId" clId="{46468A13-1969-4A96-95CA-2259B2B016C4}" dt="2025-03-09T10:28:37.482" v="2701" actId="14100"/>
          <ac:spMkLst>
            <pc:docMk/>
            <pc:sldMk cId="653557736" sldId="813"/>
            <ac:spMk id="12" creationId="{F1CF0286-79F8-10DE-67F5-7E03A398145D}"/>
          </ac:spMkLst>
        </pc:spChg>
        <pc:spChg chg="mod">
          <ac:chgData name="Hasan Jamal" userId="6724a5da2ffd1b8f" providerId="LiveId" clId="{46468A13-1969-4A96-95CA-2259B2B016C4}" dt="2025-03-09T10:27:18.478" v="2663" actId="20577"/>
          <ac:spMkLst>
            <pc:docMk/>
            <pc:sldMk cId="653557736" sldId="813"/>
            <ac:spMk id="3074" creationId="{45E0A8D4-A021-09A1-033C-13E9BA0339D4}"/>
          </ac:spMkLst>
        </pc:spChg>
        <pc:picChg chg="add mod">
          <ac:chgData name="Hasan Jamal" userId="6724a5da2ffd1b8f" providerId="LiveId" clId="{46468A13-1969-4A96-95CA-2259B2B016C4}" dt="2025-03-09T10:29:11.404" v="2722" actId="1036"/>
          <ac:picMkLst>
            <pc:docMk/>
            <pc:sldMk cId="653557736" sldId="813"/>
            <ac:picMk id="17410" creationId="{EC9C5A7E-F7A6-4339-6573-AAADCA63C9A3}"/>
          </ac:picMkLst>
        </pc:picChg>
      </pc:sldChg>
      <pc:sldChg chg="delSp modSp add mod">
        <pc:chgData name="Hasan Jamal" userId="6724a5da2ffd1b8f" providerId="LiveId" clId="{46468A13-1969-4A96-95CA-2259B2B016C4}" dt="2025-03-09T10:30:48.357" v="2747" actId="14100"/>
        <pc:sldMkLst>
          <pc:docMk/>
          <pc:sldMk cId="2706002645" sldId="814"/>
        </pc:sldMkLst>
        <pc:spChg chg="mod">
          <ac:chgData name="Hasan Jamal" userId="6724a5da2ffd1b8f" providerId="LiveId" clId="{46468A13-1969-4A96-95CA-2259B2B016C4}" dt="2025-03-09T10:30:48.357" v="2747" actId="14100"/>
          <ac:spMkLst>
            <pc:docMk/>
            <pc:sldMk cId="2706002645" sldId="814"/>
            <ac:spMk id="12" creationId="{D85C13CA-EF17-B9FD-8311-A6CF9EF7AF21}"/>
          </ac:spMkLst>
        </pc:spChg>
        <pc:spChg chg="mod">
          <ac:chgData name="Hasan Jamal" userId="6724a5da2ffd1b8f" providerId="LiveId" clId="{46468A13-1969-4A96-95CA-2259B2B016C4}" dt="2025-03-09T10:30:17.956" v="2741" actId="20577"/>
          <ac:spMkLst>
            <pc:docMk/>
            <pc:sldMk cId="2706002645" sldId="814"/>
            <ac:spMk id="3074" creationId="{4397EFE7-E2EB-9501-C726-5C904369B257}"/>
          </ac:spMkLst>
        </pc:spChg>
      </pc:sldChg>
      <pc:sldChg chg="modSp add mod">
        <pc:chgData name="Hasan Jamal" userId="6724a5da2ffd1b8f" providerId="LiveId" clId="{46468A13-1969-4A96-95CA-2259B2B016C4}" dt="2025-03-09T10:34:42.036" v="2808" actId="207"/>
        <pc:sldMkLst>
          <pc:docMk/>
          <pc:sldMk cId="2082254487" sldId="815"/>
        </pc:sldMkLst>
        <pc:spChg chg="mod">
          <ac:chgData name="Hasan Jamal" userId="6724a5da2ffd1b8f" providerId="LiveId" clId="{46468A13-1969-4A96-95CA-2259B2B016C4}" dt="2025-03-09T10:34:42.036" v="2808" actId="207"/>
          <ac:spMkLst>
            <pc:docMk/>
            <pc:sldMk cId="2082254487" sldId="815"/>
            <ac:spMk id="12" creationId="{AFA5C74D-5030-296A-E0F7-F22BCCD020DB}"/>
          </ac:spMkLst>
        </pc:spChg>
        <pc:spChg chg="mod">
          <ac:chgData name="Hasan Jamal" userId="6724a5da2ffd1b8f" providerId="LiveId" clId="{46468A13-1969-4A96-95CA-2259B2B016C4}" dt="2025-03-09T10:32:31.645" v="2753" actId="20577"/>
          <ac:spMkLst>
            <pc:docMk/>
            <pc:sldMk cId="2082254487" sldId="815"/>
            <ac:spMk id="3074" creationId="{E7B0D589-9682-5B6D-C7D4-24C136EB76CC}"/>
          </ac:spMkLst>
        </pc:spChg>
      </pc:sldChg>
      <pc:sldChg chg="modSp add mod">
        <pc:chgData name="Hasan Jamal" userId="6724a5da2ffd1b8f" providerId="LiveId" clId="{46468A13-1969-4A96-95CA-2259B2B016C4}" dt="2025-03-09T10:35:51.189" v="2824"/>
        <pc:sldMkLst>
          <pc:docMk/>
          <pc:sldMk cId="2768569699" sldId="816"/>
        </pc:sldMkLst>
        <pc:spChg chg="mod">
          <ac:chgData name="Hasan Jamal" userId="6724a5da2ffd1b8f" providerId="LiveId" clId="{46468A13-1969-4A96-95CA-2259B2B016C4}" dt="2025-03-09T10:35:51.189" v="2824"/>
          <ac:spMkLst>
            <pc:docMk/>
            <pc:sldMk cId="2768569699" sldId="816"/>
            <ac:spMk id="12" creationId="{3DDEB063-1A08-6368-CBAB-E84D9A164BE0}"/>
          </ac:spMkLst>
        </pc:spChg>
      </pc:sldChg>
      <pc:sldChg chg="modSp add mod">
        <pc:chgData name="Hasan Jamal" userId="6724a5da2ffd1b8f" providerId="LiveId" clId="{46468A13-1969-4A96-95CA-2259B2B016C4}" dt="2025-03-09T10:41:48.219" v="2867" actId="27636"/>
        <pc:sldMkLst>
          <pc:docMk/>
          <pc:sldMk cId="1148369129" sldId="817"/>
        </pc:sldMkLst>
        <pc:spChg chg="mod">
          <ac:chgData name="Hasan Jamal" userId="6724a5da2ffd1b8f" providerId="LiveId" clId="{46468A13-1969-4A96-95CA-2259B2B016C4}" dt="2025-03-09T10:41:48.219" v="2867" actId="27636"/>
          <ac:spMkLst>
            <pc:docMk/>
            <pc:sldMk cId="1148369129" sldId="817"/>
            <ac:spMk id="12" creationId="{D669626A-9674-48A8-F3C6-B178C7065C5E}"/>
          </ac:spMkLst>
        </pc:spChg>
        <pc:spChg chg="mod">
          <ac:chgData name="Hasan Jamal" userId="6724a5da2ffd1b8f" providerId="LiveId" clId="{46468A13-1969-4A96-95CA-2259B2B016C4}" dt="2025-03-09T10:36:18.412" v="2837" actId="20577"/>
          <ac:spMkLst>
            <pc:docMk/>
            <pc:sldMk cId="1148369129" sldId="817"/>
            <ac:spMk id="3074" creationId="{ACDDA6A5-F6AA-52A5-3A6F-F4BD852FFBDB}"/>
          </ac:spMkLst>
        </pc:spChg>
      </pc:sldChg>
      <pc:sldChg chg="modSp add mod">
        <pc:chgData name="Hasan Jamal" userId="6724a5da2ffd1b8f" providerId="LiveId" clId="{46468A13-1969-4A96-95CA-2259B2B016C4}" dt="2025-03-09T10:49:38.552" v="2949" actId="20577"/>
        <pc:sldMkLst>
          <pc:docMk/>
          <pc:sldMk cId="2526017515" sldId="818"/>
        </pc:sldMkLst>
        <pc:spChg chg="mod">
          <ac:chgData name="Hasan Jamal" userId="6724a5da2ffd1b8f" providerId="LiveId" clId="{46468A13-1969-4A96-95CA-2259B2B016C4}" dt="2025-03-09T10:49:38.552" v="2949" actId="20577"/>
          <ac:spMkLst>
            <pc:docMk/>
            <pc:sldMk cId="2526017515" sldId="818"/>
            <ac:spMk id="12" creationId="{9F55D5A6-C588-68F7-2845-2D4995C2A86B}"/>
          </ac:spMkLst>
        </pc:spChg>
        <pc:spChg chg="mod">
          <ac:chgData name="Hasan Jamal" userId="6724a5da2ffd1b8f" providerId="LiveId" clId="{46468A13-1969-4A96-95CA-2259B2B016C4}" dt="2025-03-09T10:47:30.595" v="2939" actId="20577"/>
          <ac:spMkLst>
            <pc:docMk/>
            <pc:sldMk cId="2526017515" sldId="818"/>
            <ac:spMk id="3074" creationId="{65731B67-9E17-8404-D7DB-A8B3CCA90CED}"/>
          </ac:spMkLst>
        </pc:spChg>
      </pc:sldChg>
      <pc:sldChg chg="modSp add mod">
        <pc:chgData name="Hasan Jamal" userId="6724a5da2ffd1b8f" providerId="LiveId" clId="{46468A13-1969-4A96-95CA-2259B2B016C4}" dt="2025-03-10T02:50:11.550" v="4445" actId="20577"/>
        <pc:sldMkLst>
          <pc:docMk/>
          <pc:sldMk cId="1731911354" sldId="819"/>
        </pc:sldMkLst>
        <pc:spChg chg="mod">
          <ac:chgData name="Hasan Jamal" userId="6724a5da2ffd1b8f" providerId="LiveId" clId="{46468A13-1969-4A96-95CA-2259B2B016C4}" dt="2025-03-10T02:50:11.550" v="4445" actId="20577"/>
          <ac:spMkLst>
            <pc:docMk/>
            <pc:sldMk cId="1731911354" sldId="819"/>
            <ac:spMk id="12" creationId="{1F23AD89-D71F-260F-4C5A-F7E204EEDDCC}"/>
          </ac:spMkLst>
        </pc:spChg>
        <pc:spChg chg="mod">
          <ac:chgData name="Hasan Jamal" userId="6724a5da2ffd1b8f" providerId="LiveId" clId="{46468A13-1969-4A96-95CA-2259B2B016C4}" dt="2025-03-09T10:52:10.404" v="2994" actId="20577"/>
          <ac:spMkLst>
            <pc:docMk/>
            <pc:sldMk cId="1731911354" sldId="819"/>
            <ac:spMk id="3074" creationId="{65442761-149F-6884-BA5B-0BB71D57716A}"/>
          </ac:spMkLst>
        </pc:spChg>
      </pc:sldChg>
      <pc:sldChg chg="addSp modSp add mod">
        <pc:chgData name="Hasan Jamal" userId="6724a5da2ffd1b8f" providerId="LiveId" clId="{46468A13-1969-4A96-95CA-2259B2B016C4}" dt="2025-03-09T11:16:30.104" v="3184" actId="14100"/>
        <pc:sldMkLst>
          <pc:docMk/>
          <pc:sldMk cId="3660377697" sldId="820"/>
        </pc:sldMkLst>
        <pc:spChg chg="add mod">
          <ac:chgData name="Hasan Jamal" userId="6724a5da2ffd1b8f" providerId="LiveId" clId="{46468A13-1969-4A96-95CA-2259B2B016C4}" dt="2025-03-09T11:15:47.469" v="3166" actId="14100"/>
          <ac:spMkLst>
            <pc:docMk/>
            <pc:sldMk cId="3660377697" sldId="820"/>
            <ac:spMk id="2" creationId="{F8289D3D-A737-247F-D2E9-839E254AAD04}"/>
          </ac:spMkLst>
        </pc:spChg>
        <pc:spChg chg="mod">
          <ac:chgData name="Hasan Jamal" userId="6724a5da2ffd1b8f" providerId="LiveId" clId="{46468A13-1969-4A96-95CA-2259B2B016C4}" dt="2025-03-09T11:16:14.710" v="3182" actId="403"/>
          <ac:spMkLst>
            <pc:docMk/>
            <pc:sldMk cId="3660377697" sldId="820"/>
            <ac:spMk id="12" creationId="{45FC5D51-C234-F3E5-DE56-A681FD07CF62}"/>
          </ac:spMkLst>
        </pc:spChg>
        <pc:picChg chg="add mod">
          <ac:chgData name="Hasan Jamal" userId="6724a5da2ffd1b8f" providerId="LiveId" clId="{46468A13-1969-4A96-95CA-2259B2B016C4}" dt="2025-03-09T11:16:30.104" v="3184" actId="14100"/>
          <ac:picMkLst>
            <pc:docMk/>
            <pc:sldMk cId="3660377697" sldId="820"/>
            <ac:picMk id="18434" creationId="{B44EB509-E08E-DF13-83DD-A7BD4B4A0F00}"/>
          </ac:picMkLst>
        </pc:picChg>
      </pc:sldChg>
      <pc:sldChg chg="modSp add mod modAnim">
        <pc:chgData name="Hasan Jamal" userId="6724a5da2ffd1b8f" providerId="LiveId" clId="{46468A13-1969-4A96-95CA-2259B2B016C4}" dt="2025-03-11T04:28:49.536" v="5907"/>
        <pc:sldMkLst>
          <pc:docMk/>
          <pc:sldMk cId="1867771920" sldId="821"/>
        </pc:sldMkLst>
        <pc:spChg chg="mod">
          <ac:chgData name="Hasan Jamal" userId="6724a5da2ffd1b8f" providerId="LiveId" clId="{46468A13-1969-4A96-95CA-2259B2B016C4}" dt="2025-03-09T11:31:08.441" v="3308" actId="20577"/>
          <ac:spMkLst>
            <pc:docMk/>
            <pc:sldMk cId="1867771920" sldId="821"/>
            <ac:spMk id="12" creationId="{394E4761-6E89-93BB-8E52-53C93E81A08C}"/>
          </ac:spMkLst>
        </pc:spChg>
      </pc:sldChg>
      <pc:sldChg chg="add">
        <pc:chgData name="Hasan Jamal" userId="6724a5da2ffd1b8f" providerId="LiveId" clId="{46468A13-1969-4A96-95CA-2259B2B016C4}" dt="2025-03-09T11:59:25.364" v="3497" actId="2890"/>
        <pc:sldMkLst>
          <pc:docMk/>
          <pc:sldMk cId="397421641" sldId="822"/>
        </pc:sldMkLst>
      </pc:sldChg>
      <pc:sldChg chg="modSp add mod">
        <pc:chgData name="Hasan Jamal" userId="6724a5da2ffd1b8f" providerId="LiveId" clId="{46468A13-1969-4A96-95CA-2259B2B016C4}" dt="2025-03-09T12:02:31.024" v="3551" actId="27636"/>
        <pc:sldMkLst>
          <pc:docMk/>
          <pc:sldMk cId="3606421200" sldId="823"/>
        </pc:sldMkLst>
        <pc:spChg chg="mod">
          <ac:chgData name="Hasan Jamal" userId="6724a5da2ffd1b8f" providerId="LiveId" clId="{46468A13-1969-4A96-95CA-2259B2B016C4}" dt="2025-03-09T12:02:31.024" v="3551" actId="27636"/>
          <ac:spMkLst>
            <pc:docMk/>
            <pc:sldMk cId="3606421200" sldId="823"/>
            <ac:spMk id="12" creationId="{88752139-37FC-B25E-39F8-7CBEA7711319}"/>
          </ac:spMkLst>
        </pc:spChg>
      </pc:sldChg>
      <pc:sldChg chg="addSp delSp modSp add mod">
        <pc:chgData name="Hasan Jamal" userId="6724a5da2ffd1b8f" providerId="LiveId" clId="{46468A13-1969-4A96-95CA-2259B2B016C4}" dt="2025-03-09T12:03:38.945" v="3583" actId="22"/>
        <pc:sldMkLst>
          <pc:docMk/>
          <pc:sldMk cId="4145480980" sldId="824"/>
        </pc:sldMkLst>
        <pc:spChg chg="mod">
          <ac:chgData name="Hasan Jamal" userId="6724a5da2ffd1b8f" providerId="LiveId" clId="{46468A13-1969-4A96-95CA-2259B2B016C4}" dt="2025-03-09T12:03:25.090" v="3581"/>
          <ac:spMkLst>
            <pc:docMk/>
            <pc:sldMk cId="4145480980" sldId="824"/>
            <ac:spMk id="12" creationId="{9F8407FD-5A09-A9BB-B358-9730247E1404}"/>
          </ac:spMkLst>
        </pc:spChg>
      </pc:sldChg>
      <pc:sldChg chg="addSp modSp add mod">
        <pc:chgData name="Hasan Jamal" userId="6724a5da2ffd1b8f" providerId="LiveId" clId="{46468A13-1969-4A96-95CA-2259B2B016C4}" dt="2025-03-10T01:45:03.064" v="3740" actId="20577"/>
        <pc:sldMkLst>
          <pc:docMk/>
          <pc:sldMk cId="4288140890" sldId="825"/>
        </pc:sldMkLst>
        <pc:spChg chg="add mod">
          <ac:chgData name="Hasan Jamal" userId="6724a5da2ffd1b8f" providerId="LiveId" clId="{46468A13-1969-4A96-95CA-2259B2B016C4}" dt="2025-03-10T01:45:03.064" v="3740" actId="20577"/>
          <ac:spMkLst>
            <pc:docMk/>
            <pc:sldMk cId="4288140890" sldId="825"/>
            <ac:spMk id="2" creationId="{97C4C3ED-35A8-AD37-2F17-20CD1F665E5A}"/>
          </ac:spMkLst>
        </pc:spChg>
        <pc:spChg chg="mod">
          <ac:chgData name="Hasan Jamal" userId="6724a5da2ffd1b8f" providerId="LiveId" clId="{46468A13-1969-4A96-95CA-2259B2B016C4}" dt="2025-03-10T01:42:17.108" v="3707" actId="14100"/>
          <ac:spMkLst>
            <pc:docMk/>
            <pc:sldMk cId="4288140890" sldId="825"/>
            <ac:spMk id="12" creationId="{3289B172-6C72-746A-71FC-C2D7B68D4251}"/>
          </ac:spMkLst>
        </pc:spChg>
        <pc:picChg chg="add mod">
          <ac:chgData name="Hasan Jamal" userId="6724a5da2ffd1b8f" providerId="LiveId" clId="{46468A13-1969-4A96-95CA-2259B2B016C4}" dt="2025-03-10T01:43:31.803" v="3737" actId="1076"/>
          <ac:picMkLst>
            <pc:docMk/>
            <pc:sldMk cId="4288140890" sldId="825"/>
            <ac:picMk id="1026" creationId="{EBF854CA-B520-4CE1-E97A-DD6B69401618}"/>
          </ac:picMkLst>
        </pc:picChg>
      </pc:sldChg>
      <pc:sldChg chg="modSp add mod">
        <pc:chgData name="Hasan Jamal" userId="6724a5da2ffd1b8f" providerId="LiveId" clId="{46468A13-1969-4A96-95CA-2259B2B016C4}" dt="2025-03-10T01:40:20.069" v="3666" actId="20577"/>
        <pc:sldMkLst>
          <pc:docMk/>
          <pc:sldMk cId="3437334824" sldId="826"/>
        </pc:sldMkLst>
        <pc:spChg chg="mod">
          <ac:chgData name="Hasan Jamal" userId="6724a5da2ffd1b8f" providerId="LiveId" clId="{46468A13-1969-4A96-95CA-2259B2B016C4}" dt="2025-03-10T01:40:20.069" v="3666" actId="20577"/>
          <ac:spMkLst>
            <pc:docMk/>
            <pc:sldMk cId="3437334824" sldId="826"/>
            <ac:spMk id="12" creationId="{BFEBA91D-4411-210C-20C0-10ED526AC94C}"/>
          </ac:spMkLst>
        </pc:spChg>
      </pc:sldChg>
    </pc:docChg>
  </pc:docChgLst>
  <pc:docChgLst>
    <pc:chgData name="Hasan Jamal" userId="6724a5da2ffd1b8f" providerId="LiveId" clId="{D3DEC24B-C86E-4F0B-9D46-220D3835FF64}"/>
    <pc:docChg chg="undo custSel addSld delSld modSld sldOrd">
      <pc:chgData name="Hasan Jamal" userId="6724a5da2ffd1b8f" providerId="LiveId" clId="{D3DEC24B-C86E-4F0B-9D46-220D3835FF64}" dt="2025-02-27T05:02:24.407" v="1149" actId="1076"/>
      <pc:docMkLst>
        <pc:docMk/>
      </pc:docMkLst>
      <pc:sldChg chg="modSp mod">
        <pc:chgData name="Hasan Jamal" userId="6724a5da2ffd1b8f" providerId="LiveId" clId="{D3DEC24B-C86E-4F0B-9D46-220D3835FF64}" dt="2025-02-26T03:24:25.468" v="2" actId="20577"/>
        <pc:sldMkLst>
          <pc:docMk/>
          <pc:sldMk cId="1692021193" sldId="717"/>
        </pc:sldMkLst>
      </pc:sldChg>
      <pc:sldChg chg="modSp mod modAnim">
        <pc:chgData name="Hasan Jamal" userId="6724a5da2ffd1b8f" providerId="LiveId" clId="{D3DEC24B-C86E-4F0B-9D46-220D3835FF64}" dt="2025-02-26T03:47:04.980" v="336" actId="14100"/>
        <pc:sldMkLst>
          <pc:docMk/>
          <pc:sldMk cId="3168624891" sldId="730"/>
        </pc:sldMkLst>
      </pc:sldChg>
      <pc:sldChg chg="ord">
        <pc:chgData name="Hasan Jamal" userId="6724a5da2ffd1b8f" providerId="LiveId" clId="{D3DEC24B-C86E-4F0B-9D46-220D3835FF64}" dt="2025-02-26T03:31:45.419" v="92"/>
        <pc:sldMkLst>
          <pc:docMk/>
          <pc:sldMk cId="3941837758" sldId="731"/>
        </pc:sldMkLst>
      </pc:sldChg>
      <pc:sldChg chg="addSp modSp mod">
        <pc:chgData name="Hasan Jamal" userId="6724a5da2ffd1b8f" providerId="LiveId" clId="{D3DEC24B-C86E-4F0B-9D46-220D3835FF64}" dt="2025-02-26T04:44:51.950" v="1039" actId="403"/>
        <pc:sldMkLst>
          <pc:docMk/>
          <pc:sldMk cId="1109810023" sldId="733"/>
        </pc:sldMkLst>
      </pc:sldChg>
      <pc:sldChg chg="del">
        <pc:chgData name="Hasan Jamal" userId="6724a5da2ffd1b8f" providerId="LiveId" clId="{D3DEC24B-C86E-4F0B-9D46-220D3835FF64}" dt="2025-02-26T04:18:12.158" v="681" actId="47"/>
        <pc:sldMkLst>
          <pc:docMk/>
          <pc:sldMk cId="3350374730" sldId="734"/>
        </pc:sldMkLst>
      </pc:sldChg>
      <pc:sldChg chg="del">
        <pc:chgData name="Hasan Jamal" userId="6724a5da2ffd1b8f" providerId="LiveId" clId="{D3DEC24B-C86E-4F0B-9D46-220D3835FF64}" dt="2025-02-26T04:26:58.645" v="687" actId="2696"/>
        <pc:sldMkLst>
          <pc:docMk/>
          <pc:sldMk cId="108692981" sldId="735"/>
        </pc:sldMkLst>
      </pc:sldChg>
      <pc:sldChg chg="modSp add mod">
        <pc:chgData name="Hasan Jamal" userId="6724a5da2ffd1b8f" providerId="LiveId" clId="{D3DEC24B-C86E-4F0B-9D46-220D3835FF64}" dt="2025-02-26T04:32:10.246" v="758" actId="33524"/>
        <pc:sldMkLst>
          <pc:docMk/>
          <pc:sldMk cId="1893089021" sldId="735"/>
        </pc:sldMkLst>
      </pc:sldChg>
      <pc:sldChg chg="del">
        <pc:chgData name="Hasan Jamal" userId="6724a5da2ffd1b8f" providerId="LiveId" clId="{D3DEC24B-C86E-4F0B-9D46-220D3835FF64}" dt="2025-02-26T04:45:30.861" v="1040" actId="47"/>
        <pc:sldMkLst>
          <pc:docMk/>
          <pc:sldMk cId="4253118140" sldId="736"/>
        </pc:sldMkLst>
      </pc:sldChg>
      <pc:sldChg chg="del">
        <pc:chgData name="Hasan Jamal" userId="6724a5da2ffd1b8f" providerId="LiveId" clId="{D3DEC24B-C86E-4F0B-9D46-220D3835FF64}" dt="2025-02-26T04:26:58.645" v="687" actId="2696"/>
        <pc:sldMkLst>
          <pc:docMk/>
          <pc:sldMk cId="370931061" sldId="737"/>
        </pc:sldMkLst>
      </pc:sldChg>
      <pc:sldChg chg="modSp add mod">
        <pc:chgData name="Hasan Jamal" userId="6724a5da2ffd1b8f" providerId="LiveId" clId="{D3DEC24B-C86E-4F0B-9D46-220D3835FF64}" dt="2025-02-26T04:31:45.329" v="757" actId="20577"/>
        <pc:sldMkLst>
          <pc:docMk/>
          <pc:sldMk cId="2149928187" sldId="737"/>
        </pc:sldMkLst>
      </pc:sldChg>
      <pc:sldChg chg="modSp add mod">
        <pc:chgData name="Hasan Jamal" userId="6724a5da2ffd1b8f" providerId="LiveId" clId="{D3DEC24B-C86E-4F0B-9D46-220D3835FF64}" dt="2025-02-26T03:44:34.629" v="306" actId="20577"/>
        <pc:sldMkLst>
          <pc:docMk/>
          <pc:sldMk cId="1149955590" sldId="738"/>
        </pc:sldMkLst>
      </pc:sldChg>
      <pc:sldChg chg="del">
        <pc:chgData name="Hasan Jamal" userId="6724a5da2ffd1b8f" providerId="LiveId" clId="{D3DEC24B-C86E-4F0B-9D46-220D3835FF64}" dt="2025-02-26T03:40:36.725" v="258" actId="2696"/>
        <pc:sldMkLst>
          <pc:docMk/>
          <pc:sldMk cId="1903296533" sldId="738"/>
        </pc:sldMkLst>
      </pc:sldChg>
      <pc:sldChg chg="ord">
        <pc:chgData name="Hasan Jamal" userId="6724a5da2ffd1b8f" providerId="LiveId" clId="{D3DEC24B-C86E-4F0B-9D46-220D3835FF64}" dt="2025-02-26T04:45:46.706" v="1044"/>
        <pc:sldMkLst>
          <pc:docMk/>
          <pc:sldMk cId="146968777" sldId="739"/>
        </pc:sldMkLst>
      </pc:sldChg>
      <pc:sldChg chg="del">
        <pc:chgData name="Hasan Jamal" userId="6724a5da2ffd1b8f" providerId="LiveId" clId="{D3DEC24B-C86E-4F0B-9D46-220D3835FF64}" dt="2025-02-26T04:45:33.979" v="1041" actId="47"/>
        <pc:sldMkLst>
          <pc:docMk/>
          <pc:sldMk cId="797317301" sldId="740"/>
        </pc:sldMkLst>
      </pc:sldChg>
      <pc:sldChg chg="del">
        <pc:chgData name="Hasan Jamal" userId="6724a5da2ffd1b8f" providerId="LiveId" clId="{D3DEC24B-C86E-4F0B-9D46-220D3835FF64}" dt="2025-02-26T04:45:34.827" v="1042" actId="47"/>
        <pc:sldMkLst>
          <pc:docMk/>
          <pc:sldMk cId="3508092534" sldId="741"/>
        </pc:sldMkLst>
      </pc:sldChg>
      <pc:sldChg chg="modSp del mod">
        <pc:chgData name="Hasan Jamal" userId="6724a5da2ffd1b8f" providerId="LiveId" clId="{D3DEC24B-C86E-4F0B-9D46-220D3835FF64}" dt="2025-02-26T04:33:41.059" v="763" actId="47"/>
        <pc:sldMkLst>
          <pc:docMk/>
          <pc:sldMk cId="1730138828" sldId="742"/>
        </pc:sldMkLst>
      </pc:sldChg>
      <pc:sldChg chg="modSp mod">
        <pc:chgData name="Hasan Jamal" userId="6724a5da2ffd1b8f" providerId="LiveId" clId="{D3DEC24B-C86E-4F0B-9D46-220D3835FF64}" dt="2025-02-26T04:53:18.419" v="1129" actId="14100"/>
        <pc:sldMkLst>
          <pc:docMk/>
          <pc:sldMk cId="4003377590" sldId="743"/>
        </pc:sldMkLst>
      </pc:sldChg>
      <pc:sldChg chg="modSp mod">
        <pc:chgData name="Hasan Jamal" userId="6724a5da2ffd1b8f" providerId="LiveId" clId="{D3DEC24B-C86E-4F0B-9D46-220D3835FF64}" dt="2025-02-26T05:17:57.244" v="1132" actId="20577"/>
        <pc:sldMkLst>
          <pc:docMk/>
          <pc:sldMk cId="879878642" sldId="745"/>
        </pc:sldMkLst>
      </pc:sldChg>
      <pc:sldChg chg="modSp mod">
        <pc:chgData name="Hasan Jamal" userId="6724a5da2ffd1b8f" providerId="LiveId" clId="{D3DEC24B-C86E-4F0B-9D46-220D3835FF64}" dt="2025-02-26T05:50:15.321" v="1133" actId="20577"/>
        <pc:sldMkLst>
          <pc:docMk/>
          <pc:sldMk cId="2148597704" sldId="768"/>
        </pc:sldMkLst>
      </pc:sldChg>
      <pc:sldChg chg="modSp mod modAnim">
        <pc:chgData name="Hasan Jamal" userId="6724a5da2ffd1b8f" providerId="LiveId" clId="{D3DEC24B-C86E-4F0B-9D46-220D3835FF64}" dt="2025-02-27T05:02:24.407" v="1149" actId="1076"/>
        <pc:sldMkLst>
          <pc:docMk/>
          <pc:sldMk cId="1605718459" sldId="771"/>
        </pc:sldMkLst>
      </pc:sldChg>
      <pc:sldChg chg="modSp mod">
        <pc:chgData name="Hasan Jamal" userId="6724a5da2ffd1b8f" providerId="LiveId" clId="{D3DEC24B-C86E-4F0B-9D46-220D3835FF64}" dt="2025-02-26T04:46:50.798" v="1047" actId="20577"/>
        <pc:sldMkLst>
          <pc:docMk/>
          <pc:sldMk cId="4026323840" sldId="779"/>
        </pc:sldMkLst>
        <pc:spChg chg="mod">
          <ac:chgData name="Hasan Jamal" userId="6724a5da2ffd1b8f" providerId="LiveId" clId="{D3DEC24B-C86E-4F0B-9D46-220D3835FF64}" dt="2025-02-26T04:46:50.798" v="1047" actId="20577"/>
          <ac:spMkLst>
            <pc:docMk/>
            <pc:sldMk cId="4026323840" sldId="779"/>
            <ac:spMk id="12" creationId="{E1C2CFD4-5DD1-ABAA-820D-2EF0179AE4DD}"/>
          </ac:spMkLst>
        </pc:spChg>
      </pc:sldChg>
      <pc:sldChg chg="modSp add mod">
        <pc:chgData name="Hasan Jamal" userId="6724a5da2ffd1b8f" providerId="LiveId" clId="{D3DEC24B-C86E-4F0B-9D46-220D3835FF64}" dt="2025-02-26T04:50:32.804" v="1117" actId="20577"/>
        <pc:sldMkLst>
          <pc:docMk/>
          <pc:sldMk cId="2860472920" sldId="781"/>
        </pc:sldMkLst>
      </pc:sldChg>
      <pc:sldChg chg="del">
        <pc:chgData name="Hasan Jamal" userId="6724a5da2ffd1b8f" providerId="LiveId" clId="{D3DEC24B-C86E-4F0B-9D46-220D3835FF64}" dt="2025-02-26T04:46:28.365" v="1045" actId="2696"/>
        <pc:sldMkLst>
          <pc:docMk/>
          <pc:sldMk cId="3598732388" sldId="781"/>
        </pc:sldMkLst>
      </pc:sldChg>
      <pc:sldChg chg="modSp add mod">
        <pc:chgData name="Hasan Jamal" userId="6724a5da2ffd1b8f" providerId="LiveId" clId="{D3DEC24B-C86E-4F0B-9D46-220D3835FF64}" dt="2025-02-26T04:50:44.799" v="1121" actId="20577"/>
        <pc:sldMkLst>
          <pc:docMk/>
          <pc:sldMk cId="1242508339" sldId="782"/>
        </pc:sldMkLst>
      </pc:sldChg>
      <pc:sldChg chg="del">
        <pc:chgData name="Hasan Jamal" userId="6724a5da2ffd1b8f" providerId="LiveId" clId="{D3DEC24B-C86E-4F0B-9D46-220D3835FF64}" dt="2025-02-26T04:46:28.365" v="1045" actId="2696"/>
        <pc:sldMkLst>
          <pc:docMk/>
          <pc:sldMk cId="3416147665" sldId="782"/>
        </pc:sldMkLst>
      </pc:sldChg>
      <pc:sldChg chg="addSp modSp add mod">
        <pc:chgData name="Hasan Jamal" userId="6724a5da2ffd1b8f" providerId="LiveId" clId="{D3DEC24B-C86E-4F0B-9D46-220D3835FF64}" dt="2025-02-26T04:29:21.946" v="739" actId="20577"/>
        <pc:sldMkLst>
          <pc:docMk/>
          <pc:sldMk cId="578995504" sldId="783"/>
        </pc:sldMkLst>
      </pc:sldChg>
      <pc:sldChg chg="addSp delSp modSp add mod modAnim">
        <pc:chgData name="Hasan Jamal" userId="6724a5da2ffd1b8f" providerId="LiveId" clId="{D3DEC24B-C86E-4F0B-9D46-220D3835FF64}" dt="2025-02-26T04:17:08.424" v="680"/>
        <pc:sldMkLst>
          <pc:docMk/>
          <pc:sldMk cId="2540986618" sldId="7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9/25/2025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57DFE-B8DA-67AE-9AB1-844FA877E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375D2-59AA-0051-13B2-72D752D6C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69622-CAFE-C1F2-0A36-417E544A8C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E21C5C-3B7C-D45E-85CC-3B0940985F85}"/>
              </a:ext>
            </a:extLst>
          </p:cNvPr>
          <p:cNvSpPr>
            <a:spLocks noGrp="1"/>
          </p:cNvSpPr>
          <p:nvPr>
            <p:ph type="sldNum" sz="quarter" idx="5"/>
          </p:nvPr>
        </p:nvSpPr>
        <p:spPr/>
        <p:txBody>
          <a:bodyPr/>
          <a:lstStyle/>
          <a:p>
            <a:fld id="{C52D3D20-B80A-47F2-90D8-E85AAC9E3F34}" type="slidenum">
              <a:rPr lang="en-US" smtClean="0"/>
              <a:t>49</a:t>
            </a:fld>
            <a:endParaRPr lang="en-US"/>
          </a:p>
        </p:txBody>
      </p:sp>
    </p:spTree>
    <p:extLst>
      <p:ext uri="{BB962C8B-B14F-4D97-AF65-F5344CB8AC3E}">
        <p14:creationId xmlns:p14="http://schemas.microsoft.com/office/powerpoint/2010/main" val="3143133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964FF-5E53-7584-2A8E-58051EFE6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CD1D0-72C5-7627-B816-65A724566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54F8A-9B5B-41B4-44D8-E303B3688C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2E9D07-DDF6-B25B-7EAD-9D1A5A6E3BF5}"/>
              </a:ext>
            </a:extLst>
          </p:cNvPr>
          <p:cNvSpPr>
            <a:spLocks noGrp="1"/>
          </p:cNvSpPr>
          <p:nvPr>
            <p:ph type="sldNum" sz="quarter" idx="5"/>
          </p:nvPr>
        </p:nvSpPr>
        <p:spPr/>
        <p:txBody>
          <a:bodyPr/>
          <a:lstStyle/>
          <a:p>
            <a:fld id="{C52D3D20-B80A-47F2-90D8-E85AAC9E3F34}" type="slidenum">
              <a:rPr lang="en-US" smtClean="0"/>
              <a:t>50</a:t>
            </a:fld>
            <a:endParaRPr lang="en-US"/>
          </a:p>
        </p:txBody>
      </p:sp>
    </p:spTree>
    <p:extLst>
      <p:ext uri="{BB962C8B-B14F-4D97-AF65-F5344CB8AC3E}">
        <p14:creationId xmlns:p14="http://schemas.microsoft.com/office/powerpoint/2010/main" val="319395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55</a:t>
            </a:fld>
            <a:endParaRPr lang="en-US"/>
          </a:p>
        </p:txBody>
      </p:sp>
    </p:spTree>
    <p:extLst>
      <p:ext uri="{BB962C8B-B14F-4D97-AF65-F5344CB8AC3E}">
        <p14:creationId xmlns:p14="http://schemas.microsoft.com/office/powerpoint/2010/main" val="1529761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0CC6-EB59-4447-80BA-9D36C629BD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DD14A-F511-49B0-A91B-978DAEFBB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739A08-9A7A-49DA-A39B-B0EF1A4801F7}"/>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5" name="Footer Placeholder 4">
            <a:extLst>
              <a:ext uri="{FF2B5EF4-FFF2-40B4-BE49-F238E27FC236}">
                <a16:creationId xmlns:a16="http://schemas.microsoft.com/office/drawing/2014/main" id="{4BAD8D3A-B881-4BC9-A537-ECB468F7F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F4CF0-1776-4F65-BCA7-0F303DF3D42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07157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B02DE-303C-4D87-8E77-879FBE1195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B6C54D-48BB-467E-8103-DFE5F6DCED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DAA13-6920-4BB8-A1F1-3A13242790AB}"/>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5" name="Footer Placeholder 4">
            <a:extLst>
              <a:ext uri="{FF2B5EF4-FFF2-40B4-BE49-F238E27FC236}">
                <a16:creationId xmlns:a16="http://schemas.microsoft.com/office/drawing/2014/main" id="{2663360B-5BAB-41D8-A02D-7C1BAB8C6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92317C-2498-4AED-8B51-357F03DCA24C}"/>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407313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3ADF-891D-4A12-83B5-454FF556A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492D1F-5588-4349-97C5-EB30CD88E5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24B3D-6B89-4416-A6EB-152D8D49D5E5}"/>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5" name="Footer Placeholder 4">
            <a:extLst>
              <a:ext uri="{FF2B5EF4-FFF2-40B4-BE49-F238E27FC236}">
                <a16:creationId xmlns:a16="http://schemas.microsoft.com/office/drawing/2014/main" id="{C11B9C78-BA9A-479E-A3FF-695287295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8EE37-7497-4B13-94F5-9E33310DD2CF}"/>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111059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8959-A7A6-4D39-AA8B-57C72F6B1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E0084-43D6-45E5-B2FB-83FB50E504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1317EC-AA9D-4624-8395-48D0AE97ED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28D681-CD5B-4D0F-A2B0-BF8B8AD77FA8}"/>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6" name="Footer Placeholder 5">
            <a:extLst>
              <a:ext uri="{FF2B5EF4-FFF2-40B4-BE49-F238E27FC236}">
                <a16:creationId xmlns:a16="http://schemas.microsoft.com/office/drawing/2014/main" id="{A8C1E102-0CFC-4C99-8794-DDB15502C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0784B-2F5A-4BD4-9EBE-85512D8646BE}"/>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2050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3181-2412-4949-91A3-23CBDDDBC9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7C8FC4-D6CA-4D00-B86A-7336B6E1CA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D6D8B-7024-4E37-B53E-016331394C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A1DB30-80A3-4DC3-9806-9202A76140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997761-D7C3-42D3-803A-AAC22024F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11AC6-D32A-4EAD-B726-5AE67DFFC05A}"/>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8" name="Footer Placeholder 7">
            <a:extLst>
              <a:ext uri="{FF2B5EF4-FFF2-40B4-BE49-F238E27FC236}">
                <a16:creationId xmlns:a16="http://schemas.microsoft.com/office/drawing/2014/main" id="{3E8607F5-A7FB-40DA-A637-507CECE2A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28571F-5213-44AD-9B39-829F876219D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58411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6889-5B79-497C-9736-E9B7A36D06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35B599-D225-4693-9E55-C140F796D09F}"/>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4" name="Footer Placeholder 3">
            <a:extLst>
              <a:ext uri="{FF2B5EF4-FFF2-40B4-BE49-F238E27FC236}">
                <a16:creationId xmlns:a16="http://schemas.microsoft.com/office/drawing/2014/main" id="{055B06CB-70EA-4710-B4B5-59BF2C6247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1CA16-87D7-4A9A-93EE-A252B69E1A12}"/>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294881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9141D3-43C6-40C7-A4DB-9BFB3972D39D}"/>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3" name="Footer Placeholder 2">
            <a:extLst>
              <a:ext uri="{FF2B5EF4-FFF2-40B4-BE49-F238E27FC236}">
                <a16:creationId xmlns:a16="http://schemas.microsoft.com/office/drawing/2014/main" id="{20B73F51-C531-4416-9A10-50D5280BF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032B0-273E-4169-9640-156E7D4EA44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66926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39EF-1141-43EF-9A25-60CEC3698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BA0430-0CCC-4FD2-905C-27F04B93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F68AE7-6F69-4589-A8AF-F2B8927E8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1577C-944C-412C-8F52-FFFC45A36846}"/>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6" name="Footer Placeholder 5">
            <a:extLst>
              <a:ext uri="{FF2B5EF4-FFF2-40B4-BE49-F238E27FC236}">
                <a16:creationId xmlns:a16="http://schemas.microsoft.com/office/drawing/2014/main" id="{B4F4FD3B-027E-4C74-964C-C3F64FBB46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FEB46-4620-4847-8F68-DB3BB84CBCCA}"/>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46127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019B-EBB5-4FBC-99F6-CD60929B5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6A3050-1640-44D7-B8B2-7F5BC0F2C4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7D1C82-DEC0-4624-8D52-79B7F25C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CA048C-F343-4D60-96F0-B2859B510C95}"/>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6" name="Footer Placeholder 5">
            <a:extLst>
              <a:ext uri="{FF2B5EF4-FFF2-40B4-BE49-F238E27FC236}">
                <a16:creationId xmlns:a16="http://schemas.microsoft.com/office/drawing/2014/main" id="{22788895-9B51-4541-AAB2-BF16ED7D0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53C80-6CDB-486A-B8CF-AAD127321023}"/>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632752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D555-ABD7-4161-B06F-FCD3143D9C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95C10-FF95-4025-B207-9881A1646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C42DD-D420-4BAE-A427-F815A4F37271}"/>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5" name="Footer Placeholder 4">
            <a:extLst>
              <a:ext uri="{FF2B5EF4-FFF2-40B4-BE49-F238E27FC236}">
                <a16:creationId xmlns:a16="http://schemas.microsoft.com/office/drawing/2014/main" id="{F551F7B7-D2EB-4517-9D60-26A66FF0E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20148-FE35-475E-9068-7641710E2E47}"/>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80883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54761-8A33-482D-B4B2-18B2A8F89E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B816EB-AB8E-47C2-9A3E-33DE4D4F8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40179-C5D2-4148-BAA2-30F72348BCE2}"/>
              </a:ext>
            </a:extLst>
          </p:cNvPr>
          <p:cNvSpPr>
            <a:spLocks noGrp="1"/>
          </p:cNvSpPr>
          <p:nvPr>
            <p:ph type="dt" sz="half" idx="10"/>
          </p:nvPr>
        </p:nvSpPr>
        <p:spPr/>
        <p:txBody>
          <a:bodyPr/>
          <a:lstStyle/>
          <a:p>
            <a:fld id="{D2DF8B72-9C19-4DBD-8F3B-D049130D4969}" type="datetimeFigureOut">
              <a:rPr lang="en-US" smtClean="0"/>
              <a:t>9/25/2025</a:t>
            </a:fld>
            <a:endParaRPr lang="en-US"/>
          </a:p>
        </p:txBody>
      </p:sp>
      <p:sp>
        <p:nvSpPr>
          <p:cNvPr id="5" name="Footer Placeholder 4">
            <a:extLst>
              <a:ext uri="{FF2B5EF4-FFF2-40B4-BE49-F238E27FC236}">
                <a16:creationId xmlns:a16="http://schemas.microsoft.com/office/drawing/2014/main" id="{31A0BD9F-3BB0-4D0E-9EBA-8CC5FDF82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69872-32D9-46E9-AB85-0ABCDEE88AE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836865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B5029-5875-48B9-9C22-38D785FCE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0B3BA-C511-4FC7-AA99-072F757CF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00382-92E4-4D10-875A-89C34EF30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F8B72-9C19-4DBD-8F3B-D049130D4969}" type="datetimeFigureOut">
              <a:rPr lang="en-US" smtClean="0"/>
              <a:t>9/25/2025</a:t>
            </a:fld>
            <a:endParaRPr lang="en-US"/>
          </a:p>
        </p:txBody>
      </p:sp>
      <p:sp>
        <p:nvSpPr>
          <p:cNvPr id="5" name="Footer Placeholder 4">
            <a:extLst>
              <a:ext uri="{FF2B5EF4-FFF2-40B4-BE49-F238E27FC236}">
                <a16:creationId xmlns:a16="http://schemas.microsoft.com/office/drawing/2014/main" id="{29CD864E-90F0-4014-8C2D-CE853EFCB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062C12-0EAF-4F9E-BB1B-EED572C61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366AE-5A89-45B7-9EA8-7C0EFF44206E}" type="slidenum">
              <a:rPr lang="en-US" smtClean="0"/>
              <a:t>‹#›</a:t>
            </a:fld>
            <a:endParaRPr lang="en-US"/>
          </a:p>
        </p:txBody>
      </p:sp>
    </p:spTree>
    <p:extLst>
      <p:ext uri="{BB962C8B-B14F-4D97-AF65-F5344CB8AC3E}">
        <p14:creationId xmlns:p14="http://schemas.microsoft.com/office/powerpoint/2010/main" val="97524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4.gif"/></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5.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48.xml"/><Relationship Id="rId6" Type="http://schemas.openxmlformats.org/officeDocument/2006/relationships/image" Target="../media/image22.png"/><Relationship Id="rId5" Type="http://schemas.openxmlformats.org/officeDocument/2006/relationships/image" Target="../media/image21.gif"/><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9.xml"/><Relationship Id="rId5" Type="http://schemas.openxmlformats.org/officeDocument/2006/relationships/image" Target="../media/image24.png"/><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2.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3.xml"/><Relationship Id="rId1" Type="http://schemas.openxmlformats.org/officeDocument/2006/relationships/tags" Target="../tags/tag52.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tags" Target="../tags/tag5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4.xml"/><Relationship Id="rId4" Type="http://schemas.openxmlformats.org/officeDocument/2006/relationships/image" Target="../media/image25.png"/></Relationships>
</file>

<file path=ppt/slides/_rels/slide56.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slideLayout" Target="../slideLayouts/slideLayout13.xml"/><Relationship Id="rId1" Type="http://schemas.openxmlformats.org/officeDocument/2006/relationships/tags" Target="../tags/tag55.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3.xml"/><Relationship Id="rId1" Type="http://schemas.openxmlformats.org/officeDocument/2006/relationships/tags" Target="../tags/tag56.xml"/></Relationships>
</file>

<file path=ppt/slides/_rels/slide58.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slideLayout" Target="../slideLayouts/slideLayout13.xml"/><Relationship Id="rId1" Type="http://schemas.openxmlformats.org/officeDocument/2006/relationships/tags" Target="../tags/tag5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8.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13.xml"/><Relationship Id="rId1" Type="http://schemas.openxmlformats.org/officeDocument/2006/relationships/tags" Target="../tags/tag59.xml"/></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3.xml"/><Relationship Id="rId1" Type="http://schemas.openxmlformats.org/officeDocument/2006/relationships/tags" Target="../tags/tag60.xml"/></Relationships>
</file>

<file path=ppt/slides/_rels/slide6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13.xml"/><Relationship Id="rId1" Type="http://schemas.openxmlformats.org/officeDocument/2006/relationships/tags" Target="../tags/tag61.xml"/><Relationship Id="rId5" Type="http://schemas.openxmlformats.org/officeDocument/2006/relationships/image" Target="../media/image32.png"/><Relationship Id="rId4" Type="http://schemas.openxmlformats.org/officeDocument/2006/relationships/image" Target="../media/image31.png"/></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13.xml"/><Relationship Id="rId1" Type="http://schemas.openxmlformats.org/officeDocument/2006/relationships/tags" Target="../tags/tag62.xml"/><Relationship Id="rId5" Type="http://schemas.openxmlformats.org/officeDocument/2006/relationships/image" Target="../media/image35.png"/><Relationship Id="rId4" Type="http://schemas.openxmlformats.org/officeDocument/2006/relationships/image" Target="../media/image34.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3.xml"/></Relationships>
</file>

<file path=ppt/slides/_rels/slide6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13.xml"/><Relationship Id="rId1" Type="http://schemas.openxmlformats.org/officeDocument/2006/relationships/tags" Target="../tags/tag64.xml"/></Relationships>
</file>

<file path=ppt/slides/_rels/slide6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tags" Target="../tags/tag65.xml"/><Relationship Id="rId4" Type="http://schemas.openxmlformats.org/officeDocument/2006/relationships/image" Target="../media/image38.png"/></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13.xml"/><Relationship Id="rId1" Type="http://schemas.openxmlformats.org/officeDocument/2006/relationships/tags" Target="../tags/tag66.xml"/><Relationship Id="rId5" Type="http://schemas.openxmlformats.org/officeDocument/2006/relationships/image" Target="../media/image41.png"/><Relationship Id="rId4" Type="http://schemas.openxmlformats.org/officeDocument/2006/relationships/image" Target="../media/image40.png"/></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13.xml"/><Relationship Id="rId1" Type="http://schemas.openxmlformats.org/officeDocument/2006/relationships/tags" Target="../tags/tag67.xml"/><Relationship Id="rId5" Type="http://schemas.openxmlformats.org/officeDocument/2006/relationships/image" Target="../media/image44.png"/><Relationship Id="rId4" Type="http://schemas.openxmlformats.org/officeDocument/2006/relationships/image" Target="../media/image43.png"/></Relationships>
</file>

<file path=ppt/slides/_rels/slide6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slideLayout" Target="../slideLayouts/slideLayout13.xml"/><Relationship Id="rId1" Type="http://schemas.openxmlformats.org/officeDocument/2006/relationships/tags" Target="../tags/tag68.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334 – Parallel and Distributed Computing</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a:t>
            </a:r>
            <a:r>
              <a:rPr lang="en-US" sz="2800" b="1" spc="-100" dirty="0" smtClean="0">
                <a:solidFill>
                  <a:srgbClr val="675E47"/>
                </a:solidFill>
                <a:latin typeface="Cambria"/>
              </a:rPr>
              <a:t>Ms. Muntha Amjad</a:t>
            </a:r>
            <a:endParaRPr lang="en-US" sz="2800" b="1" spc="-100" dirty="0">
              <a:solidFill>
                <a:srgbClr val="675E47"/>
              </a:solidFill>
              <a:latin typeface="Cambria"/>
            </a:endParaRPr>
          </a:p>
          <a:p>
            <a:pPr algn="ctr">
              <a:buClr>
                <a:srgbClr val="A9A57C"/>
              </a:buClr>
            </a:pPr>
            <a:r>
              <a:rPr lang="en-US" sz="2800" b="1" spc="-100" dirty="0">
                <a:solidFill>
                  <a:srgbClr val="675E47"/>
                </a:solidFill>
                <a:latin typeface="Cambria"/>
              </a:rPr>
              <a:t>Lecture# 04: Designing Parallel Programs</a:t>
            </a:r>
          </a:p>
        </p:txBody>
      </p:sp>
    </p:spTree>
    <p:extLst>
      <p:ext uri="{BB962C8B-B14F-4D97-AF65-F5344CB8AC3E}">
        <p14:creationId xmlns:p14="http://schemas.microsoft.com/office/powerpoint/2010/main" val="14239908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30B1D-698E-161B-E900-CE34423385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CB8DAEF-0868-F4CA-FDF8-D0C90FF83EB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Agenda</a:t>
            </a:r>
          </a:p>
        </p:txBody>
      </p:sp>
      <p:sp>
        <p:nvSpPr>
          <p:cNvPr id="3" name="Slide Number Placeholder 2">
            <a:extLst>
              <a:ext uri="{FF2B5EF4-FFF2-40B4-BE49-F238E27FC236}">
                <a16:creationId xmlns:a16="http://schemas.microsoft.com/office/drawing/2014/main" id="{A3F0CE91-4A57-5523-3169-DE82BFE28E0F}"/>
              </a:ext>
            </a:extLst>
          </p:cNvPr>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434F488D-9D11-E6B3-F986-BF1182416B0B}"/>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Automatic vs. Manual Parallelization</a:t>
            </a:r>
          </a:p>
          <a:p>
            <a:pPr algn="just"/>
            <a:r>
              <a:rPr lang="en-US" dirty="0">
                <a:latin typeface="Arial" panose="020B0604020202020204" pitchFamily="34" charset="0"/>
                <a:cs typeface="Arial" panose="020B0604020202020204" pitchFamily="34" charset="0"/>
              </a:rPr>
              <a:t>Understand the Problem and the Program</a:t>
            </a:r>
          </a:p>
          <a:p>
            <a:pPr algn="just"/>
            <a:r>
              <a:rPr lang="en-US" dirty="0">
                <a:latin typeface="Arial" panose="020B0604020202020204" pitchFamily="34" charset="0"/>
                <a:cs typeface="Arial" panose="020B0604020202020204" pitchFamily="34" charset="0"/>
              </a:rPr>
              <a:t>Partitioning</a:t>
            </a:r>
          </a:p>
          <a:p>
            <a:pPr algn="just"/>
            <a:r>
              <a:rPr lang="en-US" dirty="0">
                <a:latin typeface="Arial" panose="020B0604020202020204" pitchFamily="34" charset="0"/>
                <a:cs typeface="Arial" panose="020B0604020202020204" pitchFamily="34" charset="0"/>
              </a:rPr>
              <a:t>Communications</a:t>
            </a:r>
          </a:p>
          <a:p>
            <a:pPr algn="just"/>
            <a:r>
              <a:rPr lang="en-US" dirty="0">
                <a:latin typeface="Arial" panose="020B0604020202020204" pitchFamily="34" charset="0"/>
                <a:cs typeface="Arial" panose="020B0604020202020204" pitchFamily="34" charset="0"/>
              </a:rPr>
              <a:t>Synchronization</a:t>
            </a:r>
          </a:p>
          <a:p>
            <a:pPr algn="just"/>
            <a:r>
              <a:rPr lang="en-US" dirty="0">
                <a:latin typeface="Arial" panose="020B0604020202020204" pitchFamily="34" charset="0"/>
                <a:cs typeface="Arial" panose="020B0604020202020204" pitchFamily="34" charset="0"/>
              </a:rPr>
              <a:t>Data Dependencies</a:t>
            </a:r>
          </a:p>
          <a:p>
            <a:pPr algn="just"/>
            <a:r>
              <a:rPr lang="en-US" dirty="0">
                <a:latin typeface="Arial" panose="020B0604020202020204" pitchFamily="34" charset="0"/>
                <a:cs typeface="Arial" panose="020B0604020202020204" pitchFamily="34" charset="0"/>
              </a:rPr>
              <a:t>Load Balancing</a:t>
            </a:r>
          </a:p>
          <a:p>
            <a:pPr algn="just"/>
            <a:r>
              <a:rPr lang="en-US" dirty="0">
                <a:latin typeface="Arial" panose="020B0604020202020204" pitchFamily="34" charset="0"/>
                <a:cs typeface="Arial" panose="020B0604020202020204" pitchFamily="34" charset="0"/>
              </a:rPr>
              <a:t>Granularity</a:t>
            </a:r>
          </a:p>
          <a:p>
            <a:pPr algn="just"/>
            <a:r>
              <a:rPr lang="en-US" dirty="0">
                <a:latin typeface="Arial" panose="020B0604020202020204" pitchFamily="34" charset="0"/>
                <a:cs typeface="Arial" panose="020B0604020202020204" pitchFamily="34" charset="0"/>
              </a:rPr>
              <a:t>I/O</a:t>
            </a:r>
          </a:p>
          <a:p>
            <a:pPr algn="just"/>
            <a:r>
              <a:rPr lang="en-US" dirty="0">
                <a:latin typeface="Arial" panose="020B0604020202020204" pitchFamily="34" charset="0"/>
                <a:cs typeface="Arial" panose="020B0604020202020204" pitchFamily="34" charset="0"/>
              </a:rPr>
              <a:t>Performance Analysis and Tuning</a:t>
            </a:r>
          </a:p>
          <a:p>
            <a:pPr algn="just"/>
            <a:r>
              <a:rPr lang="en-US" dirty="0">
                <a:latin typeface="Arial" panose="020B0604020202020204" pitchFamily="34" charset="0"/>
                <a:cs typeface="Arial" panose="020B0604020202020204" pitchFamily="34" charset="0"/>
              </a:rPr>
              <a:t>Limits and Costs of Parallel Programming</a:t>
            </a:r>
          </a:p>
        </p:txBody>
      </p:sp>
    </p:spTree>
    <p:custDataLst>
      <p:tags r:id="rId1"/>
    </p:custDataLst>
    <p:extLst>
      <p:ext uri="{BB962C8B-B14F-4D97-AF65-F5344CB8AC3E}">
        <p14:creationId xmlns:p14="http://schemas.microsoft.com/office/powerpoint/2010/main" val="19148513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629F-EC63-FFCA-D0A0-B5535FEC08C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D581208-3A2C-B02C-CA14-F70E1C9DB10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Automatic vs. Manual Parallelization</a:t>
            </a:r>
          </a:p>
        </p:txBody>
      </p:sp>
      <p:sp>
        <p:nvSpPr>
          <p:cNvPr id="3" name="Slide Number Placeholder 2">
            <a:extLst>
              <a:ext uri="{FF2B5EF4-FFF2-40B4-BE49-F238E27FC236}">
                <a16:creationId xmlns:a16="http://schemas.microsoft.com/office/drawing/2014/main" id="{1FD9D906-6069-6092-878C-CA83DAA20254}"/>
              </a:ext>
            </a:extLst>
          </p:cNvPr>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69B97F1E-8174-B180-DBAB-2396B373BE71}"/>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Designing and developing parallel programs has characteristically been a very </a:t>
            </a:r>
            <a:r>
              <a:rPr lang="en-US" b="1" dirty="0">
                <a:solidFill>
                  <a:srgbClr val="FF0000"/>
                </a:solidFill>
                <a:latin typeface="Arial" panose="020B0604020202020204" pitchFamily="34" charset="0"/>
                <a:cs typeface="Arial" panose="020B0604020202020204" pitchFamily="34" charset="0"/>
              </a:rPr>
              <a:t>manual process</a:t>
            </a:r>
            <a:r>
              <a:rPr lang="en-US" dirty="0">
                <a:latin typeface="Arial" panose="020B0604020202020204" pitchFamily="34" charset="0"/>
                <a:cs typeface="Arial" panose="020B0604020202020204" pitchFamily="34" charset="0"/>
              </a:rPr>
              <a:t>. The programmer is typically responsible for both identifying and actually implementing parallelism.</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Very often, manually developing parallel codes is a time consuming, complex, error-prone and </a:t>
            </a:r>
            <a:r>
              <a:rPr lang="en-US" b="1" dirty="0">
                <a:solidFill>
                  <a:srgbClr val="FF0000"/>
                </a:solidFill>
                <a:latin typeface="Arial" panose="020B0604020202020204" pitchFamily="34" charset="0"/>
                <a:cs typeface="Arial" panose="020B0604020202020204" pitchFamily="34" charset="0"/>
              </a:rPr>
              <a:t>iterative</a:t>
            </a:r>
            <a:r>
              <a:rPr lang="en-US" dirty="0">
                <a:latin typeface="Arial" panose="020B0604020202020204" pitchFamily="34" charset="0"/>
                <a:cs typeface="Arial" panose="020B0604020202020204" pitchFamily="34" charset="0"/>
              </a:rPr>
              <a:t> process.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Various tools have been available over the years to assist the programmer with converting serial programs into parallel programs. The most common type of tool used to automatically parallelize a serial program is a </a:t>
            </a:r>
            <a:r>
              <a:rPr lang="en-US" b="1" dirty="0">
                <a:latin typeface="Arial" panose="020B0604020202020204" pitchFamily="34" charset="0"/>
                <a:cs typeface="Arial" panose="020B0604020202020204" pitchFamily="34" charset="0"/>
              </a:rPr>
              <a:t>parallelizing compiler </a:t>
            </a:r>
            <a:r>
              <a:rPr lang="en-US" dirty="0">
                <a:latin typeface="Arial" panose="020B0604020202020204" pitchFamily="34" charset="0"/>
                <a:cs typeface="Arial" panose="020B0604020202020204" pitchFamily="34" charset="0"/>
              </a:rPr>
              <a:t>or </a:t>
            </a:r>
            <a:r>
              <a:rPr lang="en-US" b="1" dirty="0">
                <a:latin typeface="Arial" panose="020B0604020202020204" pitchFamily="34" charset="0"/>
                <a:cs typeface="Arial" panose="020B0604020202020204" pitchFamily="34" charset="0"/>
              </a:rPr>
              <a:t>pre-processor</a:t>
            </a:r>
            <a:r>
              <a:rPr lang="en-US" dirty="0">
                <a:latin typeface="Arial" panose="020B0604020202020204" pitchFamily="34" charset="0"/>
                <a:cs typeface="Arial" panose="020B0604020202020204" pitchFamily="34" charset="0"/>
              </a:rPr>
              <a:t>.</a:t>
            </a:r>
          </a:p>
        </p:txBody>
      </p:sp>
    </p:spTree>
    <p:custDataLst>
      <p:tags r:id="rId1"/>
    </p:custDataLst>
    <p:extLst>
      <p:ext uri="{BB962C8B-B14F-4D97-AF65-F5344CB8AC3E}">
        <p14:creationId xmlns:p14="http://schemas.microsoft.com/office/powerpoint/2010/main" val="34770104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A000A-AEEF-B71E-B9A9-F457F1CB55D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A689C89-101C-69EF-97A7-0EC259A3479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Automatic vs. Manual Parallelization</a:t>
            </a:r>
          </a:p>
        </p:txBody>
      </p:sp>
      <p:sp>
        <p:nvSpPr>
          <p:cNvPr id="3" name="Slide Number Placeholder 2">
            <a:extLst>
              <a:ext uri="{FF2B5EF4-FFF2-40B4-BE49-F238E27FC236}">
                <a16:creationId xmlns:a16="http://schemas.microsoft.com/office/drawing/2014/main" id="{7905A386-92E6-D4F4-B784-342994D10C34}"/>
              </a:ext>
            </a:extLst>
          </p:cNvPr>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7B85758A-8318-007F-C213-F309EF573A8B}"/>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parallelizing compiler generally works in two different ways:</a:t>
            </a:r>
          </a:p>
          <a:p>
            <a:pPr lvl="1" algn="just"/>
            <a:r>
              <a:rPr lang="en-US" dirty="0">
                <a:latin typeface="Arial" panose="020B0604020202020204" pitchFamily="34" charset="0"/>
                <a:cs typeface="Arial" panose="020B0604020202020204" pitchFamily="34" charset="0"/>
              </a:rPr>
              <a:t>Fully Automatic</a:t>
            </a:r>
          </a:p>
          <a:p>
            <a:pPr lvl="2" algn="just"/>
            <a:r>
              <a:rPr lang="en-US" dirty="0">
                <a:latin typeface="Arial" panose="020B0604020202020204" pitchFamily="34" charset="0"/>
                <a:cs typeface="Arial" panose="020B0604020202020204" pitchFamily="34" charset="0"/>
              </a:rPr>
              <a:t>The compiler analyzes the source code and identifies opportunities for parallelism. </a:t>
            </a:r>
          </a:p>
          <a:p>
            <a:pPr lvl="2" algn="just"/>
            <a:r>
              <a:rPr lang="en-US" dirty="0">
                <a:latin typeface="Arial" panose="020B0604020202020204" pitchFamily="34" charset="0"/>
                <a:cs typeface="Arial" panose="020B0604020202020204" pitchFamily="34" charset="0"/>
              </a:rPr>
              <a:t>The analysis includes identifying inhibitors to parallelism and possibly a cost weighting on whether or not the parallelism would actually improve performance. </a:t>
            </a:r>
          </a:p>
          <a:p>
            <a:pPr lvl="2" algn="just"/>
            <a:r>
              <a:rPr lang="en-US" dirty="0">
                <a:latin typeface="Arial" panose="020B0604020202020204" pitchFamily="34" charset="0"/>
                <a:cs typeface="Arial" panose="020B0604020202020204" pitchFamily="34" charset="0"/>
              </a:rPr>
              <a:t>Loops (do, for) loops are the most frequent target for automatic parallelization.</a:t>
            </a:r>
          </a:p>
          <a:p>
            <a:pPr lvl="1" algn="just"/>
            <a:r>
              <a:rPr lang="en-US" dirty="0">
                <a:latin typeface="Arial" panose="020B0604020202020204" pitchFamily="34" charset="0"/>
                <a:cs typeface="Arial" panose="020B0604020202020204" pitchFamily="34" charset="0"/>
              </a:rPr>
              <a:t>Programmer Directed</a:t>
            </a:r>
          </a:p>
          <a:p>
            <a:pPr lvl="2" algn="just"/>
            <a:r>
              <a:rPr lang="en-US" dirty="0">
                <a:latin typeface="Arial" panose="020B0604020202020204" pitchFamily="34" charset="0"/>
                <a:cs typeface="Arial" panose="020B0604020202020204" pitchFamily="34" charset="0"/>
              </a:rPr>
              <a:t>Using "compiler directives" or possibly compiler flags, the programmer explicitly tells the compiler how to parallelize the code. </a:t>
            </a:r>
          </a:p>
          <a:p>
            <a:pPr lvl="2" algn="just"/>
            <a:r>
              <a:rPr lang="en-US" dirty="0">
                <a:latin typeface="Arial" panose="020B0604020202020204" pitchFamily="34" charset="0"/>
                <a:cs typeface="Arial" panose="020B0604020202020204" pitchFamily="34" charset="0"/>
              </a:rPr>
              <a:t>May be able to be used in conjunction with some degree of automatic parallelization also.</a:t>
            </a:r>
          </a:p>
          <a:p>
            <a:pPr lvl="2" algn="just"/>
            <a:r>
              <a:rPr lang="en-US" dirty="0">
                <a:latin typeface="Arial" panose="020B0604020202020204" pitchFamily="34" charset="0"/>
                <a:cs typeface="Arial" panose="020B0604020202020204" pitchFamily="34" charset="0"/>
              </a:rPr>
              <a:t>The most common compiler generated parallelization is done using on-node shared memory and threads (such as </a:t>
            </a:r>
            <a:r>
              <a:rPr lang="en-US" b="1" dirty="0">
                <a:latin typeface="Arial" panose="020B0604020202020204" pitchFamily="34" charset="0"/>
                <a:cs typeface="Arial" panose="020B0604020202020204" pitchFamily="34" charset="0"/>
              </a:rPr>
              <a:t>OpenMP</a:t>
            </a:r>
            <a:r>
              <a:rPr lang="en-US" dirty="0">
                <a:latin typeface="Arial" panose="020B0604020202020204" pitchFamily="34" charset="0"/>
                <a:cs typeface="Arial" panose="020B0604020202020204" pitchFamily="34" charset="0"/>
              </a:rPr>
              <a:t>).</a:t>
            </a:r>
          </a:p>
        </p:txBody>
      </p:sp>
    </p:spTree>
    <p:custDataLst>
      <p:tags r:id="rId1"/>
    </p:custDataLst>
    <p:extLst>
      <p:ext uri="{BB962C8B-B14F-4D97-AF65-F5344CB8AC3E}">
        <p14:creationId xmlns:p14="http://schemas.microsoft.com/office/powerpoint/2010/main" val="919574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21D17-819C-11E2-923B-A4B625EFE2B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B79BB86-581D-E760-EBFE-74E94C2FC3E9}"/>
              </a:ext>
            </a:extLst>
          </p:cNvPr>
          <p:cNvSpPr>
            <a:spLocks noGrp="1" noChangeArrowheads="1"/>
          </p:cNvSpPr>
          <p:nvPr>
            <p:ph type="title"/>
          </p:nvPr>
        </p:nvSpPr>
        <p:spPr>
          <a:xfrm>
            <a:off x="764620" y="642938"/>
            <a:ext cx="9971690" cy="407507"/>
          </a:xfrm>
        </p:spPr>
        <p:txBody>
          <a:bodyPr/>
          <a:lstStyle/>
          <a:p>
            <a:r>
              <a:rPr lang="en-US" sz="4000" dirty="0">
                <a:latin typeface="Arial" panose="020B0604020202020204" pitchFamily="34" charset="0"/>
                <a:cs typeface="Arial" panose="020B0604020202020204" pitchFamily="34" charset="0"/>
              </a:rPr>
              <a:t>Automatic vs. Manual Parallelization</a:t>
            </a:r>
          </a:p>
        </p:txBody>
      </p:sp>
      <p:sp>
        <p:nvSpPr>
          <p:cNvPr id="3" name="Slide Number Placeholder 2">
            <a:extLst>
              <a:ext uri="{FF2B5EF4-FFF2-40B4-BE49-F238E27FC236}">
                <a16:creationId xmlns:a16="http://schemas.microsoft.com/office/drawing/2014/main" id="{DF26A686-4B3B-423C-0B9D-953354375EC0}"/>
              </a:ext>
            </a:extLst>
          </p:cNvPr>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F8EE9087-DAB6-ABE0-B694-5FED02AF868E}"/>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If you are beginning with an existing serial code and have time or budget constraints, then automatic parallelization may be the answer.</a:t>
            </a:r>
            <a:r>
              <a:rPr lang="en-US" dirty="0">
                <a:latin typeface="Arial" panose="020B0604020202020204" pitchFamily="34" charset="0"/>
                <a:cs typeface="Arial" panose="020B0604020202020204" pitchFamily="34" charset="0"/>
              </a:rPr>
              <a:t> However, there are several important </a:t>
            </a:r>
            <a:r>
              <a:rPr lang="en-US" dirty="0" smtClean="0">
                <a:latin typeface="Arial" panose="020B0604020202020204" pitchFamily="34" charset="0"/>
                <a:cs typeface="Arial" panose="020B0604020202020204" pitchFamily="34" charset="0"/>
              </a:rPr>
              <a:t>caveats/limitations </a:t>
            </a:r>
            <a:r>
              <a:rPr lang="en-US" dirty="0">
                <a:latin typeface="Arial" panose="020B0604020202020204" pitchFamily="34" charset="0"/>
                <a:cs typeface="Arial" panose="020B0604020202020204" pitchFamily="34" charset="0"/>
              </a:rPr>
              <a:t>that apply to automatic parallelization:</a:t>
            </a:r>
          </a:p>
          <a:p>
            <a:pPr lvl="1" algn="just"/>
            <a:r>
              <a:rPr lang="en-US" dirty="0">
                <a:latin typeface="Arial" panose="020B0604020202020204" pitchFamily="34" charset="0"/>
                <a:cs typeface="Arial" panose="020B0604020202020204" pitchFamily="34" charset="0"/>
              </a:rPr>
              <a:t>Wrong results may be produced </a:t>
            </a:r>
          </a:p>
          <a:p>
            <a:pPr lvl="1" algn="just"/>
            <a:r>
              <a:rPr lang="en-US" dirty="0">
                <a:latin typeface="Arial" panose="020B0604020202020204" pitchFamily="34" charset="0"/>
                <a:cs typeface="Arial" panose="020B0604020202020204" pitchFamily="34" charset="0"/>
              </a:rPr>
              <a:t>Performance may actually degrade </a:t>
            </a:r>
          </a:p>
          <a:p>
            <a:pPr lvl="1" algn="just"/>
            <a:r>
              <a:rPr lang="en-US" dirty="0">
                <a:latin typeface="Arial" panose="020B0604020202020204" pitchFamily="34" charset="0"/>
                <a:cs typeface="Arial" panose="020B0604020202020204" pitchFamily="34" charset="0"/>
              </a:rPr>
              <a:t>Much less flexible than manual parallelization </a:t>
            </a:r>
          </a:p>
          <a:p>
            <a:pPr lvl="1" algn="just"/>
            <a:r>
              <a:rPr lang="en-US" dirty="0">
                <a:latin typeface="Arial" panose="020B0604020202020204" pitchFamily="34" charset="0"/>
                <a:cs typeface="Arial" panose="020B0604020202020204" pitchFamily="34" charset="0"/>
              </a:rPr>
              <a:t>Limited to a subset (mostly loops) of code </a:t>
            </a:r>
          </a:p>
          <a:p>
            <a:pPr lvl="1" algn="just"/>
            <a:r>
              <a:rPr lang="en-US" dirty="0">
                <a:latin typeface="Arial" panose="020B0604020202020204" pitchFamily="34" charset="0"/>
                <a:cs typeface="Arial" panose="020B0604020202020204" pitchFamily="34" charset="0"/>
              </a:rPr>
              <a:t>May actually not parallelize code if the analysis suggests there are inhibitors, or the code is too complex </a:t>
            </a:r>
          </a:p>
          <a:p>
            <a:pPr lvl="1" algn="just"/>
            <a:r>
              <a:rPr lang="en-US" dirty="0">
                <a:latin typeface="Arial" panose="020B0604020202020204" pitchFamily="34" charset="0"/>
                <a:cs typeface="Arial" panose="020B0604020202020204" pitchFamily="34" charset="0"/>
              </a:rPr>
              <a:t>Most automatic parallelization tools are for Fortran</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remainder of the lecture applies to the manual method of developing parallel codes.</a:t>
            </a:r>
          </a:p>
        </p:txBody>
      </p:sp>
    </p:spTree>
    <p:custDataLst>
      <p:tags r:id="rId1"/>
    </p:custDataLst>
    <p:extLst>
      <p:ext uri="{BB962C8B-B14F-4D97-AF65-F5344CB8AC3E}">
        <p14:creationId xmlns:p14="http://schemas.microsoft.com/office/powerpoint/2010/main" val="35533024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4DF19-185A-CEE5-6635-57229EC5233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1526CA0-08AC-0A5C-CB7D-77985FD076A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Understand the Problem and the Program</a:t>
            </a:r>
          </a:p>
        </p:txBody>
      </p:sp>
      <p:sp>
        <p:nvSpPr>
          <p:cNvPr id="3" name="Slide Number Placeholder 2">
            <a:extLst>
              <a:ext uri="{FF2B5EF4-FFF2-40B4-BE49-F238E27FC236}">
                <a16:creationId xmlns:a16="http://schemas.microsoft.com/office/drawing/2014/main" id="{74DB334D-C63C-73DF-A56B-2461534F0CD4}"/>
              </a:ext>
            </a:extLst>
          </p:cNvPr>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C238A056-2B85-5DD3-52B2-D45208FA8C96}"/>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Undoubtedly, the first step in developing parallel software is to first understand the problem that you wish to solve in parallel. If you are starting with a serial program, this necessitates understanding the existing code also.</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Before spending time in an attempt to develop a parallel solution for a problem, determine whether or not the problem is one that can actually be parallelized.</a:t>
            </a:r>
          </a:p>
          <a:p>
            <a:pPr marL="114300" indent="0" algn="just">
              <a:buNone/>
            </a:pPr>
            <a:endParaRPr lang="en-US" dirty="0">
              <a:latin typeface="Arial" panose="020B0604020202020204" pitchFamily="34" charset="0"/>
              <a:cs typeface="Arial" panose="020B0604020202020204" pitchFamily="34" charset="0"/>
            </a:endParaRPr>
          </a:p>
        </p:txBody>
      </p:sp>
      <p:pic>
        <p:nvPicPr>
          <p:cNvPr id="1026" name="Picture 2" descr="Visual representations of hotspots and bottlenecking to be identified in programs.">
            <a:extLst>
              <a:ext uri="{FF2B5EF4-FFF2-40B4-BE49-F238E27FC236}">
                <a16:creationId xmlns:a16="http://schemas.microsoft.com/office/drawing/2014/main" id="{C775EC43-EAD3-054F-1177-38AE0928D9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3476"/>
          <a:stretch/>
        </p:blipFill>
        <p:spPr bwMode="auto">
          <a:xfrm>
            <a:off x="3418486" y="3883292"/>
            <a:ext cx="4574630" cy="266038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9349803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36247-DBB7-B80B-7CC4-9E1620A7B8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0B788B9-5613-04BF-B43E-2CFCFAECCDB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Understand the Problem and the Program</a:t>
            </a:r>
          </a:p>
        </p:txBody>
      </p:sp>
      <p:sp>
        <p:nvSpPr>
          <p:cNvPr id="3" name="Slide Number Placeholder 2">
            <a:extLst>
              <a:ext uri="{FF2B5EF4-FFF2-40B4-BE49-F238E27FC236}">
                <a16:creationId xmlns:a16="http://schemas.microsoft.com/office/drawing/2014/main" id="{ADA40CD4-05C5-D0FF-4DAF-47FFBB7A8B0C}"/>
              </a:ext>
            </a:extLst>
          </p:cNvPr>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A6829CA8-043B-70B9-B5EA-7F045A1FF801}"/>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Example of Parallelizable Problem</a:t>
                </a:r>
                <a:r>
                  <a:rPr lang="en-US" dirty="0">
                    <a:latin typeface="Arial" panose="020B0604020202020204" pitchFamily="34" charset="0"/>
                    <a:cs typeface="Arial" panose="020B0604020202020204" pitchFamily="34" charset="0"/>
                  </a:rPr>
                  <a:t>: Calculate the potential energy for each of several thousand independent conformations of a molecule. When done, find the minimum energy conformation.</a:t>
                </a:r>
              </a:p>
              <a:p>
                <a:pPr algn="just"/>
                <a:endParaRPr lang="en-US" sz="1000"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Solution</a:t>
                </a:r>
                <a:r>
                  <a:rPr lang="en-US" dirty="0">
                    <a:latin typeface="Arial" panose="020B0604020202020204" pitchFamily="34" charset="0"/>
                    <a:cs typeface="Arial" panose="020B0604020202020204" pitchFamily="34" charset="0"/>
                  </a:rPr>
                  <a:t>: This problem is able to be solved in parallel. Each of the molecular conformations is independently determinable. The calculation of the minimum energy conformation is also a parallelizable problem.</a:t>
                </a:r>
              </a:p>
              <a:p>
                <a:pPr algn="just"/>
                <a:endParaRPr lang="en-US" sz="10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Example of Non-Parallelizable Problem</a:t>
                </a:r>
                <a:r>
                  <a:rPr lang="en-US" dirty="0">
                    <a:latin typeface="Arial" panose="020B0604020202020204" pitchFamily="34" charset="0"/>
                    <a:cs typeface="Arial" panose="020B0604020202020204" pitchFamily="34" charset="0"/>
                  </a:rPr>
                  <a:t>: Calculation of the Fibonacci series (1,1,2,3,5,8,13,21,...) by use of the formula: </a:t>
                </a:r>
                <a14:m>
                  <m:oMath xmlns:m="http://schemas.openxmlformats.org/officeDocument/2006/math">
                    <m:r>
                      <a:rPr lang="en-US" b="0" i="1" smtClean="0">
                        <a:latin typeface="Cambria Math" panose="02040503050406030204" pitchFamily="18" charset="0"/>
                        <a:cs typeface="Arial" panose="020B0604020202020204" pitchFamily="34" charset="0"/>
                      </a:rPr>
                      <m:t>𝐹</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𝑘</m:t>
                        </m:r>
                        <m:r>
                          <a:rPr lang="en-US" b="0" i="1" smtClean="0">
                            <a:latin typeface="Cambria Math" panose="02040503050406030204" pitchFamily="18" charset="0"/>
                            <a:cs typeface="Arial" panose="020B0604020202020204" pitchFamily="34" charset="0"/>
                          </a:rPr>
                          <m:t>+2</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𝐹</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𝑘</m:t>
                        </m:r>
                        <m:r>
                          <a:rPr lang="en-US" b="0" i="1" smtClean="0">
                            <a:latin typeface="Cambria Math" panose="02040503050406030204" pitchFamily="18" charset="0"/>
                            <a:cs typeface="Arial" panose="020B0604020202020204" pitchFamily="34" charset="0"/>
                          </a:rPr>
                          <m:t>+1</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𝐹</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𝑘</m:t>
                    </m:r>
                    <m:r>
                      <a:rPr lang="en-US" b="0" i="1" smtClean="0">
                        <a:latin typeface="Cambria Math" panose="02040503050406030204" pitchFamily="18" charset="0"/>
                        <a:cs typeface="Arial" panose="020B0604020202020204" pitchFamily="34" charset="0"/>
                      </a:rPr>
                      <m:t>)</m:t>
                    </m:r>
                  </m:oMath>
                </a14:m>
                <a:endParaRPr lang="en-US"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Solution</a:t>
                </a:r>
                <a:r>
                  <a:rPr lang="en-US" dirty="0">
                    <a:latin typeface="Arial" panose="020B0604020202020204" pitchFamily="34" charset="0"/>
                    <a:cs typeface="Arial" panose="020B0604020202020204" pitchFamily="34" charset="0"/>
                  </a:rPr>
                  <a:t>: This is a non-parallelizable problem because the calculation of the Fibonacci sequence as shown would entail dependent calculations rather than independent ones. The calculation of the </a:t>
                </a:r>
                <a14:m>
                  <m:oMath xmlns:m="http://schemas.openxmlformats.org/officeDocument/2006/math">
                    <m:r>
                      <a:rPr lang="en-US" b="0" i="1" smtClean="0">
                        <a:latin typeface="Cambria Math" panose="02040503050406030204" pitchFamily="18" charset="0"/>
                        <a:cs typeface="Arial" panose="020B0604020202020204" pitchFamily="34" charset="0"/>
                      </a:rPr>
                      <m:t>𝑘</m:t>
                    </m:r>
                    <m:r>
                      <a:rPr lang="en-US" b="0" i="1" smtClean="0">
                        <a:latin typeface="Cambria Math" panose="02040503050406030204" pitchFamily="18" charset="0"/>
                        <a:cs typeface="Arial" panose="020B0604020202020204" pitchFamily="34" charset="0"/>
                      </a:rPr>
                      <m:t>+2</m:t>
                    </m:r>
                  </m:oMath>
                </a14:m>
                <a:r>
                  <a:rPr lang="en-US" dirty="0">
                    <a:latin typeface="Arial" panose="020B0604020202020204" pitchFamily="34" charset="0"/>
                    <a:cs typeface="Arial" panose="020B0604020202020204" pitchFamily="34" charset="0"/>
                  </a:rPr>
                  <a:t> value uses those of both </a:t>
                </a:r>
                <a14:m>
                  <m:oMath xmlns:m="http://schemas.openxmlformats.org/officeDocument/2006/math">
                    <m:r>
                      <a:rPr lang="en-US" i="1">
                        <a:latin typeface="Cambria Math" panose="02040503050406030204" pitchFamily="18" charset="0"/>
                        <a:cs typeface="Arial" panose="020B0604020202020204" pitchFamily="34" charset="0"/>
                      </a:rPr>
                      <m:t>𝑘</m:t>
                    </m:r>
                    <m:r>
                      <a:rPr lang="en-US" i="1">
                        <a:latin typeface="Cambria Math" panose="02040503050406030204" pitchFamily="18" charset="0"/>
                        <a:cs typeface="Arial" panose="020B0604020202020204" pitchFamily="34" charset="0"/>
                      </a:rPr>
                      <m:t>+1</m:t>
                    </m:r>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i="1">
                        <a:latin typeface="Cambria Math" panose="02040503050406030204" pitchFamily="18" charset="0"/>
                        <a:cs typeface="Arial" panose="020B0604020202020204" pitchFamily="34" charset="0"/>
                      </a:rPr>
                      <m:t>𝑘</m:t>
                    </m:r>
                  </m:oMath>
                </a14:m>
                <a:r>
                  <a:rPr lang="en-US" dirty="0">
                    <a:latin typeface="Arial" panose="020B0604020202020204" pitchFamily="34" charset="0"/>
                    <a:cs typeface="Arial" panose="020B0604020202020204" pitchFamily="34" charset="0"/>
                  </a:rPr>
                  <a:t>. These three terms cannot be calculated independently and therefore, not in parallel.</a:t>
                </a:r>
              </a:p>
            </p:txBody>
          </p:sp>
        </mc:Choice>
        <mc:Fallback xmlns="">
          <p:sp>
            <p:nvSpPr>
              <p:cNvPr id="12" name="Rectangle 3">
                <a:extLst>
                  <a:ext uri="{FF2B5EF4-FFF2-40B4-BE49-F238E27FC236}">
                    <a16:creationId xmlns:a16="http://schemas.microsoft.com/office/drawing/2014/main" id="{A6829CA8-043B-70B9-B5EA-7F045A1FF801}"/>
                  </a:ext>
                </a:extLst>
              </p:cNvPr>
              <p:cNvSpPr txBox="1">
                <a:spLocks noRot="1" noChangeAspect="1" noMove="1" noResize="1" noEditPoints="1" noAdjustHandles="1" noChangeArrowheads="1" noChangeShapeType="1" noTextEdit="1"/>
              </p:cNvSpPr>
              <p:nvPr/>
            </p:nvSpPr>
            <p:spPr>
              <a:xfrm>
                <a:off x="632150" y="1453241"/>
                <a:ext cx="10485029" cy="5404759"/>
              </a:xfrm>
              <a:prstGeom prst="rect">
                <a:avLst/>
              </a:prstGeom>
              <a:blipFill>
                <a:blip r:embed="rId3"/>
                <a:stretch>
                  <a:fillRect t="-564" r="-756"/>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07786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D4B99-1590-E1EE-1B09-C5BF42166A5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BBF7C2C-6252-C5CD-7476-7A65977DF4E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Understand the Problem and the Program</a:t>
            </a:r>
            <a:endParaRPr lang="en-US" sz="4000" b="1" i="1"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1035D286-0F51-9CE6-0DBC-BEC0A4739CF2}"/>
              </a:ext>
            </a:extLst>
          </p:cNvPr>
          <p:cNvSpPr>
            <a:spLocks noGrp="1"/>
          </p:cNvSpPr>
          <p:nvPr>
            <p:ph type="sldNum" sz="quarter" idx="12"/>
          </p:nvPr>
        </p:nvSpPr>
        <p:spPr/>
        <p:txBody>
          <a:bodyPr/>
          <a:lstStyle/>
          <a:p>
            <a:fld id="{3485D9CA-6DAA-4C3C-A3E2-EDEA918D5F89}" type="slidenum">
              <a:rPr lang="en-US">
                <a:latin typeface="Calibri"/>
              </a:rPr>
              <a:pPr/>
              <a:t>8</a:t>
            </a:fld>
            <a:endParaRPr lang="en-US">
              <a:latin typeface="Calibri"/>
            </a:endParaRPr>
          </a:p>
        </p:txBody>
      </p:sp>
      <p:sp>
        <p:nvSpPr>
          <p:cNvPr id="12" name="Rectangle 3">
            <a:extLst>
              <a:ext uri="{FF2B5EF4-FFF2-40B4-BE49-F238E27FC236}">
                <a16:creationId xmlns:a16="http://schemas.microsoft.com/office/drawing/2014/main" id="{9A7BB697-F8BF-37BF-E418-F8802510C862}"/>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100" dirty="0">
                <a:latin typeface="Arial" panose="020B0604020202020204" pitchFamily="34" charset="0"/>
                <a:cs typeface="Arial" panose="020B0604020202020204" pitchFamily="34" charset="0"/>
              </a:rPr>
              <a:t>Identify the program’s </a:t>
            </a:r>
            <a:r>
              <a:rPr lang="en-US" sz="2100" b="1" i="1" dirty="0" smtClean="0">
                <a:solidFill>
                  <a:srgbClr val="FF0000"/>
                </a:solidFill>
                <a:latin typeface="Arial" panose="020B0604020202020204" pitchFamily="34" charset="0"/>
                <a:cs typeface="Arial" panose="020B0604020202020204" pitchFamily="34" charset="0"/>
              </a:rPr>
              <a:t>hotspots </a:t>
            </a:r>
            <a:r>
              <a:rPr lang="en-US" sz="2100" i="1" dirty="0" smtClean="0">
                <a:latin typeface="Arial" panose="020B0604020202020204" pitchFamily="34" charset="0"/>
                <a:cs typeface="Arial" panose="020B0604020202020204" pitchFamily="34" charset="0"/>
              </a:rPr>
              <a:t>(</a:t>
            </a:r>
            <a:r>
              <a:rPr lang="en-US" sz="1900" dirty="0">
                <a:latin typeface="Arial" panose="020B0604020202020204" pitchFamily="34" charset="0"/>
                <a:cs typeface="Arial" panose="020B0604020202020204" pitchFamily="34" charset="0"/>
              </a:rPr>
              <a:t>These </a:t>
            </a:r>
            <a:r>
              <a:rPr lang="en-US" sz="1900" dirty="0">
                <a:latin typeface="Arial" panose="020B0604020202020204" pitchFamily="34" charset="0"/>
                <a:cs typeface="Arial" panose="020B0604020202020204" pitchFamily="34" charset="0"/>
              </a:rPr>
              <a:t>are parts of the code </a:t>
            </a:r>
            <a:r>
              <a:rPr lang="en-US" sz="1900" b="1" dirty="0">
                <a:latin typeface="Arial" panose="020B0604020202020204" pitchFamily="34" charset="0"/>
                <a:cs typeface="Arial" panose="020B0604020202020204" pitchFamily="34" charset="0"/>
              </a:rPr>
              <a:t>where most of the work or computation happens</a:t>
            </a:r>
            <a:r>
              <a:rPr lang="en-US" sz="1900" dirty="0">
                <a:latin typeface="Arial" panose="020B0604020202020204" pitchFamily="34" charset="0"/>
                <a:cs typeface="Arial" panose="020B0604020202020204" pitchFamily="34" charset="0"/>
              </a:rPr>
              <a:t>—the parts that consume the most CPU </a:t>
            </a:r>
            <a:r>
              <a:rPr lang="en-US" sz="1900" dirty="0">
                <a:latin typeface="Arial" panose="020B0604020202020204" pitchFamily="34" charset="0"/>
                <a:cs typeface="Arial" panose="020B0604020202020204" pitchFamily="34" charset="0"/>
              </a:rPr>
              <a:t>time</a:t>
            </a:r>
            <a:r>
              <a:rPr lang="en-US" sz="2000" dirty="0" smtClean="0"/>
              <a:t>).</a:t>
            </a:r>
            <a:endParaRPr lang="en-US" sz="2100" b="1" i="1" dirty="0">
              <a:solidFill>
                <a:srgbClr val="FF0000"/>
              </a:solidFill>
              <a:latin typeface="Arial" panose="020B0604020202020204" pitchFamily="34" charset="0"/>
              <a:cs typeface="Arial" panose="020B0604020202020204" pitchFamily="34" charset="0"/>
            </a:endParaRPr>
          </a:p>
          <a:p>
            <a:pPr lvl="1" algn="just"/>
            <a:r>
              <a:rPr lang="en-US" sz="1900" dirty="0">
                <a:latin typeface="Arial" panose="020B0604020202020204" pitchFamily="34" charset="0"/>
                <a:cs typeface="Arial" panose="020B0604020202020204" pitchFamily="34" charset="0"/>
              </a:rPr>
              <a:t>Know where most of the real work is being done. The majority of scientific and technical programs usually accomplish most of their work in a few places.</a:t>
            </a:r>
          </a:p>
          <a:p>
            <a:pPr lvl="1" algn="just"/>
            <a:r>
              <a:rPr lang="en-US" sz="1900" dirty="0">
                <a:latin typeface="Arial" panose="020B0604020202020204" pitchFamily="34" charset="0"/>
                <a:cs typeface="Arial" panose="020B0604020202020204" pitchFamily="34" charset="0"/>
              </a:rPr>
              <a:t>Profilers and performance analysis tools can help here.</a:t>
            </a:r>
          </a:p>
          <a:p>
            <a:pPr lvl="1" algn="just"/>
            <a:r>
              <a:rPr lang="en-US" sz="1900" dirty="0">
                <a:latin typeface="Arial" panose="020B0604020202020204" pitchFamily="34" charset="0"/>
                <a:cs typeface="Arial" panose="020B0604020202020204" pitchFamily="34" charset="0"/>
              </a:rPr>
              <a:t>Focus on parallelizing the hotspots and ignore those sections of the program that account for little CPU usage.</a:t>
            </a:r>
          </a:p>
          <a:p>
            <a:pPr algn="just"/>
            <a:r>
              <a:rPr lang="en-US" sz="2100" dirty="0">
                <a:latin typeface="Arial" panose="020B0604020202020204" pitchFamily="34" charset="0"/>
                <a:cs typeface="Arial" panose="020B0604020202020204" pitchFamily="34" charset="0"/>
              </a:rPr>
              <a:t>Identify </a:t>
            </a:r>
            <a:r>
              <a:rPr lang="en-US" sz="2100" b="1" i="1" dirty="0">
                <a:solidFill>
                  <a:srgbClr val="FF0000"/>
                </a:solidFill>
                <a:latin typeface="Arial" panose="020B0604020202020204" pitchFamily="34" charset="0"/>
                <a:cs typeface="Arial" panose="020B0604020202020204" pitchFamily="34" charset="0"/>
              </a:rPr>
              <a:t>bottlenecks</a:t>
            </a:r>
            <a:r>
              <a:rPr lang="en-US" sz="2100" dirty="0">
                <a:latin typeface="Arial" panose="020B0604020202020204" pitchFamily="34" charset="0"/>
                <a:cs typeface="Arial" panose="020B0604020202020204" pitchFamily="34" charset="0"/>
              </a:rPr>
              <a:t> in the program</a:t>
            </a:r>
          </a:p>
          <a:p>
            <a:pPr lvl="1" algn="just"/>
            <a:r>
              <a:rPr lang="en-US" sz="1900" dirty="0">
                <a:latin typeface="Arial" panose="020B0604020202020204" pitchFamily="34" charset="0"/>
                <a:cs typeface="Arial" panose="020B0604020202020204" pitchFamily="34" charset="0"/>
              </a:rPr>
              <a:t>These are areas that slow down the program or prevent it from running efficiently in parallel</a:t>
            </a:r>
            <a:r>
              <a:rPr lang="en-US" sz="1900" dirty="0" smtClean="0">
                <a:latin typeface="Arial" panose="020B0604020202020204" pitchFamily="34" charset="0"/>
                <a:cs typeface="Arial" panose="020B0604020202020204" pitchFamily="34" charset="0"/>
              </a:rPr>
              <a:t>. For </a:t>
            </a:r>
            <a:r>
              <a:rPr lang="en-US" sz="1900" dirty="0">
                <a:latin typeface="Arial" panose="020B0604020202020204" pitchFamily="34" charset="0"/>
                <a:cs typeface="Arial" panose="020B0604020202020204" pitchFamily="34" charset="0"/>
              </a:rPr>
              <a:t>example, I/O is usually something that slows a program down. </a:t>
            </a:r>
          </a:p>
          <a:p>
            <a:pPr lvl="1" algn="just"/>
            <a:r>
              <a:rPr lang="en-US" sz="1900" dirty="0">
                <a:latin typeface="Arial" panose="020B0604020202020204" pitchFamily="34" charset="0"/>
                <a:cs typeface="Arial" panose="020B0604020202020204" pitchFamily="34" charset="0"/>
              </a:rPr>
              <a:t>May be possible to restructure the program or use a different algorithm to reduce or eliminate unnecessary slow areas.</a:t>
            </a:r>
          </a:p>
          <a:p>
            <a:pPr algn="just"/>
            <a:r>
              <a:rPr lang="en-US" sz="2100" dirty="0">
                <a:latin typeface="Arial" panose="020B0604020202020204" pitchFamily="34" charset="0"/>
                <a:cs typeface="Arial" panose="020B0604020202020204" pitchFamily="34" charset="0"/>
              </a:rPr>
              <a:t>Identify inhibitors to parallelism. One common class of inhibitor is data dependence, as demonstrated by the Fibonacci sequence above. </a:t>
            </a:r>
          </a:p>
          <a:p>
            <a:pPr algn="just"/>
            <a:r>
              <a:rPr lang="en-US" sz="2100" dirty="0">
                <a:latin typeface="Arial" panose="020B0604020202020204" pitchFamily="34" charset="0"/>
                <a:cs typeface="Arial" panose="020B0604020202020204" pitchFamily="34" charset="0"/>
              </a:rPr>
              <a:t>Investigate other algorithms if possible. This may be the single most important consideration when designing a parallel application.</a:t>
            </a:r>
          </a:p>
        </p:txBody>
      </p:sp>
    </p:spTree>
    <p:custDataLst>
      <p:tags r:id="rId1"/>
    </p:custDataLst>
    <p:extLst>
      <p:ext uri="{BB962C8B-B14F-4D97-AF65-F5344CB8AC3E}">
        <p14:creationId xmlns:p14="http://schemas.microsoft.com/office/powerpoint/2010/main" val="42108522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B1145-B8FF-9C30-CCE8-C1599BC2E3E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28B00A6-376E-B3F5-9BC3-A663C94FCA4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Partitioning</a:t>
            </a:r>
          </a:p>
        </p:txBody>
      </p:sp>
      <p:sp>
        <p:nvSpPr>
          <p:cNvPr id="3" name="Slide Number Placeholder 2">
            <a:extLst>
              <a:ext uri="{FF2B5EF4-FFF2-40B4-BE49-F238E27FC236}">
                <a16:creationId xmlns:a16="http://schemas.microsoft.com/office/drawing/2014/main" id="{1658005D-F8F1-8A7B-FB23-078692FA5A09}"/>
              </a:ext>
            </a:extLst>
          </p:cNvPr>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sp>
        <p:nvSpPr>
          <p:cNvPr id="12" name="Rectangle 3">
            <a:extLst>
              <a:ext uri="{FF2B5EF4-FFF2-40B4-BE49-F238E27FC236}">
                <a16:creationId xmlns:a16="http://schemas.microsoft.com/office/drawing/2014/main" id="{F2CBFF1E-ACF0-B438-39A7-FF424E7FA7F7}"/>
              </a:ext>
            </a:extLst>
          </p:cNvPr>
          <p:cNvSpPr txBox="1">
            <a:spLocks noChangeArrowheads="1"/>
          </p:cNvSpPr>
          <p:nvPr/>
        </p:nvSpPr>
        <p:spPr>
          <a:xfrm>
            <a:off x="632150" y="1453241"/>
            <a:ext cx="1045100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One of the first steps in designing a parallel program is to break the problem into discrete "chunks" of work that can be distributed to multiple tasks. This is known as </a:t>
            </a:r>
            <a:r>
              <a:rPr lang="en-US" b="1" dirty="0">
                <a:latin typeface="Arial" panose="020B0604020202020204" pitchFamily="34" charset="0"/>
                <a:cs typeface="Arial" panose="020B0604020202020204" pitchFamily="34" charset="0"/>
              </a:rPr>
              <a:t>decomposition</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partitioning</a:t>
            </a:r>
            <a:r>
              <a:rPr lang="en-US"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There are two basic ways to partition computational work among parallel tasks:</a:t>
            </a:r>
            <a:endParaRPr lang="en-US" b="1" dirty="0">
              <a:solidFill>
                <a:srgbClr val="FF0000"/>
              </a:solidFill>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Domain Decomposition</a:t>
            </a:r>
          </a:p>
          <a:p>
            <a:pPr lvl="1" algn="just"/>
            <a:r>
              <a:rPr lang="en-US" dirty="0">
                <a:latin typeface="Arial" panose="020B0604020202020204" pitchFamily="34" charset="0"/>
                <a:cs typeface="Arial" panose="020B0604020202020204" pitchFamily="34" charset="0"/>
              </a:rPr>
              <a:t>Functional Decomposition</a:t>
            </a:r>
          </a:p>
        </p:txBody>
      </p:sp>
    </p:spTree>
    <p:custDataLst>
      <p:tags r:id="rId1"/>
    </p:custDataLst>
    <p:extLst>
      <p:ext uri="{BB962C8B-B14F-4D97-AF65-F5344CB8AC3E}">
        <p14:creationId xmlns:p14="http://schemas.microsoft.com/office/powerpoint/2010/main" val="8862186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3C758-BAEA-475D-C663-4DDAA84B6C4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8AE7931-BFB4-8B17-89F5-81D627647A66}"/>
              </a:ext>
            </a:extLst>
          </p:cNvPr>
          <p:cNvSpPr>
            <a:spLocks noGrp="1" noChangeArrowheads="1"/>
          </p:cNvSpPr>
          <p:nvPr>
            <p:ph type="title"/>
          </p:nvPr>
        </p:nvSpPr>
        <p:spPr>
          <a:xfrm>
            <a:off x="764620" y="554038"/>
            <a:ext cx="9971690" cy="407507"/>
          </a:xfrm>
        </p:spPr>
        <p:txBody>
          <a:bodyPr/>
          <a:lstStyle/>
          <a:p>
            <a:r>
              <a:rPr lang="en-US" sz="4000">
                <a:latin typeface="Arial" panose="020B0604020202020204" pitchFamily="34" charset="0"/>
                <a:cs typeface="Arial" panose="020B0604020202020204" pitchFamily="34" charset="0"/>
              </a:rPr>
              <a:t>Partitioning</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81E44DA7-CC85-79DD-2A10-C528CBF34B29}"/>
              </a:ext>
            </a:extLst>
          </p:cNvPr>
          <p:cNvSpPr>
            <a:spLocks noGrp="1"/>
          </p:cNvSpPr>
          <p:nvPr>
            <p:ph type="sldNum" sz="quarter" idx="12"/>
          </p:nvPr>
        </p:nvSpPr>
        <p:spPr/>
        <p:txBody>
          <a:bodyPr/>
          <a:lstStyle/>
          <a:p>
            <a:fld id="{3485D9CA-6DAA-4C3C-A3E2-EDEA918D5F89}" type="slidenum">
              <a:rPr lang="en-US" smtClean="0">
                <a:latin typeface="Calibri"/>
              </a:rPr>
              <a:pPr/>
              <a:t>10</a:t>
            </a:fld>
            <a:endParaRPr lang="en-US">
              <a:latin typeface="Calibri"/>
            </a:endParaRPr>
          </a:p>
        </p:txBody>
      </p:sp>
      <p:sp>
        <p:nvSpPr>
          <p:cNvPr id="12" name="Rectangle 3">
            <a:extLst>
              <a:ext uri="{FF2B5EF4-FFF2-40B4-BE49-F238E27FC236}">
                <a16:creationId xmlns:a16="http://schemas.microsoft.com/office/drawing/2014/main" id="{DF2A467E-2372-7620-48AE-2794449E7772}"/>
              </a:ext>
            </a:extLst>
          </p:cNvPr>
          <p:cNvSpPr txBox="1">
            <a:spLocks noChangeArrowheads="1"/>
          </p:cNvSpPr>
          <p:nvPr/>
        </p:nvSpPr>
        <p:spPr>
          <a:xfrm>
            <a:off x="632151" y="1453241"/>
            <a:ext cx="1035641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Domain Decomposition</a:t>
            </a:r>
            <a:r>
              <a:rPr lang="en-US" dirty="0">
                <a:latin typeface="Arial" panose="020B0604020202020204" pitchFamily="34" charset="0"/>
                <a:cs typeface="Arial" panose="020B0604020202020204" pitchFamily="34" charset="0"/>
              </a:rPr>
              <a:t>: In this type of partitioning, the data associated with a problem is decomposed. Each parallel task then works on a portion of the data.</a:t>
            </a:r>
          </a:p>
          <a:p>
            <a:pPr algn="just"/>
            <a:endParaRPr lang="en-US" sz="12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There are different ways to partition data</a:t>
            </a:r>
            <a:endParaRPr lang="en-US" b="1" dirty="0">
              <a:solidFill>
                <a:srgbClr val="FF0000"/>
              </a:solidFill>
              <a:latin typeface="Arial" panose="020B0604020202020204" pitchFamily="34" charset="0"/>
              <a:cs typeface="Arial" panose="020B0604020202020204" pitchFamily="34" charset="0"/>
            </a:endParaRPr>
          </a:p>
        </p:txBody>
      </p:sp>
      <p:pic>
        <p:nvPicPr>
          <p:cNvPr id="6146" name="Picture 2" descr="Domain decomposition diagram">
            <a:extLst>
              <a:ext uri="{FF2B5EF4-FFF2-40B4-BE49-F238E27FC236}">
                <a16:creationId xmlns:a16="http://schemas.microsoft.com/office/drawing/2014/main" id="{F9901D39-4D4A-6448-B6A8-953CA56BC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577" y="2415423"/>
            <a:ext cx="369570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arying data distributions">
            <a:extLst>
              <a:ext uri="{FF2B5EF4-FFF2-40B4-BE49-F238E27FC236}">
                <a16:creationId xmlns:a16="http://schemas.microsoft.com/office/drawing/2014/main" id="{C9F4CA82-CFD5-CE97-C2FB-AD51DA9AED1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9892"/>
          <a:stretch/>
        </p:blipFill>
        <p:spPr bwMode="auto">
          <a:xfrm>
            <a:off x="6422370" y="2453886"/>
            <a:ext cx="4597727" cy="392338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73297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9C506-889B-6465-545D-2D51E28483F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DCECD7D-7917-1119-8D07-954E2FAB2399}"/>
              </a:ext>
            </a:extLst>
          </p:cNvPr>
          <p:cNvSpPr>
            <a:spLocks noGrp="1" noChangeArrowheads="1"/>
          </p:cNvSpPr>
          <p:nvPr>
            <p:ph type="title"/>
          </p:nvPr>
        </p:nvSpPr>
        <p:spPr>
          <a:xfrm>
            <a:off x="764620" y="554038"/>
            <a:ext cx="9971690" cy="407507"/>
          </a:xfrm>
        </p:spPr>
        <p:txBody>
          <a:bodyPr/>
          <a:lstStyle/>
          <a:p>
            <a:r>
              <a:rPr lang="en-US" sz="4000">
                <a:latin typeface="Arial" panose="020B0604020202020204" pitchFamily="34" charset="0"/>
                <a:cs typeface="Arial" panose="020B0604020202020204" pitchFamily="34" charset="0"/>
              </a:rPr>
              <a:t>Partitioning</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63F7A139-3E23-4A70-B0D7-495FE885039B}"/>
              </a:ext>
            </a:extLst>
          </p:cNvPr>
          <p:cNvSpPr>
            <a:spLocks noGrp="1"/>
          </p:cNvSpPr>
          <p:nvPr>
            <p:ph type="sldNum" sz="quarter" idx="12"/>
          </p:nvPr>
        </p:nvSpPr>
        <p:spPr/>
        <p:txBody>
          <a:bodyPr/>
          <a:lstStyle/>
          <a:p>
            <a:fld id="{3485D9CA-6DAA-4C3C-A3E2-EDEA918D5F89}" type="slidenum">
              <a:rPr lang="en-US" smtClean="0">
                <a:latin typeface="Calibri"/>
              </a:rPr>
              <a:pPr/>
              <a:t>11</a:t>
            </a:fld>
            <a:endParaRPr lang="en-US">
              <a:latin typeface="Calibri"/>
            </a:endParaRPr>
          </a:p>
        </p:txBody>
      </p:sp>
      <p:sp>
        <p:nvSpPr>
          <p:cNvPr id="12" name="Rectangle 3">
            <a:extLst>
              <a:ext uri="{FF2B5EF4-FFF2-40B4-BE49-F238E27FC236}">
                <a16:creationId xmlns:a16="http://schemas.microsoft.com/office/drawing/2014/main" id="{57508996-5EAF-E52A-2B19-7D5556385653}"/>
              </a:ext>
            </a:extLst>
          </p:cNvPr>
          <p:cNvSpPr txBox="1">
            <a:spLocks noChangeArrowheads="1"/>
          </p:cNvSpPr>
          <p:nvPr/>
        </p:nvSpPr>
        <p:spPr>
          <a:xfrm>
            <a:off x="632151" y="1453241"/>
            <a:ext cx="1035641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Functional Decomposition</a:t>
            </a:r>
            <a:r>
              <a:rPr lang="en-US" dirty="0">
                <a:latin typeface="Arial" panose="020B0604020202020204" pitchFamily="34" charset="0"/>
                <a:cs typeface="Arial" panose="020B0604020202020204" pitchFamily="34" charset="0"/>
              </a:rPr>
              <a:t>: In this approach, the focus is on the computation that is to be performed rather than on the data manipulated by the computation. The problem is decomposed according to the work that must be done. Each task then performs a portion of the overall work.</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Functional decomposition lends itself well to problems that can be split into different tasks. For example:</a:t>
            </a:r>
          </a:p>
          <a:p>
            <a:pPr lvl="1" algn="just"/>
            <a:r>
              <a:rPr lang="en-US" dirty="0">
                <a:latin typeface="Arial" panose="020B0604020202020204" pitchFamily="34" charset="0"/>
                <a:cs typeface="Arial" panose="020B0604020202020204" pitchFamily="34" charset="0"/>
              </a:rPr>
              <a:t>Ecosystem Modeling</a:t>
            </a:r>
          </a:p>
          <a:p>
            <a:pPr lvl="1" algn="just"/>
            <a:r>
              <a:rPr lang="en-US" dirty="0">
                <a:latin typeface="Arial" panose="020B0604020202020204" pitchFamily="34" charset="0"/>
                <a:cs typeface="Arial" panose="020B0604020202020204" pitchFamily="34" charset="0"/>
              </a:rPr>
              <a:t>Signal Processing</a:t>
            </a:r>
          </a:p>
          <a:p>
            <a:pPr lvl="1" algn="just"/>
            <a:r>
              <a:rPr lang="en-US" dirty="0">
                <a:latin typeface="Arial" panose="020B0604020202020204" pitchFamily="34" charset="0"/>
                <a:cs typeface="Arial" panose="020B0604020202020204" pitchFamily="34" charset="0"/>
              </a:rPr>
              <a:t>Climate Modeling</a:t>
            </a:r>
          </a:p>
        </p:txBody>
      </p:sp>
      <p:pic>
        <p:nvPicPr>
          <p:cNvPr id="5122" name="Picture 2" descr="Functional decomposition diagram">
            <a:extLst>
              <a:ext uri="{FF2B5EF4-FFF2-40B4-BE49-F238E27FC236}">
                <a16:creationId xmlns:a16="http://schemas.microsoft.com/office/drawing/2014/main" id="{54D0EA8E-6124-27D1-1C63-AA2941019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730" y="3555127"/>
            <a:ext cx="5386387" cy="323917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261188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170DA-531D-AE99-59D5-DFFFEB75DBE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AC4AEA0-6EFD-95A5-35F4-9F3CBC6B2E89}"/>
              </a:ext>
            </a:extLst>
          </p:cNvPr>
          <p:cNvSpPr>
            <a:spLocks noGrp="1" noChangeArrowheads="1"/>
          </p:cNvSpPr>
          <p:nvPr>
            <p:ph type="title"/>
          </p:nvPr>
        </p:nvSpPr>
        <p:spPr>
          <a:xfrm>
            <a:off x="764620" y="554038"/>
            <a:ext cx="9971690" cy="407507"/>
          </a:xfrm>
        </p:spPr>
        <p:txBody>
          <a:bodyPr/>
          <a:lstStyle/>
          <a:p>
            <a:r>
              <a:rPr lang="en-US" sz="4000">
                <a:latin typeface="Arial" panose="020B0604020202020204" pitchFamily="34" charset="0"/>
                <a:cs typeface="Arial" panose="020B0604020202020204" pitchFamily="34" charset="0"/>
              </a:rPr>
              <a:t>Partitioning</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8E7E3AF6-DF16-1563-76C2-D45149F4E8E3}"/>
              </a:ext>
            </a:extLst>
          </p:cNvPr>
          <p:cNvSpPr>
            <a:spLocks noGrp="1"/>
          </p:cNvSpPr>
          <p:nvPr>
            <p:ph type="sldNum" sz="quarter" idx="12"/>
          </p:nvPr>
        </p:nvSpPr>
        <p:spPr/>
        <p:txBody>
          <a:bodyPr/>
          <a:lstStyle/>
          <a:p>
            <a:fld id="{3485D9CA-6DAA-4C3C-A3E2-EDEA918D5F89}" type="slidenum">
              <a:rPr lang="en-US" smtClean="0">
                <a:latin typeface="Calibri"/>
              </a:rPr>
              <a:pPr/>
              <a:t>12</a:t>
            </a:fld>
            <a:endParaRPr lang="en-US">
              <a:latin typeface="Calibri"/>
            </a:endParaRPr>
          </a:p>
        </p:txBody>
      </p:sp>
      <p:sp>
        <p:nvSpPr>
          <p:cNvPr id="12" name="Rectangle 3">
            <a:extLst>
              <a:ext uri="{FF2B5EF4-FFF2-40B4-BE49-F238E27FC236}">
                <a16:creationId xmlns:a16="http://schemas.microsoft.com/office/drawing/2014/main" id="{29B57687-3247-7846-3EED-367108E3A6F0}"/>
              </a:ext>
            </a:extLst>
          </p:cNvPr>
          <p:cNvSpPr txBox="1">
            <a:spLocks noChangeArrowheads="1"/>
          </p:cNvSpPr>
          <p:nvPr/>
        </p:nvSpPr>
        <p:spPr>
          <a:xfrm>
            <a:off x="632151" y="1453241"/>
            <a:ext cx="1035641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Ecosystem Modeling Example</a:t>
            </a:r>
            <a:r>
              <a:rPr lang="en-US" dirty="0">
                <a:latin typeface="Arial" panose="020B0604020202020204" pitchFamily="34" charset="0"/>
                <a:cs typeface="Arial" panose="020B0604020202020204" pitchFamily="34" charset="0"/>
              </a:rPr>
              <a:t>: Each program calculates the population of a given group, where each group's growth depends on that of its neighbors. As time progresses, each process calculates its current state, then exchanges information with the neighbor populations. All tasks then progress to calculate the state at the next time step.</a:t>
            </a:r>
          </a:p>
          <a:p>
            <a:pPr algn="just"/>
            <a:endParaRPr lang="en-US" sz="1200" dirty="0">
              <a:latin typeface="Arial" panose="020B0604020202020204" pitchFamily="34" charset="0"/>
              <a:cs typeface="Arial" panose="020B0604020202020204" pitchFamily="34" charset="0"/>
            </a:endParaRPr>
          </a:p>
        </p:txBody>
      </p:sp>
      <p:pic>
        <p:nvPicPr>
          <p:cNvPr id="4098" name="Picture 2" descr="Ecosystem modeling diagram">
            <a:extLst>
              <a:ext uri="{FF2B5EF4-FFF2-40B4-BE49-F238E27FC236}">
                <a16:creationId xmlns:a16="http://schemas.microsoft.com/office/drawing/2014/main" id="{75DA37B7-FD2D-A1F9-62B5-5DBB6D13E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9244" y="3457718"/>
            <a:ext cx="7376034" cy="287496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843811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7077A-2EC2-32F5-DABA-A690C8CC19D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5F6A4D4-63BD-4A8C-57E5-28483DB1CF1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Partitioning</a:t>
            </a:r>
          </a:p>
        </p:txBody>
      </p:sp>
      <p:sp>
        <p:nvSpPr>
          <p:cNvPr id="3" name="Slide Number Placeholder 2">
            <a:extLst>
              <a:ext uri="{FF2B5EF4-FFF2-40B4-BE49-F238E27FC236}">
                <a16:creationId xmlns:a16="http://schemas.microsoft.com/office/drawing/2014/main" id="{927DFA50-07F9-2EEF-2641-4ED4B8C564B3}"/>
              </a:ext>
            </a:extLst>
          </p:cNvPr>
          <p:cNvSpPr>
            <a:spLocks noGrp="1"/>
          </p:cNvSpPr>
          <p:nvPr>
            <p:ph type="sldNum" sz="quarter" idx="12"/>
          </p:nvPr>
        </p:nvSpPr>
        <p:spPr/>
        <p:txBody>
          <a:bodyPr/>
          <a:lstStyle/>
          <a:p>
            <a:fld id="{3485D9CA-6DAA-4C3C-A3E2-EDEA918D5F89}" type="slidenum">
              <a:rPr lang="en-US" smtClean="0">
                <a:latin typeface="Calibri"/>
              </a:rPr>
              <a:pPr/>
              <a:t>13</a:t>
            </a:fld>
            <a:endParaRPr lang="en-US">
              <a:latin typeface="Calibri"/>
            </a:endParaRPr>
          </a:p>
        </p:txBody>
      </p:sp>
      <p:sp>
        <p:nvSpPr>
          <p:cNvPr id="12" name="Rectangle 3">
            <a:extLst>
              <a:ext uri="{FF2B5EF4-FFF2-40B4-BE49-F238E27FC236}">
                <a16:creationId xmlns:a16="http://schemas.microsoft.com/office/drawing/2014/main" id="{2DE63723-4620-F7F0-0C43-D12426038139}"/>
              </a:ext>
            </a:extLst>
          </p:cNvPr>
          <p:cNvSpPr txBox="1">
            <a:spLocks noChangeArrowheads="1"/>
          </p:cNvSpPr>
          <p:nvPr/>
        </p:nvSpPr>
        <p:spPr>
          <a:xfrm>
            <a:off x="632151" y="1453241"/>
            <a:ext cx="1046677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Signal Processing Example</a:t>
            </a:r>
            <a:r>
              <a:rPr lang="en-US" dirty="0">
                <a:latin typeface="Arial" panose="020B0604020202020204" pitchFamily="34" charset="0"/>
                <a:cs typeface="Arial" panose="020B0604020202020204" pitchFamily="34" charset="0"/>
              </a:rPr>
              <a:t>: An audio signal data set is passed through four distinct computational filters. Each filter is a separate process. The first segment of data must pass through the first filter before progressing to the second. When it does, the second segment of data passes through the first filter. By the time, the fourth segment of data is in the first filter, all four tasks are busy.</a:t>
            </a:r>
          </a:p>
          <a:p>
            <a:pPr algn="just"/>
            <a:endParaRPr lang="en-US" sz="1200" dirty="0">
              <a:latin typeface="Arial" panose="020B0604020202020204" pitchFamily="34" charset="0"/>
              <a:cs typeface="Arial" panose="020B0604020202020204" pitchFamily="34" charset="0"/>
            </a:endParaRPr>
          </a:p>
        </p:txBody>
      </p:sp>
      <p:pic>
        <p:nvPicPr>
          <p:cNvPr id="2" name="Picture 2" descr="Signal processing diagram">
            <a:extLst>
              <a:ext uri="{FF2B5EF4-FFF2-40B4-BE49-F238E27FC236}">
                <a16:creationId xmlns:a16="http://schemas.microsoft.com/office/drawing/2014/main" id="{FE3FB288-56C1-12C5-0EFF-C6F2683AE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369" y="3444766"/>
            <a:ext cx="7969020" cy="308213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75121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7077A-2EC2-32F5-DABA-A690C8CC19D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5F6A4D4-63BD-4A8C-57E5-28483DB1CF1A}"/>
              </a:ext>
            </a:extLst>
          </p:cNvPr>
          <p:cNvSpPr>
            <a:spLocks noGrp="1" noChangeArrowheads="1"/>
          </p:cNvSpPr>
          <p:nvPr>
            <p:ph type="title"/>
          </p:nvPr>
        </p:nvSpPr>
        <p:spPr>
          <a:xfrm>
            <a:off x="332820" y="851326"/>
            <a:ext cx="9971690" cy="407507"/>
          </a:xfrm>
        </p:spPr>
        <p:txBody>
          <a:bodyPr/>
          <a:lstStyle/>
          <a:p>
            <a:r>
              <a:rPr lang="en-US" sz="4000" dirty="0">
                <a:latin typeface="Arial" panose="020B0604020202020204" pitchFamily="34" charset="0"/>
                <a:cs typeface="Arial" panose="020B0604020202020204" pitchFamily="34" charset="0"/>
              </a:rPr>
              <a:t>Partitioning</a:t>
            </a:r>
          </a:p>
        </p:txBody>
      </p:sp>
      <p:sp>
        <p:nvSpPr>
          <p:cNvPr id="3" name="Slide Number Placeholder 2">
            <a:extLst>
              <a:ext uri="{FF2B5EF4-FFF2-40B4-BE49-F238E27FC236}">
                <a16:creationId xmlns:a16="http://schemas.microsoft.com/office/drawing/2014/main" id="{927DFA50-07F9-2EEF-2641-4ED4B8C564B3}"/>
              </a:ext>
            </a:extLst>
          </p:cNvPr>
          <p:cNvSpPr>
            <a:spLocks noGrp="1"/>
          </p:cNvSpPr>
          <p:nvPr>
            <p:ph type="sldNum" sz="quarter" idx="12"/>
          </p:nvPr>
        </p:nvSpPr>
        <p:spPr/>
        <p:txBody>
          <a:bodyPr/>
          <a:lstStyle/>
          <a:p>
            <a:fld id="{3485D9CA-6DAA-4C3C-A3E2-EDEA918D5F89}" type="slidenum">
              <a:rPr lang="en-US" smtClean="0">
                <a:latin typeface="Calibri"/>
              </a:rPr>
              <a:pPr/>
              <a:t>14</a:t>
            </a:fld>
            <a:endParaRPr lang="en-US">
              <a:latin typeface="Calibri"/>
            </a:endParaRPr>
          </a:p>
        </p:txBody>
      </p:sp>
      <p:pic>
        <p:nvPicPr>
          <p:cNvPr id="2" name="Picture 2" descr="Signal processing diagram">
            <a:extLst>
              <a:ext uri="{FF2B5EF4-FFF2-40B4-BE49-F238E27FC236}">
                <a16:creationId xmlns:a16="http://schemas.microsoft.com/office/drawing/2014/main" id="{FE3FB288-56C1-12C5-0EFF-C6F2683AE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2669" y="409466"/>
            <a:ext cx="5150931" cy="169873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433387" y="1689100"/>
            <a:ext cx="7847013" cy="4267200"/>
          </a:xfrm>
          <a:prstGeom prst="rect">
            <a:avLst/>
          </a:prstGeom>
        </p:spPr>
      </p:pic>
    </p:spTree>
    <p:custDataLst>
      <p:tags r:id="rId1"/>
    </p:custDataLst>
    <p:extLst>
      <p:ext uri="{BB962C8B-B14F-4D97-AF65-F5344CB8AC3E}">
        <p14:creationId xmlns:p14="http://schemas.microsoft.com/office/powerpoint/2010/main" val="33102484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503D7-6D09-820C-7FDE-57CE7CA1E59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B0941BD-3B40-958C-62B3-B09A8925A65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Partitioning</a:t>
            </a:r>
          </a:p>
        </p:txBody>
      </p:sp>
      <p:sp>
        <p:nvSpPr>
          <p:cNvPr id="3" name="Slide Number Placeholder 2">
            <a:extLst>
              <a:ext uri="{FF2B5EF4-FFF2-40B4-BE49-F238E27FC236}">
                <a16:creationId xmlns:a16="http://schemas.microsoft.com/office/drawing/2014/main" id="{23189F85-2841-A3C9-7835-546CE9FA8686}"/>
              </a:ext>
            </a:extLst>
          </p:cNvPr>
          <p:cNvSpPr>
            <a:spLocks noGrp="1"/>
          </p:cNvSpPr>
          <p:nvPr>
            <p:ph type="sldNum" sz="quarter" idx="12"/>
          </p:nvPr>
        </p:nvSpPr>
        <p:spPr/>
        <p:txBody>
          <a:bodyPr/>
          <a:lstStyle/>
          <a:p>
            <a:fld id="{3485D9CA-6DAA-4C3C-A3E2-EDEA918D5F89}" type="slidenum">
              <a:rPr lang="en-US" smtClean="0">
                <a:latin typeface="Calibri"/>
              </a:rPr>
              <a:pPr/>
              <a:t>15</a:t>
            </a:fld>
            <a:endParaRPr lang="en-US">
              <a:latin typeface="Calibri"/>
            </a:endParaRPr>
          </a:p>
        </p:txBody>
      </p:sp>
      <p:sp>
        <p:nvSpPr>
          <p:cNvPr id="12" name="Rectangle 3">
            <a:extLst>
              <a:ext uri="{FF2B5EF4-FFF2-40B4-BE49-F238E27FC236}">
                <a16:creationId xmlns:a16="http://schemas.microsoft.com/office/drawing/2014/main" id="{04E40BCC-29B0-54BD-484D-4A84041DA00F}"/>
              </a:ext>
            </a:extLst>
          </p:cNvPr>
          <p:cNvSpPr txBox="1">
            <a:spLocks noChangeArrowheads="1"/>
          </p:cNvSpPr>
          <p:nvPr/>
        </p:nvSpPr>
        <p:spPr>
          <a:xfrm>
            <a:off x="632152" y="1453241"/>
            <a:ext cx="5721352"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Climate Modeling Example</a:t>
            </a:r>
            <a:r>
              <a:rPr lang="en-US" dirty="0">
                <a:latin typeface="Arial" panose="020B0604020202020204" pitchFamily="34" charset="0"/>
                <a:cs typeface="Arial" panose="020B0604020202020204" pitchFamily="34" charset="0"/>
              </a:rPr>
              <a:t>: Each model component can be thought of as a separate task. Arrows represent exchanges of data between components during computation: the atmosphere model generates wind velocity data that are used by the ocean model, the ocean model generates sea surface temperature data that are used by the atmosphere model, and so on.</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Combining these two types of problem decomposition is common and natural. </a:t>
            </a:r>
          </a:p>
          <a:p>
            <a:pPr algn="just"/>
            <a:endParaRPr lang="en-US" sz="1200" dirty="0">
              <a:latin typeface="Arial" panose="020B0604020202020204" pitchFamily="34" charset="0"/>
              <a:cs typeface="Arial" panose="020B0604020202020204" pitchFamily="34" charset="0"/>
            </a:endParaRPr>
          </a:p>
        </p:txBody>
      </p:sp>
      <p:pic>
        <p:nvPicPr>
          <p:cNvPr id="2050" name="Picture 2" descr="Climate modeling diagram">
            <a:extLst>
              <a:ext uri="{FF2B5EF4-FFF2-40B4-BE49-F238E27FC236}">
                <a16:creationId xmlns:a16="http://schemas.microsoft.com/office/drawing/2014/main" id="{DE436FAE-DC8F-AA5B-BDEB-F711E6C74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0667" y="1279818"/>
            <a:ext cx="3031004" cy="2094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limate Modelling">
            <a:extLst>
              <a:ext uri="{FF2B5EF4-FFF2-40B4-BE49-F238E27FC236}">
                <a16:creationId xmlns:a16="http://schemas.microsoft.com/office/drawing/2014/main" id="{063F5D6B-1ECD-96BF-B803-6BFD41B8FF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9601" y="3709881"/>
            <a:ext cx="3148350" cy="306038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608513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A4C41-8B5A-0C3F-C0FE-E768A1DCC5B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91E6690-7CE2-3D70-7F05-8BAEB3CFB68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Who Needs Communications?</a:t>
            </a:r>
          </a:p>
        </p:txBody>
      </p:sp>
      <p:sp>
        <p:nvSpPr>
          <p:cNvPr id="3" name="Slide Number Placeholder 2">
            <a:extLst>
              <a:ext uri="{FF2B5EF4-FFF2-40B4-BE49-F238E27FC236}">
                <a16:creationId xmlns:a16="http://schemas.microsoft.com/office/drawing/2014/main" id="{CFD5089F-A863-98E9-8737-8642BC15F913}"/>
              </a:ext>
            </a:extLst>
          </p:cNvPr>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sp>
        <p:nvSpPr>
          <p:cNvPr id="12" name="Rectangle 3">
            <a:extLst>
              <a:ext uri="{FF2B5EF4-FFF2-40B4-BE49-F238E27FC236}">
                <a16:creationId xmlns:a16="http://schemas.microsoft.com/office/drawing/2014/main" id="{1D9E1339-F007-0301-EC66-52FAAA40DBA9}"/>
              </a:ext>
            </a:extLst>
          </p:cNvPr>
          <p:cNvSpPr txBox="1">
            <a:spLocks noChangeArrowheads="1"/>
          </p:cNvSpPr>
          <p:nvPr/>
        </p:nvSpPr>
        <p:spPr>
          <a:xfrm>
            <a:off x="632151" y="1453241"/>
            <a:ext cx="614702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You DON’T need communications</a:t>
            </a:r>
          </a:p>
          <a:p>
            <a:pPr lvl="1" algn="just"/>
            <a:r>
              <a:rPr lang="en-US" dirty="0">
                <a:latin typeface="Arial" panose="020B0604020202020204" pitchFamily="34" charset="0"/>
                <a:cs typeface="Arial" panose="020B0604020202020204" pitchFamily="34" charset="0"/>
              </a:rPr>
              <a:t>Some types of problems can be decomposed and executed in parallel with virtually no need for tasks to share data. These types of problems are often called </a:t>
            </a:r>
            <a:r>
              <a:rPr lang="en-US" b="1" dirty="0">
                <a:solidFill>
                  <a:srgbClr val="00B050"/>
                </a:solidFill>
                <a:latin typeface="Arial" panose="020B0604020202020204" pitchFamily="34" charset="0"/>
                <a:cs typeface="Arial" panose="020B0604020202020204" pitchFamily="34" charset="0"/>
              </a:rPr>
              <a:t>embarrassingly parallel</a:t>
            </a:r>
            <a:r>
              <a:rPr lang="en-US" dirty="0">
                <a:latin typeface="Arial" panose="020B0604020202020204" pitchFamily="34" charset="0"/>
                <a:cs typeface="Arial" panose="020B0604020202020204" pitchFamily="34" charset="0"/>
              </a:rPr>
              <a:t> as little, or no communication is required.</a:t>
            </a:r>
          </a:p>
          <a:p>
            <a:pPr lvl="1" algn="just"/>
            <a:r>
              <a:rPr lang="en-US" dirty="0">
                <a:latin typeface="Arial" panose="020B0604020202020204" pitchFamily="34" charset="0"/>
                <a:cs typeface="Arial" panose="020B0604020202020204" pitchFamily="34" charset="0"/>
              </a:rPr>
              <a:t>For example, imagine an image processing operation where every pixel in a black and white image needs to have its color reversed. The image data can easily be distributed to multiple tasks that then act independently of each other to do their portion of the work.</a:t>
            </a:r>
          </a:p>
        </p:txBody>
      </p:sp>
      <p:pic>
        <p:nvPicPr>
          <p:cNvPr id="7170" name="Picture 2" descr="Example of an &quot;embarrassingly parallel&quot; problem as described above.">
            <a:extLst>
              <a:ext uri="{FF2B5EF4-FFF2-40B4-BE49-F238E27FC236}">
                <a16:creationId xmlns:a16="http://schemas.microsoft.com/office/drawing/2014/main" id="{121ECE5C-F012-5451-6537-F4F832D24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1534" y="2365104"/>
            <a:ext cx="3962798" cy="397600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392A514A-6DD9-CC8C-8CBF-BABB8BAD7E2D}"/>
              </a:ext>
            </a:extLst>
          </p:cNvPr>
          <p:cNvSpPr txBox="1">
            <a:spLocks noChangeArrowheads="1"/>
          </p:cNvSpPr>
          <p:nvPr/>
        </p:nvSpPr>
        <p:spPr>
          <a:xfrm>
            <a:off x="642656" y="1447981"/>
            <a:ext cx="10361675" cy="91712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need for communications between tasks depends upon your problem</a:t>
            </a:r>
          </a:p>
        </p:txBody>
      </p:sp>
    </p:spTree>
    <p:custDataLst>
      <p:tags r:id="rId1"/>
    </p:custDataLst>
    <p:extLst>
      <p:ext uri="{BB962C8B-B14F-4D97-AF65-F5344CB8AC3E}">
        <p14:creationId xmlns:p14="http://schemas.microsoft.com/office/powerpoint/2010/main" val="38586094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B5EDE-8EA8-9F69-AC2E-A44BE96BA8C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4FFB994-DAA2-0D25-FE50-9DC86C6225C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Who Needs Communications?</a:t>
            </a:r>
          </a:p>
        </p:txBody>
      </p:sp>
      <p:sp>
        <p:nvSpPr>
          <p:cNvPr id="3" name="Slide Number Placeholder 2">
            <a:extLst>
              <a:ext uri="{FF2B5EF4-FFF2-40B4-BE49-F238E27FC236}">
                <a16:creationId xmlns:a16="http://schemas.microsoft.com/office/drawing/2014/main" id="{BC64698F-1866-9B2F-CFC6-A9216D4B4939}"/>
              </a:ext>
            </a:extLst>
          </p:cNvPr>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0985E990-40D5-477F-2F20-FB4D8AABAE69}"/>
              </a:ext>
            </a:extLst>
          </p:cNvPr>
          <p:cNvSpPr txBox="1">
            <a:spLocks noChangeArrowheads="1"/>
          </p:cNvSpPr>
          <p:nvPr/>
        </p:nvSpPr>
        <p:spPr>
          <a:xfrm>
            <a:off x="632151" y="1453241"/>
            <a:ext cx="591053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You DO need communications</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Most parallel applications are not quite so simple and do require tasks to share data with each other. </a:t>
            </a:r>
          </a:p>
          <a:p>
            <a:pPr lvl="1" algn="just"/>
            <a:r>
              <a:rPr lang="en-US" dirty="0">
                <a:latin typeface="Arial" panose="020B0604020202020204" pitchFamily="34" charset="0"/>
                <a:cs typeface="Arial" panose="020B0604020202020204" pitchFamily="34" charset="0"/>
              </a:rPr>
              <a:t>For example, a 2-D heat diffusion problem requires a task to know the temperatures calculated by the tasks that have neighboring data. Changes to neighboring data has a direct effect on that task's data.</a:t>
            </a:r>
          </a:p>
        </p:txBody>
      </p:sp>
      <p:pic>
        <p:nvPicPr>
          <p:cNvPr id="8194" name="Picture 2" descr="2-D heat diffusion problem as described above">
            <a:extLst>
              <a:ext uri="{FF2B5EF4-FFF2-40B4-BE49-F238E27FC236}">
                <a16:creationId xmlns:a16="http://schemas.microsoft.com/office/drawing/2014/main" id="{43916AEC-0415-4755-A0EA-A5A34BD7E7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8357" y="1471650"/>
            <a:ext cx="3901693" cy="391469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157233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DF294-D741-A282-2DB7-7F9BB7A0BD7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05A3B12-0BFE-E18E-86B6-029210BA035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Factors to Consider (1)</a:t>
            </a:r>
          </a:p>
        </p:txBody>
      </p:sp>
      <p:sp>
        <p:nvSpPr>
          <p:cNvPr id="3" name="Slide Number Placeholder 2">
            <a:extLst>
              <a:ext uri="{FF2B5EF4-FFF2-40B4-BE49-F238E27FC236}">
                <a16:creationId xmlns:a16="http://schemas.microsoft.com/office/drawing/2014/main" id="{06E18F64-4076-0666-5F21-4B2D59E6EB9D}"/>
              </a:ext>
            </a:extLst>
          </p:cNvPr>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53248F6C-1488-CF93-9C87-E38745B6470A}"/>
              </a:ext>
            </a:extLst>
          </p:cNvPr>
          <p:cNvSpPr txBox="1">
            <a:spLocks noChangeArrowheads="1"/>
          </p:cNvSpPr>
          <p:nvPr/>
        </p:nvSpPr>
        <p:spPr>
          <a:xfrm>
            <a:off x="632150" y="1453241"/>
            <a:ext cx="10435243" cy="554111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There are several important factors to consider when designing your program's inter-task communications</a:t>
            </a:r>
          </a:p>
          <a:p>
            <a:pPr algn="just"/>
            <a:endParaRPr lang="en-US" sz="12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Cost of Communications: </a:t>
            </a:r>
          </a:p>
          <a:p>
            <a:pPr lvl="1" algn="just"/>
            <a:r>
              <a:rPr lang="en-US" dirty="0">
                <a:latin typeface="Arial" panose="020B0604020202020204" pitchFamily="34" charset="0"/>
                <a:cs typeface="Arial" panose="020B0604020202020204" pitchFamily="34" charset="0"/>
              </a:rPr>
              <a:t>Inter-task communication virtually always implies overhead. </a:t>
            </a:r>
          </a:p>
          <a:p>
            <a:pPr lvl="1" algn="just"/>
            <a:r>
              <a:rPr lang="en-US" dirty="0">
                <a:latin typeface="Arial" panose="020B0604020202020204" pitchFamily="34" charset="0"/>
                <a:cs typeface="Arial" panose="020B0604020202020204" pitchFamily="34" charset="0"/>
              </a:rPr>
              <a:t>Machine cycles and resources that could be used for computation are instead used to package and transmit data. </a:t>
            </a:r>
          </a:p>
          <a:p>
            <a:pPr lvl="1" algn="just"/>
            <a:r>
              <a:rPr lang="en-US" dirty="0">
                <a:latin typeface="Arial" panose="020B0604020202020204" pitchFamily="34" charset="0"/>
                <a:cs typeface="Arial" panose="020B0604020202020204" pitchFamily="34" charset="0"/>
              </a:rPr>
              <a:t>Communications frequently require some type of synchronization between tasks, which can result in tasks spending time "waiting" instead of doing work. </a:t>
            </a:r>
          </a:p>
          <a:p>
            <a:pPr lvl="1" algn="just"/>
            <a:r>
              <a:rPr lang="en-US" dirty="0">
                <a:latin typeface="Arial" panose="020B0604020202020204" pitchFamily="34" charset="0"/>
                <a:cs typeface="Arial" panose="020B0604020202020204" pitchFamily="34" charset="0"/>
              </a:rPr>
              <a:t>Competing communication traffic can saturate the available network bandwidth, further aggravating performance problems.</a:t>
            </a:r>
          </a:p>
        </p:txBody>
      </p:sp>
    </p:spTree>
    <p:custDataLst>
      <p:tags r:id="rId1"/>
    </p:custDataLst>
    <p:extLst>
      <p:ext uri="{BB962C8B-B14F-4D97-AF65-F5344CB8AC3E}">
        <p14:creationId xmlns:p14="http://schemas.microsoft.com/office/powerpoint/2010/main" val="8763557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C18DC-4C09-CDE9-79DB-5694CE85A3E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65E3895-1BEA-1FC3-717E-0912D161155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Factors to Consider (2)</a:t>
            </a:r>
          </a:p>
        </p:txBody>
      </p:sp>
      <p:sp>
        <p:nvSpPr>
          <p:cNvPr id="3" name="Slide Number Placeholder 2">
            <a:extLst>
              <a:ext uri="{FF2B5EF4-FFF2-40B4-BE49-F238E27FC236}">
                <a16:creationId xmlns:a16="http://schemas.microsoft.com/office/drawing/2014/main" id="{B9D13CD4-B49E-7226-0701-4407FF1CAD96}"/>
              </a:ext>
            </a:extLst>
          </p:cNvPr>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sp>
        <p:nvSpPr>
          <p:cNvPr id="12" name="Rectangle 3">
            <a:extLst>
              <a:ext uri="{FF2B5EF4-FFF2-40B4-BE49-F238E27FC236}">
                <a16:creationId xmlns:a16="http://schemas.microsoft.com/office/drawing/2014/main" id="{00527BD6-AF75-E00D-781C-C6E598319F4B}"/>
              </a:ext>
            </a:extLst>
          </p:cNvPr>
          <p:cNvSpPr txBox="1">
            <a:spLocks noChangeArrowheads="1"/>
          </p:cNvSpPr>
          <p:nvPr/>
        </p:nvSpPr>
        <p:spPr>
          <a:xfrm>
            <a:off x="632150" y="1453241"/>
            <a:ext cx="10435243" cy="554111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Latency vs. Bandwidth: </a:t>
            </a:r>
          </a:p>
          <a:p>
            <a:pPr lvl="1" algn="just"/>
            <a:r>
              <a:rPr lang="en-US" b="1" dirty="0">
                <a:solidFill>
                  <a:srgbClr val="FF0000"/>
                </a:solidFill>
                <a:latin typeface="Arial" panose="020B0604020202020204" pitchFamily="34" charset="0"/>
                <a:cs typeface="Arial" panose="020B0604020202020204" pitchFamily="34" charset="0"/>
              </a:rPr>
              <a:t>Latency</a:t>
            </a:r>
            <a:r>
              <a:rPr lang="en-US" dirty="0">
                <a:latin typeface="Arial" panose="020B0604020202020204" pitchFamily="34" charset="0"/>
                <a:cs typeface="Arial" panose="020B0604020202020204" pitchFamily="34" charset="0"/>
              </a:rPr>
              <a:t> is the time it takes to send a minimal (0 byte) message from point A to point B. Commonly expressed as microseconds. </a:t>
            </a:r>
          </a:p>
          <a:p>
            <a:pPr lvl="1" algn="just"/>
            <a:r>
              <a:rPr lang="en-US" b="1" dirty="0">
                <a:solidFill>
                  <a:srgbClr val="FF0000"/>
                </a:solidFill>
                <a:latin typeface="Arial" panose="020B0604020202020204" pitchFamily="34" charset="0"/>
                <a:cs typeface="Arial" panose="020B0604020202020204" pitchFamily="34" charset="0"/>
              </a:rPr>
              <a:t>Bandwidth</a:t>
            </a:r>
            <a:r>
              <a:rPr lang="en-US" dirty="0">
                <a:latin typeface="Arial" panose="020B0604020202020204" pitchFamily="34" charset="0"/>
                <a:cs typeface="Arial" panose="020B0604020202020204" pitchFamily="34" charset="0"/>
              </a:rPr>
              <a:t> is the amount of data that can be communicated per unit of time. Commonly expressed as megabytes/sec. </a:t>
            </a:r>
          </a:p>
          <a:p>
            <a:pPr lvl="1" algn="just"/>
            <a:r>
              <a:rPr lang="en-US" dirty="0">
                <a:latin typeface="Arial" panose="020B0604020202020204" pitchFamily="34" charset="0"/>
                <a:cs typeface="Arial" panose="020B0604020202020204" pitchFamily="34" charset="0"/>
              </a:rPr>
              <a:t>Sending many small messages can cause latency to dominate communication overheads. Often it is more efficient to package small messages into a larger message, thus increasing the effective communications bandwidth.</a:t>
            </a:r>
          </a:p>
          <a:p>
            <a:pPr lvl="1" algn="just"/>
            <a:endParaRPr lang="en-US" sz="105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Visibility of Communications:</a:t>
            </a:r>
          </a:p>
          <a:p>
            <a:pPr lvl="1" algn="just"/>
            <a:r>
              <a:rPr lang="en-US" dirty="0">
                <a:latin typeface="Arial" panose="020B0604020202020204" pitchFamily="34" charset="0"/>
                <a:cs typeface="Arial" panose="020B0604020202020204" pitchFamily="34" charset="0"/>
              </a:rPr>
              <a:t>With the Message Passing Model, communications are explicit and generally quite visible and under the control of the programmer. </a:t>
            </a:r>
          </a:p>
          <a:p>
            <a:pPr lvl="1" algn="just"/>
            <a:r>
              <a:rPr lang="en-US" dirty="0">
                <a:latin typeface="Arial" panose="020B0604020202020204" pitchFamily="34" charset="0"/>
                <a:cs typeface="Arial" panose="020B0604020202020204" pitchFamily="34" charset="0"/>
              </a:rPr>
              <a:t>With the Data Parallel Model, communications often occur transparently to the programmer, particularly on distributed memory architectures. The programmer may not even be able to know exactly how inter-task communications are being accomplished.</a:t>
            </a:r>
          </a:p>
        </p:txBody>
      </p:sp>
    </p:spTree>
    <p:custDataLst>
      <p:tags r:id="rId1"/>
    </p:custDataLst>
    <p:extLst>
      <p:ext uri="{BB962C8B-B14F-4D97-AF65-F5344CB8AC3E}">
        <p14:creationId xmlns:p14="http://schemas.microsoft.com/office/powerpoint/2010/main" val="31561147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B7326-4DCC-33D7-FFD3-FAF5A53C1AB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9D080DE-409B-F685-DBD0-90C688521FB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Factors to Consider (3)</a:t>
            </a:r>
          </a:p>
        </p:txBody>
      </p:sp>
      <p:sp>
        <p:nvSpPr>
          <p:cNvPr id="3" name="Slide Number Placeholder 2">
            <a:extLst>
              <a:ext uri="{FF2B5EF4-FFF2-40B4-BE49-F238E27FC236}">
                <a16:creationId xmlns:a16="http://schemas.microsoft.com/office/drawing/2014/main" id="{5C932A35-91DE-0359-211C-CD2FD5020135}"/>
              </a:ext>
            </a:extLst>
          </p:cNvPr>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sp>
        <p:nvSpPr>
          <p:cNvPr id="12" name="Rectangle 3">
            <a:extLst>
              <a:ext uri="{FF2B5EF4-FFF2-40B4-BE49-F238E27FC236}">
                <a16:creationId xmlns:a16="http://schemas.microsoft.com/office/drawing/2014/main" id="{C8D2C96D-E89E-7574-765A-06F0AF1F1A9F}"/>
              </a:ext>
            </a:extLst>
          </p:cNvPr>
          <p:cNvSpPr txBox="1">
            <a:spLocks noChangeArrowheads="1"/>
          </p:cNvSpPr>
          <p:nvPr/>
        </p:nvSpPr>
        <p:spPr>
          <a:xfrm>
            <a:off x="632151" y="1453242"/>
            <a:ext cx="10403712" cy="5231338"/>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Synchronous vs. Asynchronous Communications: </a:t>
            </a:r>
          </a:p>
          <a:p>
            <a:pPr lvl="1" algn="just"/>
            <a:r>
              <a:rPr lang="en-US" b="1" dirty="0">
                <a:latin typeface="Arial" panose="020B0604020202020204" pitchFamily="34" charset="0"/>
                <a:cs typeface="Arial" panose="020B0604020202020204" pitchFamily="34" charset="0"/>
              </a:rPr>
              <a:t>Synchronous </a:t>
            </a:r>
            <a:r>
              <a:rPr lang="en-US" b="1" dirty="0" smtClean="0">
                <a:latin typeface="Arial" panose="020B0604020202020204" pitchFamily="34" charset="0"/>
                <a:cs typeface="Arial" panose="020B0604020202020204" pitchFamily="34" charset="0"/>
              </a:rPr>
              <a:t>communications (</a:t>
            </a:r>
            <a:r>
              <a:rPr lang="en-US" b="1" dirty="0"/>
              <a:t>Its like </a:t>
            </a:r>
            <a:r>
              <a:rPr lang="en-US" b="1" dirty="0" smtClean="0"/>
              <a:t>two </a:t>
            </a:r>
            <a:r>
              <a:rPr lang="en-US" b="1" dirty="0"/>
              <a:t>people having a phone </a:t>
            </a:r>
            <a:r>
              <a:rPr lang="en-US" b="1" dirty="0" smtClean="0"/>
              <a:t>call)</a:t>
            </a:r>
            <a:r>
              <a:rPr lang="en-US" b="1"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require some type of "handshaking" between tasks that are sharing data. This can be explicitly structured in code by the programmer, or it may happen at a lower-level unknown to the programmer. </a:t>
            </a:r>
          </a:p>
          <a:p>
            <a:pPr lvl="1" algn="just"/>
            <a:r>
              <a:rPr lang="en-US" dirty="0">
                <a:latin typeface="Arial" panose="020B0604020202020204" pitchFamily="34" charset="0"/>
                <a:cs typeface="Arial" panose="020B0604020202020204" pitchFamily="34" charset="0"/>
              </a:rPr>
              <a:t>Synchronous communications are often referred to as </a:t>
            </a:r>
            <a:r>
              <a:rPr lang="en-US" b="1" i="1" dirty="0">
                <a:solidFill>
                  <a:srgbClr val="00B050"/>
                </a:solidFill>
                <a:latin typeface="Arial" panose="020B0604020202020204" pitchFamily="34" charset="0"/>
                <a:cs typeface="Arial" panose="020B0604020202020204" pitchFamily="34" charset="0"/>
              </a:rPr>
              <a:t>blocking</a:t>
            </a:r>
            <a:r>
              <a:rPr lang="en-US" dirty="0">
                <a:latin typeface="Arial" panose="020B0604020202020204" pitchFamily="34" charset="0"/>
                <a:cs typeface="Arial" panose="020B0604020202020204" pitchFamily="34" charset="0"/>
              </a:rPr>
              <a:t> communications since other work must wait until the communications have completed. </a:t>
            </a:r>
          </a:p>
          <a:p>
            <a:pPr lvl="1" algn="just"/>
            <a:r>
              <a:rPr lang="en-US" b="1" dirty="0">
                <a:latin typeface="Arial" panose="020B0604020202020204" pitchFamily="34" charset="0"/>
                <a:cs typeface="Arial" panose="020B0604020202020204" pitchFamily="34" charset="0"/>
              </a:rPr>
              <a:t>Asynchronous </a:t>
            </a:r>
            <a:r>
              <a:rPr lang="en-US" b="1" dirty="0" smtClean="0">
                <a:latin typeface="Arial" panose="020B0604020202020204" pitchFamily="34" charset="0"/>
                <a:cs typeface="Arial" panose="020B0604020202020204" pitchFamily="34" charset="0"/>
              </a:rPr>
              <a:t>communications (</a:t>
            </a:r>
            <a:r>
              <a:rPr lang="en-US" b="1" dirty="0"/>
              <a:t>It’s like sending a text </a:t>
            </a:r>
            <a:r>
              <a:rPr lang="en-US" b="1" dirty="0" smtClean="0"/>
              <a:t>message)</a:t>
            </a:r>
            <a:r>
              <a:rPr lang="en-US" b="1"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allow tasks to transfer data independently from one another. For example, task 1 can prepare and send a message to task 2, and then immediately begin doing other work. When task 2 actually receives the data doesn't matter. </a:t>
            </a:r>
          </a:p>
          <a:p>
            <a:pPr lvl="1" algn="just"/>
            <a:r>
              <a:rPr lang="en-US" dirty="0">
                <a:latin typeface="Arial" panose="020B0604020202020204" pitchFamily="34" charset="0"/>
                <a:cs typeface="Arial" panose="020B0604020202020204" pitchFamily="34" charset="0"/>
              </a:rPr>
              <a:t>Asynchronous communications are often referred to as </a:t>
            </a:r>
            <a:r>
              <a:rPr lang="en-US" b="1" i="1" dirty="0">
                <a:solidFill>
                  <a:srgbClr val="00B050"/>
                </a:solidFill>
                <a:latin typeface="Arial" panose="020B0604020202020204" pitchFamily="34" charset="0"/>
                <a:cs typeface="Arial" panose="020B0604020202020204" pitchFamily="34" charset="0"/>
              </a:rPr>
              <a:t>non-blocking</a:t>
            </a:r>
            <a:r>
              <a:rPr lang="en-US" dirty="0">
                <a:latin typeface="Arial" panose="020B0604020202020204" pitchFamily="34" charset="0"/>
                <a:cs typeface="Arial" panose="020B0604020202020204" pitchFamily="34" charset="0"/>
              </a:rPr>
              <a:t> communications since other work can be done while the communications are taking place. </a:t>
            </a:r>
          </a:p>
          <a:p>
            <a:pPr lvl="1" algn="just"/>
            <a:r>
              <a:rPr lang="en-US" dirty="0">
                <a:latin typeface="Arial" panose="020B0604020202020204" pitchFamily="34" charset="0"/>
                <a:cs typeface="Arial" panose="020B0604020202020204" pitchFamily="34" charset="0"/>
              </a:rPr>
              <a:t>Interleaving computation with communication is the single greatest benefit for using asynchronous communications.</a:t>
            </a:r>
          </a:p>
        </p:txBody>
      </p:sp>
    </p:spTree>
    <p:custDataLst>
      <p:tags r:id="rId1"/>
    </p:custDataLst>
    <p:extLst>
      <p:ext uri="{BB962C8B-B14F-4D97-AF65-F5344CB8AC3E}">
        <p14:creationId xmlns:p14="http://schemas.microsoft.com/office/powerpoint/2010/main" val="20084111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4B66F-52B2-D837-E664-CC7804DF83A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2E13A40-715A-C37E-3F02-BACD4C95FCD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Factors to Consider (4)</a:t>
            </a:r>
          </a:p>
        </p:txBody>
      </p:sp>
      <p:sp>
        <p:nvSpPr>
          <p:cNvPr id="3" name="Slide Number Placeholder 2">
            <a:extLst>
              <a:ext uri="{FF2B5EF4-FFF2-40B4-BE49-F238E27FC236}">
                <a16:creationId xmlns:a16="http://schemas.microsoft.com/office/drawing/2014/main" id="{347CC332-5064-7BAF-A913-E2E881A5BCBA}"/>
              </a:ext>
            </a:extLst>
          </p:cNvPr>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sp>
        <p:nvSpPr>
          <p:cNvPr id="12" name="Rectangle 3">
            <a:extLst>
              <a:ext uri="{FF2B5EF4-FFF2-40B4-BE49-F238E27FC236}">
                <a16:creationId xmlns:a16="http://schemas.microsoft.com/office/drawing/2014/main" id="{8D89E13E-4245-D9DD-4D0E-44EE3C49C673}"/>
              </a:ext>
            </a:extLst>
          </p:cNvPr>
          <p:cNvSpPr txBox="1">
            <a:spLocks noChangeArrowheads="1"/>
          </p:cNvSpPr>
          <p:nvPr/>
        </p:nvSpPr>
        <p:spPr>
          <a:xfrm>
            <a:off x="632151" y="1453242"/>
            <a:ext cx="10403712" cy="523133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Scope of Communications: </a:t>
            </a:r>
          </a:p>
          <a:p>
            <a:pPr lvl="1" algn="just"/>
            <a:r>
              <a:rPr lang="en-US" dirty="0">
                <a:latin typeface="Arial" panose="020B0604020202020204" pitchFamily="34" charset="0"/>
                <a:cs typeface="Arial" panose="020B0604020202020204" pitchFamily="34" charset="0"/>
              </a:rPr>
              <a:t>Knowing which tasks must communicate with each other is critical during the design stage of a parallel code. Both of the two </a:t>
            </a:r>
            <a:r>
              <a:rPr lang="en-US" dirty="0" err="1">
                <a:latin typeface="Arial" panose="020B0604020202020204" pitchFamily="34" charset="0"/>
                <a:cs typeface="Arial" panose="020B0604020202020204" pitchFamily="34" charset="0"/>
              </a:rPr>
              <a:t>scopings</a:t>
            </a:r>
            <a:r>
              <a:rPr lang="en-US" dirty="0">
                <a:latin typeface="Arial" panose="020B0604020202020204" pitchFamily="34" charset="0"/>
                <a:cs typeface="Arial" panose="020B0604020202020204" pitchFamily="34" charset="0"/>
              </a:rPr>
              <a:t> described below can be implemented synchronously or asynchronously. </a:t>
            </a:r>
          </a:p>
          <a:p>
            <a:pPr lvl="1" algn="just"/>
            <a:r>
              <a:rPr lang="en-US" b="1" dirty="0">
                <a:solidFill>
                  <a:srgbClr val="00B050"/>
                </a:solidFill>
                <a:latin typeface="Arial" panose="020B0604020202020204" pitchFamily="34" charset="0"/>
                <a:cs typeface="Arial" panose="020B0604020202020204" pitchFamily="34" charset="0"/>
              </a:rPr>
              <a:t>Point-to-point</a:t>
            </a:r>
            <a:r>
              <a:rPr lang="en-US" dirty="0">
                <a:latin typeface="Arial" panose="020B0604020202020204" pitchFamily="34" charset="0"/>
                <a:cs typeface="Arial" panose="020B0604020202020204" pitchFamily="34" charset="0"/>
              </a:rPr>
              <a:t> – involves two tasks with one task acting as the sender/producer of data, and the other acting as the receiver/consumer. </a:t>
            </a:r>
          </a:p>
          <a:p>
            <a:pPr lvl="1" algn="just"/>
            <a:r>
              <a:rPr lang="en-US" b="1" dirty="0">
                <a:solidFill>
                  <a:srgbClr val="00B050"/>
                </a:solidFill>
                <a:latin typeface="Arial" panose="020B0604020202020204" pitchFamily="34" charset="0"/>
                <a:cs typeface="Arial" panose="020B0604020202020204" pitchFamily="34" charset="0"/>
              </a:rPr>
              <a:t>Collective</a:t>
            </a:r>
            <a:r>
              <a:rPr lang="en-US" dirty="0">
                <a:latin typeface="Arial" panose="020B0604020202020204" pitchFamily="34" charset="0"/>
                <a:cs typeface="Arial" panose="020B0604020202020204" pitchFamily="34" charset="0"/>
              </a:rPr>
              <a:t> – involves data sharing between more than two tasks, which are often specified as being members in a common group, or collective. Some common variations (there are more):</a:t>
            </a:r>
          </a:p>
        </p:txBody>
      </p:sp>
      <p:pic>
        <p:nvPicPr>
          <p:cNvPr id="9218" name="Picture 2" descr="Examples of collective communication: broadcast, scatter, gather and reduction.">
            <a:extLst>
              <a:ext uri="{FF2B5EF4-FFF2-40B4-BE49-F238E27FC236}">
                <a16:creationId xmlns:a16="http://schemas.microsoft.com/office/drawing/2014/main" id="{72FDD9AE-A5B7-6BBB-C770-86B3CCE47B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2819" b="54618"/>
          <a:stretch/>
        </p:blipFill>
        <p:spPr bwMode="auto">
          <a:xfrm>
            <a:off x="1426781" y="4791052"/>
            <a:ext cx="2160502" cy="173736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Examples of collective communication: broadcast, scatter, gather and reduction.">
            <a:extLst>
              <a:ext uri="{FF2B5EF4-FFF2-40B4-BE49-F238E27FC236}">
                <a16:creationId xmlns:a16="http://schemas.microsoft.com/office/drawing/2014/main" id="{AA56B082-F7F7-6B8B-DB38-1D6AE4AE37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035" b="54249"/>
          <a:stretch/>
        </p:blipFill>
        <p:spPr bwMode="auto">
          <a:xfrm>
            <a:off x="3704357" y="4763815"/>
            <a:ext cx="2364149" cy="1828800"/>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Examples of collective communication: broadcast, scatter, gather and reduction.">
            <a:extLst>
              <a:ext uri="{FF2B5EF4-FFF2-40B4-BE49-F238E27FC236}">
                <a16:creationId xmlns:a16="http://schemas.microsoft.com/office/drawing/2014/main" id="{9FBB6A2C-6BE8-1F8D-8F0B-BBE5C15070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249" r="61035"/>
          <a:stretch/>
        </p:blipFill>
        <p:spPr bwMode="auto">
          <a:xfrm>
            <a:off x="6303587" y="4713705"/>
            <a:ext cx="2364147" cy="1828800"/>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Examples of collective communication: broadcast, scatter, gather and reduction.">
            <a:extLst>
              <a:ext uri="{FF2B5EF4-FFF2-40B4-BE49-F238E27FC236}">
                <a16:creationId xmlns:a16="http://schemas.microsoft.com/office/drawing/2014/main" id="{3FAB8CBD-7F13-42E3-178E-188A858EE7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738" t="54249"/>
          <a:stretch/>
        </p:blipFill>
        <p:spPr bwMode="auto">
          <a:xfrm>
            <a:off x="8786653" y="4696460"/>
            <a:ext cx="2260770" cy="18288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32518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969F6-9BB6-362F-4501-1CA94109D42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0D11611-6827-01F3-C61A-8FF2F736353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Factors to Consider (5)</a:t>
            </a:r>
          </a:p>
        </p:txBody>
      </p:sp>
      <p:sp>
        <p:nvSpPr>
          <p:cNvPr id="3" name="Slide Number Placeholder 2">
            <a:extLst>
              <a:ext uri="{FF2B5EF4-FFF2-40B4-BE49-F238E27FC236}">
                <a16:creationId xmlns:a16="http://schemas.microsoft.com/office/drawing/2014/main" id="{AB007E2B-C4FB-E820-A33B-646F72E2C964}"/>
              </a:ext>
            </a:extLst>
          </p:cNvPr>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sp>
        <p:nvSpPr>
          <p:cNvPr id="12" name="Rectangle 3">
            <a:extLst>
              <a:ext uri="{FF2B5EF4-FFF2-40B4-BE49-F238E27FC236}">
                <a16:creationId xmlns:a16="http://schemas.microsoft.com/office/drawing/2014/main" id="{47814330-73DC-5FDA-C497-626D32752D10}"/>
              </a:ext>
            </a:extLst>
          </p:cNvPr>
          <p:cNvSpPr txBox="1">
            <a:spLocks noChangeArrowheads="1"/>
          </p:cNvSpPr>
          <p:nvPr/>
        </p:nvSpPr>
        <p:spPr>
          <a:xfrm>
            <a:off x="632151" y="1453242"/>
            <a:ext cx="10403712" cy="523133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Efficiency of Communications: </a:t>
            </a:r>
          </a:p>
          <a:p>
            <a:pPr lvl="1" algn="just"/>
            <a:r>
              <a:rPr lang="en-US" dirty="0">
                <a:latin typeface="Arial" panose="020B0604020202020204" pitchFamily="34" charset="0"/>
                <a:cs typeface="Arial" panose="020B0604020202020204" pitchFamily="34" charset="0"/>
              </a:rPr>
              <a:t>Oftentimes, the programmer has choices that can affect communications performance. Only a few are mentioned here.</a:t>
            </a:r>
          </a:p>
          <a:p>
            <a:pPr lvl="1" algn="just"/>
            <a:r>
              <a:rPr lang="en-US" dirty="0">
                <a:latin typeface="Arial" panose="020B0604020202020204" pitchFamily="34" charset="0"/>
                <a:cs typeface="Arial" panose="020B0604020202020204" pitchFamily="34" charset="0"/>
              </a:rPr>
              <a:t>Which implementation for a given model should be used? Using the Message Passing Model as an example, one MPI implementation may be faster on a given hardware platform than another. </a:t>
            </a:r>
          </a:p>
          <a:p>
            <a:pPr lvl="1" algn="just"/>
            <a:r>
              <a:rPr lang="en-US" dirty="0">
                <a:latin typeface="Arial" panose="020B0604020202020204" pitchFamily="34" charset="0"/>
                <a:cs typeface="Arial" panose="020B0604020202020204" pitchFamily="34" charset="0"/>
              </a:rPr>
              <a:t>What type of communication operations should be used? As mentioned previously, asynchronous communication operations can improve overall program performance. </a:t>
            </a:r>
          </a:p>
          <a:p>
            <a:pPr lvl="1" algn="just"/>
            <a:r>
              <a:rPr lang="en-US" dirty="0">
                <a:latin typeface="Arial" panose="020B0604020202020204" pitchFamily="34" charset="0"/>
                <a:cs typeface="Arial" panose="020B0604020202020204" pitchFamily="34" charset="0"/>
              </a:rPr>
              <a:t>Network media – different platforms use different networks. Some networks perform better than others. Choosing a platform with a faster network may be an option.</a:t>
            </a:r>
          </a:p>
        </p:txBody>
      </p:sp>
    </p:spTree>
    <p:custDataLst>
      <p:tags r:id="rId1"/>
    </p:custDataLst>
    <p:extLst>
      <p:ext uri="{BB962C8B-B14F-4D97-AF65-F5344CB8AC3E}">
        <p14:creationId xmlns:p14="http://schemas.microsoft.com/office/powerpoint/2010/main" val="32996427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33238-AD31-4E9D-66DB-0DE1BA9B2E4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154A63C-5864-7FD8-076E-6F21C52F456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Factors to Consider (6)</a:t>
            </a:r>
          </a:p>
        </p:txBody>
      </p:sp>
      <p:sp>
        <p:nvSpPr>
          <p:cNvPr id="3" name="Slide Number Placeholder 2">
            <a:extLst>
              <a:ext uri="{FF2B5EF4-FFF2-40B4-BE49-F238E27FC236}">
                <a16:creationId xmlns:a16="http://schemas.microsoft.com/office/drawing/2014/main" id="{510C27D4-276D-34EA-A5FE-654132B90DF6}"/>
              </a:ext>
            </a:extLst>
          </p:cNvPr>
          <p:cNvSpPr>
            <a:spLocks noGrp="1"/>
          </p:cNvSpPr>
          <p:nvPr>
            <p:ph type="sldNum" sz="quarter" idx="12"/>
          </p:nvPr>
        </p:nvSpPr>
        <p:spPr/>
        <p:txBody>
          <a:bodyPr/>
          <a:lstStyle/>
          <a:p>
            <a:fld id="{3485D9CA-6DAA-4C3C-A3E2-EDEA918D5F89}" type="slidenum">
              <a:rPr lang="en-US">
                <a:latin typeface="Calibri"/>
              </a:rPr>
              <a:pPr/>
              <a:t>23</a:t>
            </a:fld>
            <a:endParaRPr lang="en-US">
              <a:latin typeface="Calibri"/>
            </a:endParaRPr>
          </a:p>
        </p:txBody>
      </p:sp>
      <p:sp>
        <p:nvSpPr>
          <p:cNvPr id="12" name="Rectangle 3">
            <a:extLst>
              <a:ext uri="{FF2B5EF4-FFF2-40B4-BE49-F238E27FC236}">
                <a16:creationId xmlns:a16="http://schemas.microsoft.com/office/drawing/2014/main" id="{FA274B52-9917-75A7-817A-4015112422EA}"/>
              </a:ext>
            </a:extLst>
          </p:cNvPr>
          <p:cNvSpPr txBox="1">
            <a:spLocks noChangeArrowheads="1"/>
          </p:cNvSpPr>
          <p:nvPr/>
        </p:nvSpPr>
        <p:spPr>
          <a:xfrm>
            <a:off x="632151" y="1453242"/>
            <a:ext cx="10403712" cy="523133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Overhead and Complexity: </a:t>
            </a:r>
          </a:p>
        </p:txBody>
      </p:sp>
      <p:pic>
        <p:nvPicPr>
          <p:cNvPr id="33796" name="Picture 4" descr="Callgraph of parallel hello world program">
            <a:extLst>
              <a:ext uri="{FF2B5EF4-FFF2-40B4-BE49-F238E27FC236}">
                <a16:creationId xmlns:a16="http://schemas.microsoft.com/office/drawing/2014/main" id="{5794855F-8706-282C-F0B5-C35CB9CA2C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665" y="1950655"/>
            <a:ext cx="8818515" cy="479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43462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02135-B4A7-0685-B03D-EEBCB853B3D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CF201AF-7E42-65C3-305E-3FFB532ABA4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Factors to Consider (7)</a:t>
            </a:r>
          </a:p>
        </p:txBody>
      </p:sp>
      <p:sp>
        <p:nvSpPr>
          <p:cNvPr id="3" name="Slide Number Placeholder 2">
            <a:extLst>
              <a:ext uri="{FF2B5EF4-FFF2-40B4-BE49-F238E27FC236}">
                <a16:creationId xmlns:a16="http://schemas.microsoft.com/office/drawing/2014/main" id="{8459CB32-A46D-F52D-D2EA-30122D7F7557}"/>
              </a:ext>
            </a:extLst>
          </p:cNvPr>
          <p:cNvSpPr>
            <a:spLocks noGrp="1"/>
          </p:cNvSpPr>
          <p:nvPr>
            <p:ph type="sldNum" sz="quarter" idx="12"/>
          </p:nvPr>
        </p:nvSpPr>
        <p:spPr/>
        <p:txBody>
          <a:bodyPr/>
          <a:lstStyle/>
          <a:p>
            <a:fld id="{3485D9CA-6DAA-4C3C-A3E2-EDEA918D5F89}" type="slidenum">
              <a:rPr lang="en-US">
                <a:latin typeface="Calibri"/>
              </a:rPr>
              <a:pPr/>
              <a:t>24</a:t>
            </a:fld>
            <a:endParaRPr lang="en-US">
              <a:latin typeface="Calibri"/>
            </a:endParaRPr>
          </a:p>
        </p:txBody>
      </p:sp>
      <p:sp>
        <p:nvSpPr>
          <p:cNvPr id="12" name="Rectangle 3">
            <a:extLst>
              <a:ext uri="{FF2B5EF4-FFF2-40B4-BE49-F238E27FC236}">
                <a16:creationId xmlns:a16="http://schemas.microsoft.com/office/drawing/2014/main" id="{4977658D-D056-DB2A-5DE3-3A3AB67A10CA}"/>
              </a:ext>
            </a:extLst>
          </p:cNvPr>
          <p:cNvSpPr txBox="1">
            <a:spLocks noChangeArrowheads="1"/>
          </p:cNvSpPr>
          <p:nvPr/>
        </p:nvSpPr>
        <p:spPr>
          <a:xfrm>
            <a:off x="632151" y="1453242"/>
            <a:ext cx="10403712" cy="523133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Finally, realize that this is only a partial list of things to consider!!! </a:t>
            </a:r>
          </a:p>
        </p:txBody>
      </p:sp>
    </p:spTree>
    <p:custDataLst>
      <p:tags r:id="rId1"/>
    </p:custDataLst>
    <p:extLst>
      <p:ext uri="{BB962C8B-B14F-4D97-AF65-F5344CB8AC3E}">
        <p14:creationId xmlns:p14="http://schemas.microsoft.com/office/powerpoint/2010/main" val="29460173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EBA8-3D84-5751-22B3-D14EA9F0464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4204F2C-A738-1AA4-1E31-91705EA6E650}"/>
              </a:ext>
            </a:extLst>
          </p:cNvPr>
          <p:cNvSpPr>
            <a:spLocks noGrp="1" noChangeArrowheads="1"/>
          </p:cNvSpPr>
          <p:nvPr>
            <p:ph type="title"/>
          </p:nvPr>
        </p:nvSpPr>
        <p:spPr>
          <a:xfrm>
            <a:off x="764620" y="554038"/>
            <a:ext cx="10241280" cy="407507"/>
          </a:xfrm>
        </p:spPr>
        <p:txBody>
          <a:bodyPr/>
          <a:lstStyle/>
          <a:p>
            <a:r>
              <a:rPr lang="en-US" sz="4000" dirty="0">
                <a:latin typeface="Arial" panose="020B0604020202020204" pitchFamily="34" charset="0"/>
                <a:cs typeface="Arial" panose="020B0604020202020204" pitchFamily="34" charset="0"/>
              </a:rPr>
              <a:t>Types of Synchronization</a:t>
            </a:r>
          </a:p>
        </p:txBody>
      </p:sp>
      <p:sp>
        <p:nvSpPr>
          <p:cNvPr id="3" name="Slide Number Placeholder 2">
            <a:extLst>
              <a:ext uri="{FF2B5EF4-FFF2-40B4-BE49-F238E27FC236}">
                <a16:creationId xmlns:a16="http://schemas.microsoft.com/office/drawing/2014/main" id="{8E3BCA4B-8B51-4CE2-79A2-17A2EABB7676}"/>
              </a:ext>
            </a:extLst>
          </p:cNvPr>
          <p:cNvSpPr>
            <a:spLocks noGrp="1"/>
          </p:cNvSpPr>
          <p:nvPr>
            <p:ph type="sldNum" sz="quarter" idx="12"/>
          </p:nvPr>
        </p:nvSpPr>
        <p:spPr/>
        <p:txBody>
          <a:bodyPr/>
          <a:lstStyle/>
          <a:p>
            <a:fld id="{3485D9CA-6DAA-4C3C-A3E2-EDEA918D5F89}" type="slidenum">
              <a:rPr lang="en-US">
                <a:latin typeface="Calibri"/>
              </a:rPr>
              <a:pPr/>
              <a:t>25</a:t>
            </a:fld>
            <a:endParaRPr lang="en-US">
              <a:latin typeface="Calibri"/>
            </a:endParaRPr>
          </a:p>
        </p:txBody>
      </p:sp>
      <p:sp>
        <p:nvSpPr>
          <p:cNvPr id="12" name="Rectangle 3">
            <a:extLst>
              <a:ext uri="{FF2B5EF4-FFF2-40B4-BE49-F238E27FC236}">
                <a16:creationId xmlns:a16="http://schemas.microsoft.com/office/drawing/2014/main" id="{E1C2CFD4-5DD1-ABAA-820D-2EF0179AE4DD}"/>
              </a:ext>
            </a:extLst>
          </p:cNvPr>
          <p:cNvSpPr txBox="1">
            <a:spLocks noChangeArrowheads="1"/>
          </p:cNvSpPr>
          <p:nvPr/>
        </p:nvSpPr>
        <p:spPr>
          <a:xfrm>
            <a:off x="632150" y="1453241"/>
            <a:ext cx="10485029" cy="570430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000" b="1" dirty="0">
                <a:solidFill>
                  <a:srgbClr val="FF0000"/>
                </a:solidFill>
                <a:latin typeface="Arial" panose="020B0604020202020204" pitchFamily="34" charset="0"/>
                <a:cs typeface="Arial" panose="020B0604020202020204" pitchFamily="34" charset="0"/>
              </a:rPr>
              <a:t>Barrier: </a:t>
            </a:r>
          </a:p>
          <a:p>
            <a:pPr lvl="1" algn="just"/>
            <a:r>
              <a:rPr lang="en-US" sz="1800" dirty="0">
                <a:latin typeface="Arial" panose="020B0604020202020204" pitchFamily="34" charset="0"/>
                <a:cs typeface="Arial" panose="020B0604020202020204" pitchFamily="34" charset="0"/>
              </a:rPr>
              <a:t>Usually implies that all tasks are </a:t>
            </a:r>
            <a:r>
              <a:rPr lang="en-US" sz="1800" dirty="0" smtClean="0">
                <a:latin typeface="Arial" panose="020B0604020202020204" pitchFamily="34" charset="0"/>
                <a:cs typeface="Arial" panose="020B0604020202020204" pitchFamily="34" charset="0"/>
              </a:rPr>
              <a:t>involved. </a:t>
            </a:r>
            <a:endParaRPr lang="en-US" sz="1800" dirty="0">
              <a:latin typeface="Arial" panose="020B0604020202020204" pitchFamily="34" charset="0"/>
              <a:cs typeface="Arial" panose="020B0604020202020204" pitchFamily="34" charset="0"/>
            </a:endParaRPr>
          </a:p>
          <a:p>
            <a:pPr lvl="1" algn="just"/>
            <a:r>
              <a:rPr lang="en-US" sz="1800" dirty="0">
                <a:latin typeface="Arial" panose="020B0604020202020204" pitchFamily="34" charset="0"/>
                <a:cs typeface="Arial" panose="020B0604020202020204" pitchFamily="34" charset="0"/>
              </a:rPr>
              <a:t>Each task performs its work until it reaches the barrier. It then stops, or "blocks". </a:t>
            </a:r>
          </a:p>
          <a:p>
            <a:pPr lvl="1" algn="just"/>
            <a:r>
              <a:rPr lang="en-US" sz="1800" dirty="0">
                <a:latin typeface="Arial" panose="020B0604020202020204" pitchFamily="34" charset="0"/>
                <a:cs typeface="Arial" panose="020B0604020202020204" pitchFamily="34" charset="0"/>
              </a:rPr>
              <a:t>When the last task reaches the barrier, all tasks are synchronized and released. </a:t>
            </a:r>
          </a:p>
          <a:p>
            <a:pPr algn="just"/>
            <a:r>
              <a:rPr lang="en-US" sz="2000" b="1" dirty="0">
                <a:solidFill>
                  <a:srgbClr val="FF0000"/>
                </a:solidFill>
                <a:latin typeface="Arial" panose="020B0604020202020204" pitchFamily="34" charset="0"/>
                <a:cs typeface="Arial" panose="020B0604020202020204" pitchFamily="34" charset="0"/>
              </a:rPr>
              <a:t>Locks/Semaphore: </a:t>
            </a:r>
          </a:p>
          <a:p>
            <a:pPr lvl="1" algn="just"/>
            <a:r>
              <a:rPr lang="en-US" sz="1800" dirty="0">
                <a:latin typeface="Arial" panose="020B0604020202020204" pitchFamily="34" charset="0"/>
                <a:cs typeface="Arial" panose="020B0604020202020204" pitchFamily="34" charset="0"/>
              </a:rPr>
              <a:t>Can involve any number of tasks </a:t>
            </a:r>
          </a:p>
          <a:p>
            <a:pPr lvl="1" algn="just"/>
            <a:r>
              <a:rPr lang="en-US" sz="1800" dirty="0">
                <a:latin typeface="Arial" panose="020B0604020202020204" pitchFamily="34" charset="0"/>
                <a:cs typeface="Arial" panose="020B0604020202020204" pitchFamily="34" charset="0"/>
              </a:rPr>
              <a:t>Typically used to “protect” access to the critical section of code. Only one task at a time may use (own) the lock / semaphore / flag. </a:t>
            </a:r>
          </a:p>
          <a:p>
            <a:pPr lvl="1" algn="just"/>
            <a:r>
              <a:rPr lang="en-US" sz="1800" dirty="0">
                <a:latin typeface="Arial" panose="020B0604020202020204" pitchFamily="34" charset="0"/>
                <a:cs typeface="Arial" panose="020B0604020202020204" pitchFamily="34" charset="0"/>
              </a:rPr>
              <a:t>The first task to acquire the lock "sets" it and then safely access the critical section. </a:t>
            </a:r>
          </a:p>
          <a:p>
            <a:pPr lvl="1" algn="just"/>
            <a:r>
              <a:rPr lang="en-US" sz="1800" dirty="0">
                <a:latin typeface="Arial" panose="020B0604020202020204" pitchFamily="34" charset="0"/>
                <a:cs typeface="Arial" panose="020B0604020202020204" pitchFamily="34" charset="0"/>
              </a:rPr>
              <a:t>Other tasks attempting to acquire the lock must wait until the task owning the lock releases it. </a:t>
            </a:r>
          </a:p>
          <a:p>
            <a:pPr lvl="1" algn="just"/>
            <a:r>
              <a:rPr lang="en-US" sz="1800" dirty="0">
                <a:latin typeface="Arial" panose="020B0604020202020204" pitchFamily="34" charset="0"/>
                <a:cs typeface="Arial" panose="020B0604020202020204" pitchFamily="34" charset="0"/>
              </a:rPr>
              <a:t>Can be blocking or non-blocking</a:t>
            </a:r>
          </a:p>
          <a:p>
            <a:pPr algn="just"/>
            <a:r>
              <a:rPr lang="en-US" sz="2000" b="1" dirty="0">
                <a:solidFill>
                  <a:srgbClr val="FF0000"/>
                </a:solidFill>
                <a:latin typeface="Arial" panose="020B0604020202020204" pitchFamily="34" charset="0"/>
                <a:cs typeface="Arial" panose="020B0604020202020204" pitchFamily="34" charset="0"/>
              </a:rPr>
              <a:t>Synchronization Communication Operations: </a:t>
            </a:r>
          </a:p>
          <a:p>
            <a:pPr lvl="1" algn="just"/>
            <a:r>
              <a:rPr lang="en-US" sz="1800" dirty="0">
                <a:latin typeface="Arial" panose="020B0604020202020204" pitchFamily="34" charset="0"/>
                <a:cs typeface="Arial" panose="020B0604020202020204" pitchFamily="34" charset="0"/>
              </a:rPr>
              <a:t>Involves only those tasks executing a communication operation </a:t>
            </a:r>
          </a:p>
          <a:p>
            <a:pPr lvl="1" algn="just"/>
            <a:r>
              <a:rPr lang="en-US" sz="1800" dirty="0">
                <a:latin typeface="Arial" panose="020B0604020202020204" pitchFamily="34" charset="0"/>
                <a:cs typeface="Arial" panose="020B0604020202020204" pitchFamily="34" charset="0"/>
              </a:rPr>
              <a:t>Tasks performing a communication operation between them require some form of coordination. For example, before a task can perform a send operation, it must first receive an acknowledgment from the receiving task that it is OK to send.</a:t>
            </a:r>
          </a:p>
        </p:txBody>
      </p:sp>
    </p:spTree>
    <p:custDataLst>
      <p:tags r:id="rId1"/>
    </p:custDataLst>
    <p:extLst>
      <p:ext uri="{BB962C8B-B14F-4D97-AF65-F5344CB8AC3E}">
        <p14:creationId xmlns:p14="http://schemas.microsoft.com/office/powerpoint/2010/main" val="40263238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FD5D2-9650-871A-EC48-A78C9248B99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634E419-ECA8-519D-A648-4F6C2AEC331B}"/>
              </a:ext>
            </a:extLst>
          </p:cNvPr>
          <p:cNvSpPr>
            <a:spLocks noGrp="1" noChangeArrowheads="1"/>
          </p:cNvSpPr>
          <p:nvPr>
            <p:ph type="title"/>
          </p:nvPr>
        </p:nvSpPr>
        <p:spPr>
          <a:xfrm>
            <a:off x="764620" y="554038"/>
            <a:ext cx="10241280" cy="407507"/>
          </a:xfrm>
        </p:spPr>
        <p:txBody>
          <a:bodyPr/>
          <a:lstStyle/>
          <a:p>
            <a:r>
              <a:rPr lang="en-US" sz="4000" dirty="0">
                <a:latin typeface="Arial" panose="020B0604020202020204" pitchFamily="34" charset="0"/>
                <a:cs typeface="Arial" panose="020B0604020202020204" pitchFamily="34" charset="0"/>
              </a:rPr>
              <a:t>Data Dependencies</a:t>
            </a:r>
          </a:p>
        </p:txBody>
      </p:sp>
      <p:sp>
        <p:nvSpPr>
          <p:cNvPr id="3" name="Slide Number Placeholder 2">
            <a:extLst>
              <a:ext uri="{FF2B5EF4-FFF2-40B4-BE49-F238E27FC236}">
                <a16:creationId xmlns:a16="http://schemas.microsoft.com/office/drawing/2014/main" id="{C9E2A090-729D-FCF5-D48A-12B9D89A6E98}"/>
              </a:ext>
            </a:extLst>
          </p:cNvPr>
          <p:cNvSpPr>
            <a:spLocks noGrp="1"/>
          </p:cNvSpPr>
          <p:nvPr>
            <p:ph type="sldNum" sz="quarter" idx="12"/>
          </p:nvPr>
        </p:nvSpPr>
        <p:spPr/>
        <p:txBody>
          <a:bodyPr/>
          <a:lstStyle/>
          <a:p>
            <a:fld id="{3485D9CA-6DAA-4C3C-A3E2-EDEA918D5F89}" type="slidenum">
              <a:rPr lang="en-US">
                <a:latin typeface="Calibri"/>
              </a:rPr>
              <a:pPr/>
              <a:t>26</a:t>
            </a:fld>
            <a:endParaRPr lang="en-US">
              <a:latin typeface="Calibri"/>
            </a:endParaRPr>
          </a:p>
        </p:txBody>
      </p:sp>
      <p:sp>
        <p:nvSpPr>
          <p:cNvPr id="12" name="Rectangle 3">
            <a:extLst>
              <a:ext uri="{FF2B5EF4-FFF2-40B4-BE49-F238E27FC236}">
                <a16:creationId xmlns:a16="http://schemas.microsoft.com/office/drawing/2014/main" id="{D869EC6A-0AA1-156D-B369-EF3A0901D5A6}"/>
              </a:ext>
            </a:extLst>
          </p:cNvPr>
          <p:cNvSpPr txBox="1">
            <a:spLocks noChangeArrowheads="1"/>
          </p:cNvSpPr>
          <p:nvPr/>
        </p:nvSpPr>
        <p:spPr>
          <a:xfrm>
            <a:off x="632151" y="1453241"/>
            <a:ext cx="514380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a:t>
            </a:r>
            <a:r>
              <a:rPr lang="en-US" b="1" i="1" dirty="0">
                <a:solidFill>
                  <a:srgbClr val="FF0000"/>
                </a:solidFill>
                <a:latin typeface="Arial" panose="020B0604020202020204" pitchFamily="34" charset="0"/>
                <a:cs typeface="Arial" panose="020B0604020202020204" pitchFamily="34" charset="0"/>
              </a:rPr>
              <a:t>dependence</a:t>
            </a:r>
            <a:r>
              <a:rPr lang="en-US" dirty="0">
                <a:latin typeface="Arial" panose="020B0604020202020204" pitchFamily="34" charset="0"/>
                <a:cs typeface="Arial" panose="020B0604020202020204" pitchFamily="34" charset="0"/>
              </a:rPr>
              <a:t> exists between program statements when the order of statement execution affects the results of the program.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 </a:t>
            </a:r>
            <a:r>
              <a:rPr lang="en-US" b="1" i="1" dirty="0">
                <a:solidFill>
                  <a:srgbClr val="FF0000"/>
                </a:solidFill>
                <a:latin typeface="Arial" panose="020B0604020202020204" pitchFamily="34" charset="0"/>
                <a:cs typeface="Arial" panose="020B0604020202020204" pitchFamily="34" charset="0"/>
              </a:rPr>
              <a:t>data dependence </a:t>
            </a:r>
            <a:r>
              <a:rPr lang="en-US" dirty="0">
                <a:latin typeface="Arial" panose="020B0604020202020204" pitchFamily="34" charset="0"/>
                <a:cs typeface="Arial" panose="020B0604020202020204" pitchFamily="34" charset="0"/>
              </a:rPr>
              <a:t>results from multiple use of the same location(s) in storage by different tasks.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Dependencies are important to parallel programming because they are one of the primary inhibitors to parallelism.</a:t>
            </a:r>
          </a:p>
          <a:p>
            <a:pPr algn="just"/>
            <a:endParaRPr lang="en-US" sz="1200" dirty="0">
              <a:latin typeface="Arial" panose="020B0604020202020204" pitchFamily="34" charset="0"/>
              <a:cs typeface="Arial" panose="020B0604020202020204" pitchFamily="34" charset="0"/>
            </a:endParaRPr>
          </a:p>
        </p:txBody>
      </p:sp>
      <p:pic>
        <p:nvPicPr>
          <p:cNvPr id="10242" name="Picture 2" descr="Data dependencies">
            <a:extLst>
              <a:ext uri="{FF2B5EF4-FFF2-40B4-BE49-F238E27FC236}">
                <a16:creationId xmlns:a16="http://schemas.microsoft.com/office/drawing/2014/main" id="{A64C9354-5BB0-C3F3-8257-05B880950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0282" y="1453241"/>
            <a:ext cx="4881133" cy="485072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640110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FD7E-037C-9678-0209-69E08541C8A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746C986-0E63-6BC7-C119-44D9E6C68AB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1: Loop Carried Data Dependence</a:t>
            </a:r>
          </a:p>
        </p:txBody>
      </p:sp>
      <p:sp>
        <p:nvSpPr>
          <p:cNvPr id="3" name="Slide Number Placeholder 2">
            <a:extLst>
              <a:ext uri="{FF2B5EF4-FFF2-40B4-BE49-F238E27FC236}">
                <a16:creationId xmlns:a16="http://schemas.microsoft.com/office/drawing/2014/main" id="{856E9DFC-22AA-533A-7795-1E5B746130E7}"/>
              </a:ext>
            </a:extLst>
          </p:cNvPr>
          <p:cNvSpPr>
            <a:spLocks noGrp="1"/>
          </p:cNvSpPr>
          <p:nvPr>
            <p:ph type="sldNum" sz="quarter" idx="12"/>
          </p:nvPr>
        </p:nvSpPr>
        <p:spPr/>
        <p:txBody>
          <a:bodyPr/>
          <a:lstStyle/>
          <a:p>
            <a:fld id="{3485D9CA-6DAA-4C3C-A3E2-EDEA918D5F89}" type="slidenum">
              <a:rPr lang="en-US">
                <a:latin typeface="Calibri"/>
              </a:rPr>
              <a:pPr/>
              <a:t>27</a:t>
            </a:fld>
            <a:endParaRPr lang="en-US">
              <a:latin typeface="Calibri"/>
            </a:endParaRPr>
          </a:p>
        </p:txBody>
      </p:sp>
      <p:sp>
        <p:nvSpPr>
          <p:cNvPr id="12" name="Rectangle 3">
            <a:extLst>
              <a:ext uri="{FF2B5EF4-FFF2-40B4-BE49-F238E27FC236}">
                <a16:creationId xmlns:a16="http://schemas.microsoft.com/office/drawing/2014/main" id="{2E3C778D-3828-DBB8-9BC5-49988B60E837}"/>
              </a:ext>
            </a:extLst>
          </p:cNvPr>
          <p:cNvSpPr txBox="1">
            <a:spLocks noChangeArrowheads="1"/>
          </p:cNvSpPr>
          <p:nvPr/>
        </p:nvSpPr>
        <p:spPr>
          <a:xfrm>
            <a:off x="632151" y="2895600"/>
            <a:ext cx="10401609" cy="396240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value of </a:t>
            </a:r>
            <a:r>
              <a:rPr lang="en-US" b="1" dirty="0">
                <a:latin typeface="Courier New" panose="02070309020205020404" pitchFamily="49" charset="0"/>
                <a:cs typeface="Courier New" panose="02070309020205020404" pitchFamily="49" charset="0"/>
              </a:rPr>
              <a:t>A(J-1)</a:t>
            </a:r>
            <a:r>
              <a:rPr lang="en-US" dirty="0">
                <a:latin typeface="Arial" panose="020B0604020202020204" pitchFamily="34" charset="0"/>
                <a:cs typeface="Arial" panose="020B0604020202020204" pitchFamily="34" charset="0"/>
              </a:rPr>
              <a:t> must be computed before the value of </a:t>
            </a:r>
            <a:r>
              <a:rPr lang="en-US" b="1" dirty="0">
                <a:latin typeface="Courier New" panose="02070309020205020404" pitchFamily="49" charset="0"/>
                <a:cs typeface="Courier New" panose="02070309020205020404" pitchFamily="49" charset="0"/>
              </a:rPr>
              <a:t>A(J);</a:t>
            </a:r>
            <a:r>
              <a:rPr lang="en-US" dirty="0">
                <a:latin typeface="Arial" panose="020B0604020202020204" pitchFamily="34" charset="0"/>
                <a:cs typeface="Arial" panose="020B0604020202020204" pitchFamily="34" charset="0"/>
              </a:rPr>
              <a:t> therefore </a:t>
            </a:r>
            <a:r>
              <a:rPr lang="en-US" b="1" dirty="0">
                <a:latin typeface="Courier New" panose="02070309020205020404" pitchFamily="49" charset="0"/>
                <a:cs typeface="Courier New" panose="02070309020205020404" pitchFamily="49" charset="0"/>
              </a:rPr>
              <a:t>A(J) </a:t>
            </a:r>
            <a:r>
              <a:rPr lang="en-US" dirty="0">
                <a:latin typeface="Arial" panose="020B0604020202020204" pitchFamily="34" charset="0"/>
                <a:cs typeface="Arial" panose="020B0604020202020204" pitchFamily="34" charset="0"/>
              </a:rPr>
              <a:t>exhibits a data dependency on </a:t>
            </a:r>
            <a:r>
              <a:rPr lang="en-US" b="1" dirty="0">
                <a:latin typeface="Courier New" panose="02070309020205020404" pitchFamily="49" charset="0"/>
                <a:cs typeface="Courier New" panose="02070309020205020404" pitchFamily="49" charset="0"/>
              </a:rPr>
              <a:t>A(J-1)</a:t>
            </a:r>
            <a:r>
              <a:rPr lang="en-US" dirty="0">
                <a:latin typeface="Arial" panose="020B0604020202020204" pitchFamily="34" charset="0"/>
                <a:cs typeface="Arial" panose="020B0604020202020204" pitchFamily="34" charset="0"/>
              </a:rPr>
              <a:t>. Parallelism is inhibited. </a:t>
            </a:r>
          </a:p>
          <a:p>
            <a:pPr algn="just"/>
            <a:r>
              <a:rPr lang="en-US" dirty="0">
                <a:latin typeface="Arial" panose="020B0604020202020204" pitchFamily="34" charset="0"/>
                <a:cs typeface="Arial" panose="020B0604020202020204" pitchFamily="34" charset="0"/>
              </a:rPr>
              <a:t>If Task 2 has </a:t>
            </a:r>
            <a:r>
              <a:rPr lang="en-US" b="1" dirty="0">
                <a:latin typeface="Courier New" panose="02070309020205020404" pitchFamily="49" charset="0"/>
                <a:cs typeface="Courier New" panose="02070309020205020404" pitchFamily="49" charset="0"/>
              </a:rPr>
              <a:t>A(J)</a:t>
            </a:r>
            <a:r>
              <a:rPr lang="en-US" dirty="0">
                <a:latin typeface="Arial" panose="020B0604020202020204" pitchFamily="34" charset="0"/>
                <a:cs typeface="Arial" panose="020B0604020202020204" pitchFamily="34" charset="0"/>
              </a:rPr>
              <a:t> and task 1 has </a:t>
            </a:r>
            <a:r>
              <a:rPr lang="en-US" b="1" dirty="0">
                <a:latin typeface="Courier New" panose="02070309020205020404" pitchFamily="49" charset="0"/>
                <a:cs typeface="Courier New" panose="02070309020205020404" pitchFamily="49" charset="0"/>
              </a:rPr>
              <a:t>A(J-1)</a:t>
            </a:r>
            <a:r>
              <a:rPr lang="en-US" dirty="0">
                <a:latin typeface="Arial" panose="020B0604020202020204" pitchFamily="34" charset="0"/>
                <a:cs typeface="Arial" panose="020B0604020202020204" pitchFamily="34" charset="0"/>
              </a:rPr>
              <a:t>, computing the correct value of </a:t>
            </a:r>
            <a:r>
              <a:rPr lang="en-US" b="1" dirty="0">
                <a:latin typeface="Courier New" panose="02070309020205020404" pitchFamily="49" charset="0"/>
                <a:cs typeface="Courier New" panose="02070309020205020404" pitchFamily="49" charset="0"/>
              </a:rPr>
              <a:t>A(J)</a:t>
            </a:r>
            <a:r>
              <a:rPr lang="en-US" dirty="0">
                <a:latin typeface="Arial" panose="020B0604020202020204" pitchFamily="34" charset="0"/>
                <a:cs typeface="Arial" panose="020B0604020202020204" pitchFamily="34" charset="0"/>
              </a:rPr>
              <a:t> necessitates:</a:t>
            </a:r>
          </a:p>
          <a:p>
            <a:pPr lvl="1" algn="just"/>
            <a:r>
              <a:rPr lang="en-US" dirty="0">
                <a:latin typeface="Arial" panose="020B0604020202020204" pitchFamily="34" charset="0"/>
                <a:cs typeface="Arial" panose="020B0604020202020204" pitchFamily="34" charset="0"/>
              </a:rPr>
              <a:t>Distributed memory architecture - task 2 must obtain the value of </a:t>
            </a:r>
            <a:r>
              <a:rPr lang="en-US" b="1" dirty="0">
                <a:latin typeface="Courier New" panose="02070309020205020404" pitchFamily="49" charset="0"/>
                <a:cs typeface="Courier New" panose="02070309020205020404" pitchFamily="49" charset="0"/>
              </a:rPr>
              <a:t>A(J-1)</a:t>
            </a:r>
            <a:r>
              <a:rPr lang="en-US" dirty="0">
                <a:latin typeface="Arial" panose="020B0604020202020204" pitchFamily="34" charset="0"/>
                <a:cs typeface="Arial" panose="020B0604020202020204" pitchFamily="34" charset="0"/>
              </a:rPr>
              <a:t> from task 1 after task 1 finishes its computation </a:t>
            </a:r>
          </a:p>
          <a:p>
            <a:pPr lvl="1" algn="just"/>
            <a:r>
              <a:rPr lang="en-US" dirty="0">
                <a:latin typeface="Arial" panose="020B0604020202020204" pitchFamily="34" charset="0"/>
                <a:cs typeface="Arial" panose="020B0604020202020204" pitchFamily="34" charset="0"/>
              </a:rPr>
              <a:t>Shared memory architecture - task 2 must read </a:t>
            </a:r>
            <a:r>
              <a:rPr lang="en-US" b="1" dirty="0">
                <a:latin typeface="Courier New" panose="02070309020205020404" pitchFamily="49" charset="0"/>
                <a:cs typeface="Courier New" panose="02070309020205020404" pitchFamily="49" charset="0"/>
              </a:rPr>
              <a:t>A(J-1)</a:t>
            </a:r>
            <a:r>
              <a:rPr lang="en-US" dirty="0">
                <a:latin typeface="Arial" panose="020B0604020202020204" pitchFamily="34" charset="0"/>
                <a:cs typeface="Arial" panose="020B0604020202020204" pitchFamily="34" charset="0"/>
              </a:rPr>
              <a:t> after task 1 updates it</a:t>
            </a:r>
          </a:p>
          <a:p>
            <a:pPr lvl="1" algn="just"/>
            <a:endParaRPr lang="en-US" dirty="0">
              <a:latin typeface="Arial" panose="020B0604020202020204" pitchFamily="34" charset="0"/>
              <a:cs typeface="Arial" panose="020B0604020202020204" pitchFamily="34" charset="0"/>
            </a:endParaRPr>
          </a:p>
        </p:txBody>
      </p:sp>
      <p:sp>
        <p:nvSpPr>
          <p:cNvPr id="39940" name="Text Box 5">
            <a:extLst>
              <a:ext uri="{FF2B5EF4-FFF2-40B4-BE49-F238E27FC236}">
                <a16:creationId xmlns:a16="http://schemas.microsoft.com/office/drawing/2014/main" id="{D53B7A8E-5EC4-2967-597A-545F7991A276}"/>
              </a:ext>
            </a:extLst>
          </p:cNvPr>
          <p:cNvSpPr txBox="1">
            <a:spLocks noChangeArrowheads="1"/>
          </p:cNvSpPr>
          <p:nvPr/>
        </p:nvSpPr>
        <p:spPr bwMode="auto">
          <a:xfrm>
            <a:off x="2649854" y="1532251"/>
            <a:ext cx="6311266" cy="10156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rgbClr val="E47C23"/>
              </a:buClr>
              <a:buSzPct val="80000"/>
              <a:buFont typeface="Webdings" panose="05030102010509060703" pitchFamily="18" charset="2"/>
              <a:buChar char="&lt;"/>
              <a:defRPr sz="2400">
                <a:solidFill>
                  <a:schemeClr val="tx1"/>
                </a:solidFill>
                <a:latin typeface="Arial" panose="020B0604020202020204" pitchFamily="34" charset="0"/>
                <a:ea typeface="ヒラギノ角ゴ Pro W3" charset="-128"/>
              </a:defRPr>
            </a:lvl1pPr>
            <a:lvl2pPr marL="742950" indent="-285750">
              <a:spcBef>
                <a:spcPct val="20000"/>
              </a:spcBef>
              <a:buClr>
                <a:srgbClr val="E47C23"/>
              </a:buClr>
              <a:buSzPct val="80000"/>
              <a:buChar char="–"/>
              <a:defRPr sz="2000">
                <a:solidFill>
                  <a:schemeClr val="tx1"/>
                </a:solidFill>
                <a:latin typeface="Arial" panose="020B0604020202020204" pitchFamily="34" charset="0"/>
                <a:ea typeface="ヒラギノ角ゴ Pro W3" charset="-128"/>
              </a:defRPr>
            </a:lvl2pPr>
            <a:lvl3pPr>
              <a:spcBef>
                <a:spcPct val="20000"/>
              </a:spcBef>
              <a:buClr>
                <a:srgbClr val="E47C23"/>
              </a:buClr>
              <a:buSzPct val="80000"/>
              <a:buFont typeface="Symbol" panose="05050102010706020507" pitchFamily="18" charset="2"/>
              <a:buChar char=""/>
              <a:defRPr>
                <a:solidFill>
                  <a:schemeClr val="tx1"/>
                </a:solidFill>
                <a:latin typeface="Arial" panose="020B0604020202020204" pitchFamily="34" charset="0"/>
                <a:ea typeface="ヒラギノ角ゴ Pro W3" charset="-128"/>
              </a:defRPr>
            </a:lvl3pPr>
            <a:lvl4pPr>
              <a:spcBef>
                <a:spcPct val="20000"/>
              </a:spcBef>
              <a:buClr>
                <a:srgbClr val="E47C23"/>
              </a:buClr>
              <a:buSzPct val="80000"/>
              <a:buChar char="–"/>
              <a:defRPr sz="1600">
                <a:solidFill>
                  <a:schemeClr val="tx1"/>
                </a:solidFill>
                <a:latin typeface="Arial" panose="020B0604020202020204" pitchFamily="34" charset="0"/>
                <a:ea typeface="ヒラギノ角ゴ Pro W3" charset="-128"/>
              </a:defRPr>
            </a:lvl4pPr>
            <a:lvl5pPr marL="2057400" indent="-228600">
              <a:spcBef>
                <a:spcPct val="20000"/>
              </a:spcBef>
              <a:buClr>
                <a:srgbClr val="E47C23"/>
              </a:buClr>
              <a:buChar char="»"/>
              <a:defRPr sz="1400">
                <a:solidFill>
                  <a:schemeClr val="tx1"/>
                </a:solidFill>
                <a:latin typeface="Arial" panose="020B0604020202020204" pitchFamily="34" charset="0"/>
                <a:ea typeface="ヒラギノ角ゴ Pro W3" charset="-128"/>
              </a:defRPr>
            </a:lvl5pPr>
            <a:lvl6pPr marL="2514600" indent="-228600" eaLnBrk="0" fontAlgn="base" hangingPunct="0">
              <a:spcBef>
                <a:spcPct val="20000"/>
              </a:spcBef>
              <a:spcAft>
                <a:spcPct val="0"/>
              </a:spcAft>
              <a:buClr>
                <a:srgbClr val="E47C23"/>
              </a:buClr>
              <a:buChar char="»"/>
              <a:defRPr sz="1400">
                <a:solidFill>
                  <a:schemeClr val="tx1"/>
                </a:solidFill>
                <a:latin typeface="Arial" panose="020B0604020202020204" pitchFamily="34" charset="0"/>
                <a:ea typeface="ヒラギノ角ゴ Pro W3" charset="-128"/>
              </a:defRPr>
            </a:lvl6pPr>
            <a:lvl7pPr marL="2971800" indent="-228600" eaLnBrk="0" fontAlgn="base" hangingPunct="0">
              <a:spcBef>
                <a:spcPct val="20000"/>
              </a:spcBef>
              <a:spcAft>
                <a:spcPct val="0"/>
              </a:spcAft>
              <a:buClr>
                <a:srgbClr val="E47C23"/>
              </a:buClr>
              <a:buChar char="»"/>
              <a:defRPr sz="1400">
                <a:solidFill>
                  <a:schemeClr val="tx1"/>
                </a:solidFill>
                <a:latin typeface="Arial" panose="020B0604020202020204" pitchFamily="34" charset="0"/>
                <a:ea typeface="ヒラギノ角ゴ Pro W3" charset="-128"/>
              </a:defRPr>
            </a:lvl7pPr>
            <a:lvl8pPr marL="3429000" indent="-228600" eaLnBrk="0" fontAlgn="base" hangingPunct="0">
              <a:spcBef>
                <a:spcPct val="20000"/>
              </a:spcBef>
              <a:spcAft>
                <a:spcPct val="0"/>
              </a:spcAft>
              <a:buClr>
                <a:srgbClr val="E47C23"/>
              </a:buClr>
              <a:buChar char="»"/>
              <a:defRPr sz="1400">
                <a:solidFill>
                  <a:schemeClr val="tx1"/>
                </a:solidFill>
                <a:latin typeface="Arial" panose="020B0604020202020204" pitchFamily="34" charset="0"/>
                <a:ea typeface="ヒラギノ角ゴ Pro W3" charset="-128"/>
              </a:defRPr>
            </a:lvl8pPr>
            <a:lvl9pPr marL="3886200" indent="-228600" eaLnBrk="0" fontAlgn="base" hangingPunct="0">
              <a:spcBef>
                <a:spcPct val="20000"/>
              </a:spcBef>
              <a:spcAft>
                <a:spcPct val="0"/>
              </a:spcAft>
              <a:buClr>
                <a:srgbClr val="E47C23"/>
              </a:buClr>
              <a:buChar char="»"/>
              <a:defRPr sz="1400">
                <a:solidFill>
                  <a:schemeClr val="tx1"/>
                </a:solidFill>
                <a:latin typeface="Arial" panose="020B0604020202020204" pitchFamily="34" charset="0"/>
                <a:ea typeface="ヒラギノ角ゴ Pro W3" charset="-128"/>
              </a:defRPr>
            </a:lvl9pPr>
          </a:lstStyle>
          <a:p>
            <a:pPr lvl="2">
              <a:spcBef>
                <a:spcPct val="0"/>
              </a:spcBef>
              <a:buClrTx/>
              <a:buSzTx/>
              <a:buFontTx/>
              <a:buNone/>
            </a:pPr>
            <a:r>
              <a:rPr lang="fr-FR" altLang="en-US" sz="2000" b="1" dirty="0">
                <a:latin typeface="Courier New" panose="02070309020205020404" pitchFamily="49" charset="0"/>
              </a:rPr>
              <a:t>DO 500 J = MYSTART,MYEND </a:t>
            </a:r>
          </a:p>
          <a:p>
            <a:pPr lvl="3">
              <a:spcBef>
                <a:spcPct val="0"/>
              </a:spcBef>
              <a:buClrTx/>
              <a:buSzTx/>
              <a:buFontTx/>
              <a:buNone/>
            </a:pPr>
            <a:r>
              <a:rPr lang="fr-FR" altLang="en-US" sz="2000" b="1" dirty="0">
                <a:latin typeface="Courier New" panose="02070309020205020404" pitchFamily="49" charset="0"/>
              </a:rPr>
              <a:t>  A(J) = A(J-1) * 2.0</a:t>
            </a:r>
            <a:r>
              <a:rPr lang="fr-FR" altLang="ja-JP" sz="2000" b="1" dirty="0">
                <a:latin typeface="Courier New" panose="02070309020205020404" pitchFamily="49" charset="0"/>
              </a:rPr>
              <a:t>500</a:t>
            </a:r>
          </a:p>
          <a:p>
            <a:pPr lvl="2">
              <a:spcBef>
                <a:spcPct val="0"/>
              </a:spcBef>
              <a:buClrTx/>
              <a:buSzTx/>
              <a:buFontTx/>
              <a:buNone/>
            </a:pPr>
            <a:r>
              <a:rPr lang="fr-FR" altLang="ja-JP" sz="2000" b="1" dirty="0">
                <a:latin typeface="Courier New" panose="02070309020205020404" pitchFamily="49" charset="0"/>
              </a:rPr>
              <a:t>CONTINUE</a:t>
            </a:r>
            <a:endParaRPr lang="fr-FR" altLang="en-US" sz="2000" b="1" dirty="0">
              <a:latin typeface="Courier New" panose="02070309020205020404" pitchFamily="49" charset="0"/>
            </a:endParaRPr>
          </a:p>
        </p:txBody>
      </p:sp>
    </p:spTree>
    <p:custDataLst>
      <p:tags r:id="rId1"/>
    </p:custDataLst>
    <p:extLst>
      <p:ext uri="{BB962C8B-B14F-4D97-AF65-F5344CB8AC3E}">
        <p14:creationId xmlns:p14="http://schemas.microsoft.com/office/powerpoint/2010/main" val="29443264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8E70A-707A-B329-D029-672C19B0E42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AB2455E-C16C-03AF-6216-885E2388BC05}"/>
              </a:ext>
            </a:extLst>
          </p:cNvPr>
          <p:cNvSpPr>
            <a:spLocks noGrp="1" noChangeArrowheads="1"/>
          </p:cNvSpPr>
          <p:nvPr>
            <p:ph type="title"/>
          </p:nvPr>
        </p:nvSpPr>
        <p:spPr>
          <a:xfrm>
            <a:off x="764620" y="554038"/>
            <a:ext cx="10698480" cy="407507"/>
          </a:xfrm>
        </p:spPr>
        <p:txBody>
          <a:bodyPr/>
          <a:lstStyle/>
          <a:p>
            <a:r>
              <a:rPr lang="en-US" sz="3800" dirty="0">
                <a:latin typeface="Arial" panose="020B0604020202020204" pitchFamily="34" charset="0"/>
                <a:cs typeface="Arial" panose="020B0604020202020204" pitchFamily="34" charset="0"/>
              </a:rPr>
              <a:t>Example 2: Loop Independent Data Dependence</a:t>
            </a:r>
          </a:p>
        </p:txBody>
      </p:sp>
      <p:sp>
        <p:nvSpPr>
          <p:cNvPr id="3" name="Slide Number Placeholder 2">
            <a:extLst>
              <a:ext uri="{FF2B5EF4-FFF2-40B4-BE49-F238E27FC236}">
                <a16:creationId xmlns:a16="http://schemas.microsoft.com/office/drawing/2014/main" id="{A84FD7AB-AD87-3A9F-455F-A82861434ACE}"/>
              </a:ext>
            </a:extLst>
          </p:cNvPr>
          <p:cNvSpPr>
            <a:spLocks noGrp="1"/>
          </p:cNvSpPr>
          <p:nvPr>
            <p:ph type="sldNum" sz="quarter" idx="12"/>
          </p:nvPr>
        </p:nvSpPr>
        <p:spPr/>
        <p:txBody>
          <a:bodyPr/>
          <a:lstStyle/>
          <a:p>
            <a:fld id="{3485D9CA-6DAA-4C3C-A3E2-EDEA918D5F89}" type="slidenum">
              <a:rPr lang="en-US">
                <a:latin typeface="Calibri"/>
              </a:rPr>
              <a:pPr/>
              <a:t>28</a:t>
            </a:fld>
            <a:endParaRPr lang="en-US">
              <a:latin typeface="Calibri"/>
            </a:endParaRPr>
          </a:p>
        </p:txBody>
      </p:sp>
      <p:sp>
        <p:nvSpPr>
          <p:cNvPr id="12" name="Rectangle 3">
            <a:extLst>
              <a:ext uri="{FF2B5EF4-FFF2-40B4-BE49-F238E27FC236}">
                <a16:creationId xmlns:a16="http://schemas.microsoft.com/office/drawing/2014/main" id="{4CCE43AD-10D1-6269-F3C6-CBF9E63D8517}"/>
              </a:ext>
            </a:extLst>
          </p:cNvPr>
          <p:cNvSpPr txBox="1">
            <a:spLocks noChangeArrowheads="1"/>
          </p:cNvSpPr>
          <p:nvPr/>
        </p:nvSpPr>
        <p:spPr>
          <a:xfrm>
            <a:off x="632151" y="3627120"/>
            <a:ext cx="10477809" cy="323088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As with the previous example, parallelism is inhibited. The value of Y is dependent on:</a:t>
            </a:r>
          </a:p>
          <a:p>
            <a:pPr lvl="1" algn="just"/>
            <a:r>
              <a:rPr lang="en-US" dirty="0">
                <a:latin typeface="Arial" panose="020B0604020202020204" pitchFamily="34" charset="0"/>
                <a:cs typeface="Arial" panose="020B0604020202020204" pitchFamily="34" charset="0"/>
              </a:rPr>
              <a:t>Shared memory architecture - which task last stores the value of X.</a:t>
            </a:r>
          </a:p>
          <a:p>
            <a:pPr lvl="1" algn="just"/>
            <a:r>
              <a:rPr lang="en-US" dirty="0">
                <a:latin typeface="Arial" panose="020B0604020202020204" pitchFamily="34" charset="0"/>
                <a:cs typeface="Arial" panose="020B0604020202020204" pitchFamily="34" charset="0"/>
              </a:rPr>
              <a:t>Distributed memory architecture – if or when the value of X is communicated between the tasks. </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Although all data dependencies are important to identify when designing parallel programs, loop carried dependencies are particularly important since loops are possibly the most common target of parallelization efforts.</a:t>
            </a:r>
          </a:p>
        </p:txBody>
      </p:sp>
      <p:sp>
        <p:nvSpPr>
          <p:cNvPr id="40964" name="Text Box 4">
            <a:extLst>
              <a:ext uri="{FF2B5EF4-FFF2-40B4-BE49-F238E27FC236}">
                <a16:creationId xmlns:a16="http://schemas.microsoft.com/office/drawing/2014/main" id="{B97A4BD7-A127-4395-150C-9DEB54DFE07E}"/>
              </a:ext>
            </a:extLst>
          </p:cNvPr>
          <p:cNvSpPr txBox="1">
            <a:spLocks noChangeArrowheads="1"/>
          </p:cNvSpPr>
          <p:nvPr/>
        </p:nvSpPr>
        <p:spPr bwMode="auto">
          <a:xfrm>
            <a:off x="3900805" y="1418590"/>
            <a:ext cx="3724096" cy="19389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E47C23"/>
              </a:buClr>
              <a:buSzPct val="80000"/>
              <a:buFont typeface="Webdings" panose="05030102010509060703" pitchFamily="18" charset="2"/>
              <a:buChar char="&lt;"/>
              <a:defRPr sz="2400">
                <a:solidFill>
                  <a:schemeClr val="tx1"/>
                </a:solidFill>
                <a:latin typeface="Arial" panose="020B0604020202020204" pitchFamily="34" charset="0"/>
                <a:ea typeface="ヒラギノ角ゴ Pro W3" charset="-128"/>
              </a:defRPr>
            </a:lvl1pPr>
            <a:lvl2pPr marL="742950" indent="-285750">
              <a:spcBef>
                <a:spcPct val="20000"/>
              </a:spcBef>
              <a:buClr>
                <a:srgbClr val="E47C23"/>
              </a:buClr>
              <a:buSzPct val="80000"/>
              <a:buChar char="–"/>
              <a:defRPr sz="2000">
                <a:solidFill>
                  <a:schemeClr val="tx1"/>
                </a:solidFill>
                <a:latin typeface="Arial" panose="020B0604020202020204" pitchFamily="34" charset="0"/>
                <a:ea typeface="ヒラギノ角ゴ Pro W3" charset="-128"/>
              </a:defRPr>
            </a:lvl2pPr>
            <a:lvl3pPr marL="1143000" indent="-228600">
              <a:spcBef>
                <a:spcPct val="20000"/>
              </a:spcBef>
              <a:buClr>
                <a:srgbClr val="E47C23"/>
              </a:buClr>
              <a:buSzPct val="80000"/>
              <a:buFont typeface="Symbol" panose="05050102010706020507" pitchFamily="18" charset="2"/>
              <a:buChar char=""/>
              <a:defRPr>
                <a:solidFill>
                  <a:schemeClr val="tx1"/>
                </a:solidFill>
                <a:latin typeface="Arial" panose="020B0604020202020204" pitchFamily="34" charset="0"/>
                <a:ea typeface="ヒラギノ角ゴ Pro W3" charset="-128"/>
              </a:defRPr>
            </a:lvl3pPr>
            <a:lvl4pPr marL="1600200" indent="-228600">
              <a:spcBef>
                <a:spcPct val="20000"/>
              </a:spcBef>
              <a:buClr>
                <a:srgbClr val="E47C23"/>
              </a:buClr>
              <a:buSzPct val="80000"/>
              <a:buChar char="–"/>
              <a:defRPr sz="1600">
                <a:solidFill>
                  <a:schemeClr val="tx1"/>
                </a:solidFill>
                <a:latin typeface="Arial" panose="020B0604020202020204" pitchFamily="34" charset="0"/>
                <a:ea typeface="ヒラギノ角ゴ Pro W3" charset="-128"/>
              </a:defRPr>
            </a:lvl4pPr>
            <a:lvl5pPr marL="2057400" indent="-228600">
              <a:spcBef>
                <a:spcPct val="20000"/>
              </a:spcBef>
              <a:buClr>
                <a:srgbClr val="E47C23"/>
              </a:buClr>
              <a:buChar char="»"/>
              <a:defRPr sz="1400">
                <a:solidFill>
                  <a:schemeClr val="tx1"/>
                </a:solidFill>
                <a:latin typeface="Arial" panose="020B0604020202020204" pitchFamily="34" charset="0"/>
                <a:ea typeface="ヒラギノ角ゴ Pro W3" charset="-128"/>
              </a:defRPr>
            </a:lvl5pPr>
            <a:lvl6pPr marL="2514600" indent="-228600" eaLnBrk="0" fontAlgn="base" hangingPunct="0">
              <a:spcBef>
                <a:spcPct val="20000"/>
              </a:spcBef>
              <a:spcAft>
                <a:spcPct val="0"/>
              </a:spcAft>
              <a:buClr>
                <a:srgbClr val="E47C23"/>
              </a:buClr>
              <a:buChar char="»"/>
              <a:defRPr sz="1400">
                <a:solidFill>
                  <a:schemeClr val="tx1"/>
                </a:solidFill>
                <a:latin typeface="Arial" panose="020B0604020202020204" pitchFamily="34" charset="0"/>
                <a:ea typeface="ヒラギノ角ゴ Pro W3" charset="-128"/>
              </a:defRPr>
            </a:lvl6pPr>
            <a:lvl7pPr marL="2971800" indent="-228600" eaLnBrk="0" fontAlgn="base" hangingPunct="0">
              <a:spcBef>
                <a:spcPct val="20000"/>
              </a:spcBef>
              <a:spcAft>
                <a:spcPct val="0"/>
              </a:spcAft>
              <a:buClr>
                <a:srgbClr val="E47C23"/>
              </a:buClr>
              <a:buChar char="»"/>
              <a:defRPr sz="1400">
                <a:solidFill>
                  <a:schemeClr val="tx1"/>
                </a:solidFill>
                <a:latin typeface="Arial" panose="020B0604020202020204" pitchFamily="34" charset="0"/>
                <a:ea typeface="ヒラギノ角ゴ Pro W3" charset="-128"/>
              </a:defRPr>
            </a:lvl7pPr>
            <a:lvl8pPr marL="3429000" indent="-228600" eaLnBrk="0" fontAlgn="base" hangingPunct="0">
              <a:spcBef>
                <a:spcPct val="20000"/>
              </a:spcBef>
              <a:spcAft>
                <a:spcPct val="0"/>
              </a:spcAft>
              <a:buClr>
                <a:srgbClr val="E47C23"/>
              </a:buClr>
              <a:buChar char="»"/>
              <a:defRPr sz="1400">
                <a:solidFill>
                  <a:schemeClr val="tx1"/>
                </a:solidFill>
                <a:latin typeface="Arial" panose="020B0604020202020204" pitchFamily="34" charset="0"/>
                <a:ea typeface="ヒラギノ角ゴ Pro W3" charset="-128"/>
              </a:defRPr>
            </a:lvl8pPr>
            <a:lvl9pPr marL="3886200" indent="-228600" eaLnBrk="0" fontAlgn="base" hangingPunct="0">
              <a:spcBef>
                <a:spcPct val="20000"/>
              </a:spcBef>
              <a:spcAft>
                <a:spcPct val="0"/>
              </a:spcAft>
              <a:buClr>
                <a:srgbClr val="E47C23"/>
              </a:buClr>
              <a:buChar char="»"/>
              <a:defRPr sz="1400">
                <a:solidFill>
                  <a:schemeClr val="tx1"/>
                </a:solidFill>
                <a:latin typeface="Arial" panose="020B0604020202020204" pitchFamily="34" charset="0"/>
                <a:ea typeface="ヒラギノ角ゴ Pro W3" charset="-128"/>
              </a:defRPr>
            </a:lvl9pPr>
          </a:lstStyle>
          <a:p>
            <a:pPr>
              <a:spcBef>
                <a:spcPct val="0"/>
              </a:spcBef>
              <a:buClrTx/>
              <a:buSzTx/>
              <a:buFontTx/>
              <a:buNone/>
            </a:pPr>
            <a:r>
              <a:rPr lang="fr-FR" altLang="en-US" sz="2000" b="1" dirty="0" err="1">
                <a:latin typeface="Courier New" panose="02070309020205020404" pitchFamily="49" charset="0"/>
              </a:rPr>
              <a:t>task</a:t>
            </a:r>
            <a:r>
              <a:rPr lang="fr-FR" altLang="en-US" sz="2000" b="1" dirty="0">
                <a:latin typeface="Courier New" panose="02070309020205020404" pitchFamily="49" charset="0"/>
              </a:rPr>
              <a:t> 1        </a:t>
            </a:r>
            <a:r>
              <a:rPr lang="fr-FR" altLang="en-US" sz="2000" b="1" dirty="0" err="1">
                <a:latin typeface="Courier New" panose="02070309020205020404" pitchFamily="49" charset="0"/>
              </a:rPr>
              <a:t>task</a:t>
            </a:r>
            <a:r>
              <a:rPr lang="fr-FR" altLang="en-US" sz="2000" b="1" dirty="0">
                <a:latin typeface="Courier New" panose="02070309020205020404" pitchFamily="49" charset="0"/>
              </a:rPr>
              <a:t> 2</a:t>
            </a:r>
          </a:p>
          <a:p>
            <a:pPr>
              <a:spcBef>
                <a:spcPct val="0"/>
              </a:spcBef>
              <a:buClrTx/>
              <a:buSzTx/>
              <a:buFontTx/>
              <a:buNone/>
            </a:pPr>
            <a:r>
              <a:rPr lang="fr-FR" altLang="en-US" sz="2000" b="1" dirty="0">
                <a:latin typeface="Courier New" panose="02070309020205020404" pitchFamily="49" charset="0"/>
              </a:rPr>
              <a:t>------        ------</a:t>
            </a:r>
          </a:p>
          <a:p>
            <a:pPr>
              <a:spcBef>
                <a:spcPct val="0"/>
              </a:spcBef>
              <a:buClrTx/>
              <a:buSzTx/>
              <a:buFontTx/>
              <a:buNone/>
            </a:pPr>
            <a:r>
              <a:rPr lang="fr-FR" altLang="en-US" sz="2000" b="1" dirty="0">
                <a:latin typeface="Courier New" panose="02070309020205020404" pitchFamily="49" charset="0"/>
              </a:rPr>
              <a:t>X = 2         X = 4  </a:t>
            </a:r>
          </a:p>
          <a:p>
            <a:pPr>
              <a:spcBef>
                <a:spcPct val="0"/>
              </a:spcBef>
              <a:buClrTx/>
              <a:buSzTx/>
              <a:buFontTx/>
              <a:buNone/>
            </a:pPr>
            <a:r>
              <a:rPr lang="fr-FR" altLang="en-US" sz="2000" b="1" dirty="0">
                <a:latin typeface="Courier New" panose="02070309020205020404" pitchFamily="49" charset="0"/>
              </a:rPr>
              <a:t>.             .  </a:t>
            </a:r>
          </a:p>
          <a:p>
            <a:pPr>
              <a:spcBef>
                <a:spcPct val="0"/>
              </a:spcBef>
              <a:buClrTx/>
              <a:buSzTx/>
              <a:buFontTx/>
              <a:buNone/>
            </a:pPr>
            <a:r>
              <a:rPr lang="fr-FR" altLang="en-US" sz="2000" b="1" dirty="0">
                <a:latin typeface="Courier New" panose="02070309020205020404" pitchFamily="49" charset="0"/>
              </a:rPr>
              <a:t>.             .</a:t>
            </a:r>
          </a:p>
          <a:p>
            <a:pPr>
              <a:spcBef>
                <a:spcPct val="0"/>
              </a:spcBef>
              <a:buClrTx/>
              <a:buSzTx/>
              <a:buFontTx/>
              <a:buNone/>
            </a:pPr>
            <a:r>
              <a:rPr lang="fr-FR" altLang="ja-JP" sz="2000" b="1" dirty="0">
                <a:latin typeface="Courier New" panose="02070309020205020404" pitchFamily="49" charset="0"/>
              </a:rPr>
              <a:t>Y = X**2      Y = X**3 </a:t>
            </a:r>
            <a:endParaRPr lang="fr-FR" altLang="en-US" sz="2000" b="1" dirty="0">
              <a:latin typeface="Courier New" panose="02070309020205020404" pitchFamily="49" charset="0"/>
            </a:endParaRPr>
          </a:p>
        </p:txBody>
      </p:sp>
    </p:spTree>
    <p:custDataLst>
      <p:tags r:id="rId1"/>
    </p:custDataLst>
    <p:extLst>
      <p:ext uri="{BB962C8B-B14F-4D97-AF65-F5344CB8AC3E}">
        <p14:creationId xmlns:p14="http://schemas.microsoft.com/office/powerpoint/2010/main" val="29026066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6631-64F2-772B-B18E-0E1CA550DA4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58F9A27-B031-B94C-C713-793FC0D9C12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How to Handle Data Dependencies?</a:t>
            </a:r>
          </a:p>
        </p:txBody>
      </p:sp>
      <p:sp>
        <p:nvSpPr>
          <p:cNvPr id="3" name="Slide Number Placeholder 2">
            <a:extLst>
              <a:ext uri="{FF2B5EF4-FFF2-40B4-BE49-F238E27FC236}">
                <a16:creationId xmlns:a16="http://schemas.microsoft.com/office/drawing/2014/main" id="{4C49929F-ED5B-2C43-22BB-5A38D3FB986A}"/>
              </a:ext>
            </a:extLst>
          </p:cNvPr>
          <p:cNvSpPr>
            <a:spLocks noGrp="1"/>
          </p:cNvSpPr>
          <p:nvPr>
            <p:ph type="sldNum" sz="quarter" idx="12"/>
          </p:nvPr>
        </p:nvSpPr>
        <p:spPr/>
        <p:txBody>
          <a:bodyPr/>
          <a:lstStyle/>
          <a:p>
            <a:fld id="{3485D9CA-6DAA-4C3C-A3E2-EDEA918D5F89}" type="slidenum">
              <a:rPr lang="en-US">
                <a:latin typeface="Calibri"/>
              </a:rPr>
              <a:pPr/>
              <a:t>29</a:t>
            </a:fld>
            <a:endParaRPr lang="en-US">
              <a:latin typeface="Calibri"/>
            </a:endParaRPr>
          </a:p>
        </p:txBody>
      </p:sp>
      <p:sp>
        <p:nvSpPr>
          <p:cNvPr id="12" name="Rectangle 3">
            <a:extLst>
              <a:ext uri="{FF2B5EF4-FFF2-40B4-BE49-F238E27FC236}">
                <a16:creationId xmlns:a16="http://schemas.microsoft.com/office/drawing/2014/main" id="{599FC111-6B77-6F17-E856-83871FB1AD8C}"/>
              </a:ext>
            </a:extLst>
          </p:cNvPr>
          <p:cNvSpPr txBox="1">
            <a:spLocks noChangeArrowheads="1"/>
          </p:cNvSpPr>
          <p:nvPr/>
        </p:nvSpPr>
        <p:spPr>
          <a:xfrm>
            <a:off x="632151" y="1453241"/>
            <a:ext cx="1050107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Distributed memory architectures – communicate required data at synchronization points.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Shared memory architectures -synchronize read/write operations between tasks.</a:t>
            </a:r>
          </a:p>
        </p:txBody>
      </p:sp>
    </p:spTree>
    <p:custDataLst>
      <p:tags r:id="rId1"/>
    </p:custDataLst>
    <p:extLst>
      <p:ext uri="{BB962C8B-B14F-4D97-AF65-F5344CB8AC3E}">
        <p14:creationId xmlns:p14="http://schemas.microsoft.com/office/powerpoint/2010/main" val="4548015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D4654-466C-860B-A567-98BD882102C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2D267C4-C361-E2BF-B352-85BBA655B0F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Load Balancing</a:t>
            </a:r>
          </a:p>
        </p:txBody>
      </p:sp>
      <p:sp>
        <p:nvSpPr>
          <p:cNvPr id="3" name="Slide Number Placeholder 2">
            <a:extLst>
              <a:ext uri="{FF2B5EF4-FFF2-40B4-BE49-F238E27FC236}">
                <a16:creationId xmlns:a16="http://schemas.microsoft.com/office/drawing/2014/main" id="{365EDA8F-ED6A-7210-34D2-482A5C44E012}"/>
              </a:ext>
            </a:extLst>
          </p:cNvPr>
          <p:cNvSpPr>
            <a:spLocks noGrp="1"/>
          </p:cNvSpPr>
          <p:nvPr>
            <p:ph type="sldNum" sz="quarter" idx="12"/>
          </p:nvPr>
        </p:nvSpPr>
        <p:spPr/>
        <p:txBody>
          <a:bodyPr/>
          <a:lstStyle/>
          <a:p>
            <a:fld id="{3485D9CA-6DAA-4C3C-A3E2-EDEA918D5F89}" type="slidenum">
              <a:rPr lang="en-US">
                <a:latin typeface="Calibri"/>
              </a:rPr>
              <a:pPr/>
              <a:t>30</a:t>
            </a:fld>
            <a:endParaRPr lang="en-US">
              <a:latin typeface="Calibri"/>
            </a:endParaRPr>
          </a:p>
        </p:txBody>
      </p:sp>
      <p:sp>
        <p:nvSpPr>
          <p:cNvPr id="12" name="Rectangle 3">
            <a:extLst>
              <a:ext uri="{FF2B5EF4-FFF2-40B4-BE49-F238E27FC236}">
                <a16:creationId xmlns:a16="http://schemas.microsoft.com/office/drawing/2014/main" id="{42A9296F-DDC1-745F-0CD3-55BE6268A740}"/>
              </a:ext>
            </a:extLst>
          </p:cNvPr>
          <p:cNvSpPr txBox="1">
            <a:spLocks noChangeArrowheads="1"/>
          </p:cNvSpPr>
          <p:nvPr/>
        </p:nvSpPr>
        <p:spPr>
          <a:xfrm>
            <a:off x="632150" y="1453241"/>
            <a:ext cx="1037113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Load balancing refers to the practice of distributing work among tasks so that </a:t>
            </a:r>
            <a:r>
              <a:rPr lang="en-US" b="1" i="1" dirty="0">
                <a:solidFill>
                  <a:srgbClr val="00B050"/>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tasks are kept busy </a:t>
            </a:r>
            <a:r>
              <a:rPr lang="en-US" b="1" i="1" dirty="0">
                <a:solidFill>
                  <a:srgbClr val="00B050"/>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the time. It can be considered a minimization of task idle time. </a:t>
            </a:r>
          </a:p>
          <a:p>
            <a:pPr algn="just"/>
            <a:r>
              <a:rPr lang="en-US" dirty="0">
                <a:latin typeface="Arial" panose="020B0604020202020204" pitchFamily="34" charset="0"/>
                <a:cs typeface="Arial" panose="020B0604020202020204" pitchFamily="34" charset="0"/>
              </a:rPr>
              <a:t>Load balancing is important to parallel programs for performance reasons. For example, if all tasks are subject to a barrier synchronization point, the slowest task will determine the overall performance. </a:t>
            </a:r>
            <a:endParaRPr lang="en-US" b="1" dirty="0">
              <a:solidFill>
                <a:srgbClr val="00B050"/>
              </a:solidFill>
              <a:latin typeface="Arial" panose="020B0604020202020204" pitchFamily="34" charset="0"/>
              <a:cs typeface="Arial" panose="020B0604020202020204" pitchFamily="34" charset="0"/>
            </a:endParaRPr>
          </a:p>
        </p:txBody>
      </p:sp>
      <p:pic>
        <p:nvPicPr>
          <p:cNvPr id="14338" name="Picture 2" descr="Barrier synchronization point diagram">
            <a:extLst>
              <a:ext uri="{FF2B5EF4-FFF2-40B4-BE49-F238E27FC236}">
                <a16:creationId xmlns:a16="http://schemas.microsoft.com/office/drawing/2014/main" id="{A7BDB5FF-D692-CC64-55DC-AAC36A27B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7780" y="3752850"/>
            <a:ext cx="6280940" cy="293006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377313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8D0A5-1FD1-47F4-7453-A83F229A40F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73956E9-ED67-5DC0-D841-8815563265C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How to Achieve Load Balance? (1)</a:t>
            </a:r>
          </a:p>
        </p:txBody>
      </p:sp>
      <p:sp>
        <p:nvSpPr>
          <p:cNvPr id="3" name="Slide Number Placeholder 2">
            <a:extLst>
              <a:ext uri="{FF2B5EF4-FFF2-40B4-BE49-F238E27FC236}">
                <a16:creationId xmlns:a16="http://schemas.microsoft.com/office/drawing/2014/main" id="{A59532D7-3394-DBE4-A44B-F9E25B953AF9}"/>
              </a:ext>
            </a:extLst>
          </p:cNvPr>
          <p:cNvSpPr>
            <a:spLocks noGrp="1"/>
          </p:cNvSpPr>
          <p:nvPr>
            <p:ph type="sldNum" sz="quarter" idx="12"/>
          </p:nvPr>
        </p:nvSpPr>
        <p:spPr/>
        <p:txBody>
          <a:bodyPr/>
          <a:lstStyle/>
          <a:p>
            <a:fld id="{3485D9CA-6DAA-4C3C-A3E2-EDEA918D5F89}" type="slidenum">
              <a:rPr lang="en-US">
                <a:latin typeface="Calibri"/>
              </a:rPr>
              <a:pPr/>
              <a:t>31</a:t>
            </a:fld>
            <a:endParaRPr lang="en-US">
              <a:latin typeface="Calibri"/>
            </a:endParaRPr>
          </a:p>
        </p:txBody>
      </p:sp>
      <p:sp>
        <p:nvSpPr>
          <p:cNvPr id="12" name="Rectangle 3">
            <a:extLst>
              <a:ext uri="{FF2B5EF4-FFF2-40B4-BE49-F238E27FC236}">
                <a16:creationId xmlns:a16="http://schemas.microsoft.com/office/drawing/2014/main" id="{5442FBF3-6782-4FF2-5153-8562659B0409}"/>
              </a:ext>
            </a:extLst>
          </p:cNvPr>
          <p:cNvSpPr txBox="1">
            <a:spLocks noChangeArrowheads="1"/>
          </p:cNvSpPr>
          <p:nvPr/>
        </p:nvSpPr>
        <p:spPr>
          <a:xfrm>
            <a:off x="632150" y="1453241"/>
            <a:ext cx="1037113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Equally partition the work each task receives</a:t>
            </a:r>
          </a:p>
          <a:p>
            <a:pPr lvl="1" algn="just"/>
            <a:r>
              <a:rPr lang="en-US" dirty="0">
                <a:latin typeface="Arial" panose="020B0604020202020204" pitchFamily="34" charset="0"/>
                <a:cs typeface="Arial" panose="020B0604020202020204" pitchFamily="34" charset="0"/>
              </a:rPr>
              <a:t>For array/matrix operations where each task performs similar work, evenly distribute the data set among the tasks. </a:t>
            </a:r>
          </a:p>
          <a:p>
            <a:pPr lvl="1" algn="just"/>
            <a:r>
              <a:rPr lang="en-US" dirty="0">
                <a:latin typeface="Arial" panose="020B0604020202020204" pitchFamily="34" charset="0"/>
                <a:cs typeface="Arial" panose="020B0604020202020204" pitchFamily="34" charset="0"/>
              </a:rPr>
              <a:t>For loop iterations where the work done in each iteration is similar, evenly distribute the iterations across the tasks. </a:t>
            </a:r>
          </a:p>
          <a:p>
            <a:pPr lvl="1" algn="just"/>
            <a:r>
              <a:rPr lang="en-US" dirty="0">
                <a:latin typeface="Arial" panose="020B0604020202020204" pitchFamily="34" charset="0"/>
                <a:cs typeface="Arial" panose="020B0604020202020204" pitchFamily="34" charset="0"/>
              </a:rPr>
              <a:t>If a heterogeneous mix of machines with varying performance characteristics are being used, be sure to use some type of performance analysis tool to detect any load imbalances. Adjust work accordingly.</a:t>
            </a:r>
            <a:endParaRPr lang="en-US" b="1" dirty="0">
              <a:solidFill>
                <a:srgbClr val="00B05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476983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7B05F-BDE8-5DD6-A877-435D9A9CF07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1D66316-B668-70AB-30A3-F37643D34F0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How to Achieve Load Balance? (2)</a:t>
            </a:r>
          </a:p>
        </p:txBody>
      </p:sp>
      <p:sp>
        <p:nvSpPr>
          <p:cNvPr id="3" name="Slide Number Placeholder 2">
            <a:extLst>
              <a:ext uri="{FF2B5EF4-FFF2-40B4-BE49-F238E27FC236}">
                <a16:creationId xmlns:a16="http://schemas.microsoft.com/office/drawing/2014/main" id="{DC0C3AAA-9FE5-F194-E3DB-A8CCD5EEB1DC}"/>
              </a:ext>
            </a:extLst>
          </p:cNvPr>
          <p:cNvSpPr>
            <a:spLocks noGrp="1"/>
          </p:cNvSpPr>
          <p:nvPr>
            <p:ph type="sldNum" sz="quarter" idx="12"/>
          </p:nvPr>
        </p:nvSpPr>
        <p:spPr/>
        <p:txBody>
          <a:bodyPr/>
          <a:lstStyle/>
          <a:p>
            <a:fld id="{3485D9CA-6DAA-4C3C-A3E2-EDEA918D5F89}" type="slidenum">
              <a:rPr lang="en-US">
                <a:latin typeface="Calibri"/>
              </a:rPr>
              <a:pPr/>
              <a:t>32</a:t>
            </a:fld>
            <a:endParaRPr lang="en-US">
              <a:latin typeface="Calibri"/>
            </a:endParaRPr>
          </a:p>
        </p:txBody>
      </p:sp>
      <p:sp>
        <p:nvSpPr>
          <p:cNvPr id="12" name="Rectangle 3">
            <a:extLst>
              <a:ext uri="{FF2B5EF4-FFF2-40B4-BE49-F238E27FC236}">
                <a16:creationId xmlns:a16="http://schemas.microsoft.com/office/drawing/2014/main" id="{4679ECD1-60DD-1BF4-FD26-FC1BC618C70A}"/>
              </a:ext>
            </a:extLst>
          </p:cNvPr>
          <p:cNvSpPr txBox="1">
            <a:spLocks noChangeArrowheads="1"/>
          </p:cNvSpPr>
          <p:nvPr/>
        </p:nvSpPr>
        <p:spPr>
          <a:xfrm>
            <a:off x="632150" y="1453241"/>
            <a:ext cx="1034065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Use dynamic work assignment </a:t>
            </a:r>
          </a:p>
          <a:p>
            <a:pPr lvl="1" algn="just"/>
            <a:r>
              <a:rPr lang="en-US" dirty="0">
                <a:latin typeface="Arial" panose="020B0604020202020204" pitchFamily="34" charset="0"/>
                <a:cs typeface="Arial" panose="020B0604020202020204" pitchFamily="34" charset="0"/>
              </a:rPr>
              <a:t>Certain classes of problems result in load imbalances even if data is evenly distributed among tasks:</a:t>
            </a:r>
          </a:p>
          <a:p>
            <a:pPr lvl="2" algn="just"/>
            <a:r>
              <a:rPr lang="en-US" dirty="0">
                <a:latin typeface="Arial" panose="020B0604020202020204" pitchFamily="34" charset="0"/>
                <a:cs typeface="Arial" panose="020B0604020202020204" pitchFamily="34" charset="0"/>
              </a:rPr>
              <a:t>Sparse arrays – some tasks have actual data to work on while others have mostly "zeros". </a:t>
            </a:r>
          </a:p>
          <a:p>
            <a:pPr lvl="2" algn="just"/>
            <a:r>
              <a:rPr lang="en-US" dirty="0">
                <a:latin typeface="Arial" panose="020B0604020202020204" pitchFamily="34" charset="0"/>
                <a:cs typeface="Arial" panose="020B0604020202020204" pitchFamily="34" charset="0"/>
              </a:rPr>
              <a:t>Adaptive grid methods - some tasks may need to refine their mesh while others don't. </a:t>
            </a:r>
          </a:p>
          <a:p>
            <a:pPr lvl="2" algn="just"/>
            <a:r>
              <a:rPr lang="en-US" dirty="0">
                <a:latin typeface="Arial" panose="020B0604020202020204" pitchFamily="34" charset="0"/>
                <a:cs typeface="Arial" panose="020B0604020202020204" pitchFamily="34" charset="0"/>
              </a:rPr>
              <a:t>N-body simulations - where some particles may migrate to/from their original task domain to another task's; where the particles owned by some tasks require more work than those owned by other tasks. </a:t>
            </a:r>
          </a:p>
          <a:p>
            <a:pPr lvl="1" algn="just"/>
            <a:r>
              <a:rPr lang="en-US" dirty="0">
                <a:latin typeface="Arial" panose="020B0604020202020204" pitchFamily="34" charset="0"/>
                <a:cs typeface="Arial" panose="020B0604020202020204" pitchFamily="34" charset="0"/>
              </a:rPr>
              <a:t>When the amount of work each task will perform is intentionally variable, or is unable to be predicted, it may be helpful to use a </a:t>
            </a:r>
            <a:r>
              <a:rPr lang="en-US" b="1" i="1" dirty="0">
                <a:solidFill>
                  <a:srgbClr val="00B050"/>
                </a:solidFill>
                <a:latin typeface="Arial" panose="020B0604020202020204" pitchFamily="34" charset="0"/>
                <a:cs typeface="Arial" panose="020B0604020202020204" pitchFamily="34" charset="0"/>
              </a:rPr>
              <a:t>scheduler – task pool approach</a:t>
            </a:r>
            <a:r>
              <a:rPr lang="en-US" dirty="0">
                <a:latin typeface="Arial" panose="020B0604020202020204" pitchFamily="34" charset="0"/>
                <a:cs typeface="Arial" panose="020B0604020202020204" pitchFamily="34" charset="0"/>
              </a:rPr>
              <a:t>. As each task finishes its work, it queues to get a new piece of work. </a:t>
            </a:r>
          </a:p>
          <a:p>
            <a:pPr lvl="1" algn="just"/>
            <a:r>
              <a:rPr lang="en-US" dirty="0">
                <a:latin typeface="Arial" panose="020B0604020202020204" pitchFamily="34" charset="0"/>
                <a:cs typeface="Arial" panose="020B0604020202020204" pitchFamily="34" charset="0"/>
              </a:rPr>
              <a:t>It may become necessary to design an algorithm which detects and handles load imbalances as they occur dynamically within the code.</a:t>
            </a:r>
            <a:endParaRPr lang="en-US" b="1" dirty="0">
              <a:solidFill>
                <a:srgbClr val="00B05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86037366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21DB3-7169-22A4-A073-7C0C0C5B777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DEFFAF4-421B-859A-A14C-7B887AE32B3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Granularity</a:t>
            </a:r>
          </a:p>
        </p:txBody>
      </p:sp>
      <p:sp>
        <p:nvSpPr>
          <p:cNvPr id="3" name="Slide Number Placeholder 2">
            <a:extLst>
              <a:ext uri="{FF2B5EF4-FFF2-40B4-BE49-F238E27FC236}">
                <a16:creationId xmlns:a16="http://schemas.microsoft.com/office/drawing/2014/main" id="{772F3589-E1E4-5F27-C1D5-1A2AA67D770D}"/>
              </a:ext>
            </a:extLst>
          </p:cNvPr>
          <p:cNvSpPr>
            <a:spLocks noGrp="1"/>
          </p:cNvSpPr>
          <p:nvPr>
            <p:ph type="sldNum" sz="quarter" idx="12"/>
          </p:nvPr>
        </p:nvSpPr>
        <p:spPr/>
        <p:txBody>
          <a:bodyPr/>
          <a:lstStyle/>
          <a:p>
            <a:fld id="{3485D9CA-6DAA-4C3C-A3E2-EDEA918D5F89}" type="slidenum">
              <a:rPr lang="en-US">
                <a:latin typeface="Calibri"/>
              </a:rPr>
              <a:pPr/>
              <a:t>33</a:t>
            </a:fld>
            <a:endParaRPr lang="en-US">
              <a:latin typeface="Calibri"/>
            </a:endParaRPr>
          </a:p>
        </p:txBody>
      </p:sp>
      <p:sp>
        <p:nvSpPr>
          <p:cNvPr id="12" name="Rectangle 3">
            <a:extLst>
              <a:ext uri="{FF2B5EF4-FFF2-40B4-BE49-F238E27FC236}">
                <a16:creationId xmlns:a16="http://schemas.microsoft.com/office/drawing/2014/main" id="{FFB5FDFC-9032-F893-D868-ED4ED0536A7D}"/>
              </a:ext>
            </a:extLst>
          </p:cNvPr>
          <p:cNvSpPr txBox="1">
            <a:spLocks noChangeArrowheads="1"/>
          </p:cNvSpPr>
          <p:nvPr/>
        </p:nvSpPr>
        <p:spPr>
          <a:xfrm>
            <a:off x="632150" y="1453241"/>
            <a:ext cx="1034065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Computation/Communication Ratio:</a:t>
            </a:r>
          </a:p>
          <a:p>
            <a:pPr lvl="1" algn="just"/>
            <a:r>
              <a:rPr lang="en-US" dirty="0">
                <a:latin typeface="Arial" panose="020B0604020202020204" pitchFamily="34" charset="0"/>
                <a:cs typeface="Arial" panose="020B0604020202020204" pitchFamily="34" charset="0"/>
              </a:rPr>
              <a:t>In parallel computing, granularity is a qualitative measure of the ratio of computation to communication. </a:t>
            </a:r>
          </a:p>
          <a:p>
            <a:pPr lvl="1" algn="just"/>
            <a:r>
              <a:rPr lang="en-US" dirty="0">
                <a:latin typeface="Arial" panose="020B0604020202020204" pitchFamily="34" charset="0"/>
                <a:cs typeface="Arial" panose="020B0604020202020204" pitchFamily="34" charset="0"/>
              </a:rPr>
              <a:t>Periods of computation are typically separated from periods of communication by synchronization events.</a:t>
            </a:r>
          </a:p>
          <a:p>
            <a:pPr lvl="1" algn="just"/>
            <a:endParaRPr lang="en-US" b="1" dirty="0">
              <a:solidFill>
                <a:srgbClr val="00B05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Fine-grain Parallelism</a:t>
            </a:r>
            <a:endParaRPr lang="en-US" b="1" dirty="0">
              <a:solidFill>
                <a:srgbClr val="00B05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Coarse-grain Parallelism</a:t>
            </a:r>
          </a:p>
        </p:txBody>
      </p:sp>
    </p:spTree>
    <p:custDataLst>
      <p:tags r:id="rId1"/>
    </p:custDataLst>
    <p:extLst>
      <p:ext uri="{BB962C8B-B14F-4D97-AF65-F5344CB8AC3E}">
        <p14:creationId xmlns:p14="http://schemas.microsoft.com/office/powerpoint/2010/main" val="188243306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104EA-57D1-BAC0-64AA-9B8814FB89F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6268EE4-9306-6CE1-F21D-07BE825075F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Fine-grain Parallelism </a:t>
            </a:r>
          </a:p>
        </p:txBody>
      </p:sp>
      <p:sp>
        <p:nvSpPr>
          <p:cNvPr id="3" name="Slide Number Placeholder 2">
            <a:extLst>
              <a:ext uri="{FF2B5EF4-FFF2-40B4-BE49-F238E27FC236}">
                <a16:creationId xmlns:a16="http://schemas.microsoft.com/office/drawing/2014/main" id="{8305F6ED-7F3B-0FD6-4A5D-4D38884397C6}"/>
              </a:ext>
            </a:extLst>
          </p:cNvPr>
          <p:cNvSpPr>
            <a:spLocks noGrp="1"/>
          </p:cNvSpPr>
          <p:nvPr>
            <p:ph type="sldNum" sz="quarter" idx="12"/>
          </p:nvPr>
        </p:nvSpPr>
        <p:spPr/>
        <p:txBody>
          <a:bodyPr/>
          <a:lstStyle/>
          <a:p>
            <a:fld id="{3485D9CA-6DAA-4C3C-A3E2-EDEA918D5F89}" type="slidenum">
              <a:rPr lang="en-US">
                <a:latin typeface="Calibri"/>
              </a:rPr>
              <a:pPr/>
              <a:t>34</a:t>
            </a:fld>
            <a:endParaRPr lang="en-US">
              <a:latin typeface="Calibri"/>
            </a:endParaRPr>
          </a:p>
        </p:txBody>
      </p:sp>
      <p:sp>
        <p:nvSpPr>
          <p:cNvPr id="12" name="Rectangle 3">
            <a:extLst>
              <a:ext uri="{FF2B5EF4-FFF2-40B4-BE49-F238E27FC236}">
                <a16:creationId xmlns:a16="http://schemas.microsoft.com/office/drawing/2014/main" id="{65A4F300-EA5D-2FB7-8983-C176062C5879}"/>
              </a:ext>
            </a:extLst>
          </p:cNvPr>
          <p:cNvSpPr txBox="1">
            <a:spLocks noChangeArrowheads="1"/>
          </p:cNvSpPr>
          <p:nvPr/>
        </p:nvSpPr>
        <p:spPr>
          <a:xfrm>
            <a:off x="632150" y="1453241"/>
            <a:ext cx="634777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Relatively small amounts of computational work are done between communication events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Low computation to communication ratio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Facilitates load balancing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Implies high communication overhead and less opportunity for performance enhancement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granularity is too fine, it is possible that the overhead required for communications and synchronization between tasks takes longer than the computation.</a:t>
            </a:r>
          </a:p>
        </p:txBody>
      </p:sp>
      <p:pic>
        <p:nvPicPr>
          <p:cNvPr id="16386" name="Picture 2" descr="Fine-grain parallelism">
            <a:extLst>
              <a:ext uri="{FF2B5EF4-FFF2-40B4-BE49-F238E27FC236}">
                <a16:creationId xmlns:a16="http://schemas.microsoft.com/office/drawing/2014/main" id="{C7D1721D-953F-02F9-62A6-0FD22330B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9225" y="2509537"/>
            <a:ext cx="3675015" cy="271190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330660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FFA91-3248-F1D7-3E8B-7AEC3838423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5E0A8D4-A021-09A1-033C-13E9BA0339D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Coarse-grain Parallelism </a:t>
            </a:r>
          </a:p>
        </p:txBody>
      </p:sp>
      <p:sp>
        <p:nvSpPr>
          <p:cNvPr id="3" name="Slide Number Placeholder 2">
            <a:extLst>
              <a:ext uri="{FF2B5EF4-FFF2-40B4-BE49-F238E27FC236}">
                <a16:creationId xmlns:a16="http://schemas.microsoft.com/office/drawing/2014/main" id="{8BF42F8A-C48F-2186-AFAA-E215E7A129A2}"/>
              </a:ext>
            </a:extLst>
          </p:cNvPr>
          <p:cNvSpPr>
            <a:spLocks noGrp="1"/>
          </p:cNvSpPr>
          <p:nvPr>
            <p:ph type="sldNum" sz="quarter" idx="12"/>
          </p:nvPr>
        </p:nvSpPr>
        <p:spPr/>
        <p:txBody>
          <a:bodyPr/>
          <a:lstStyle/>
          <a:p>
            <a:fld id="{3485D9CA-6DAA-4C3C-A3E2-EDEA918D5F89}" type="slidenum">
              <a:rPr lang="en-US">
                <a:latin typeface="Calibri"/>
              </a:rPr>
              <a:pPr/>
              <a:t>35</a:t>
            </a:fld>
            <a:endParaRPr lang="en-US" dirty="0">
              <a:latin typeface="Calibri"/>
            </a:endParaRPr>
          </a:p>
        </p:txBody>
      </p:sp>
      <p:sp>
        <p:nvSpPr>
          <p:cNvPr id="12" name="Rectangle 3">
            <a:extLst>
              <a:ext uri="{FF2B5EF4-FFF2-40B4-BE49-F238E27FC236}">
                <a16:creationId xmlns:a16="http://schemas.microsoft.com/office/drawing/2014/main" id="{F1CF0286-79F8-10DE-67F5-7E03A398145D}"/>
              </a:ext>
            </a:extLst>
          </p:cNvPr>
          <p:cNvSpPr txBox="1">
            <a:spLocks noChangeArrowheads="1"/>
          </p:cNvSpPr>
          <p:nvPr/>
        </p:nvSpPr>
        <p:spPr>
          <a:xfrm>
            <a:off x="632150" y="1453241"/>
            <a:ext cx="1043209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Relatively large amounts of computational work are done between communication/synchronization events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High computation to communication ratio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Implies more opportunity for performance increase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Harder to load balance efficiently</a:t>
            </a:r>
          </a:p>
        </p:txBody>
      </p:sp>
      <p:pic>
        <p:nvPicPr>
          <p:cNvPr id="17410" name="Picture 2" descr="Coarse-grain parallelism">
            <a:extLst>
              <a:ext uri="{FF2B5EF4-FFF2-40B4-BE49-F238E27FC236}">
                <a16:creationId xmlns:a16="http://schemas.microsoft.com/office/drawing/2014/main" id="{EC9C5A7E-F7A6-4339-6573-AAADCA63C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2755" y="3947021"/>
            <a:ext cx="3455582" cy="254998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535577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0BEFC-B015-04C3-D5DB-5FA7E033A05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397EFE7-E2EB-9501-C726-5C904369B25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Which is Best?</a:t>
            </a:r>
          </a:p>
        </p:txBody>
      </p:sp>
      <p:sp>
        <p:nvSpPr>
          <p:cNvPr id="3" name="Slide Number Placeholder 2">
            <a:extLst>
              <a:ext uri="{FF2B5EF4-FFF2-40B4-BE49-F238E27FC236}">
                <a16:creationId xmlns:a16="http://schemas.microsoft.com/office/drawing/2014/main" id="{E7A0F910-868E-B779-5E0F-6CCCF8FDE2D3}"/>
              </a:ext>
            </a:extLst>
          </p:cNvPr>
          <p:cNvSpPr>
            <a:spLocks noGrp="1"/>
          </p:cNvSpPr>
          <p:nvPr>
            <p:ph type="sldNum" sz="quarter" idx="12"/>
          </p:nvPr>
        </p:nvSpPr>
        <p:spPr/>
        <p:txBody>
          <a:bodyPr/>
          <a:lstStyle/>
          <a:p>
            <a:fld id="{3485D9CA-6DAA-4C3C-A3E2-EDEA918D5F89}" type="slidenum">
              <a:rPr lang="en-US">
                <a:latin typeface="Calibri"/>
              </a:rPr>
              <a:pPr/>
              <a:t>36</a:t>
            </a:fld>
            <a:endParaRPr lang="en-US" dirty="0">
              <a:latin typeface="Calibri"/>
            </a:endParaRPr>
          </a:p>
        </p:txBody>
      </p:sp>
      <p:sp>
        <p:nvSpPr>
          <p:cNvPr id="12" name="Rectangle 3">
            <a:extLst>
              <a:ext uri="{FF2B5EF4-FFF2-40B4-BE49-F238E27FC236}">
                <a16:creationId xmlns:a16="http://schemas.microsoft.com/office/drawing/2014/main" id="{D85C13CA-EF17-B9FD-8311-A6CF9EF7AF21}"/>
              </a:ext>
            </a:extLst>
          </p:cNvPr>
          <p:cNvSpPr txBox="1">
            <a:spLocks noChangeArrowheads="1"/>
          </p:cNvSpPr>
          <p:nvPr/>
        </p:nvSpPr>
        <p:spPr>
          <a:xfrm>
            <a:off x="632150" y="1453241"/>
            <a:ext cx="1032541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most efficient granularity is dependent on the algorithm and the hardware environment in which it runs.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most cases the overhead associated with communications and synchronization is high relative to execution speed, so it is advantageous to have coarse granularity.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Fine-grain parallelism can help reduce overheads due to load imbalance.</a:t>
            </a:r>
          </a:p>
        </p:txBody>
      </p:sp>
    </p:spTree>
    <p:custDataLst>
      <p:tags r:id="rId1"/>
    </p:custDataLst>
    <p:extLst>
      <p:ext uri="{BB962C8B-B14F-4D97-AF65-F5344CB8AC3E}">
        <p14:creationId xmlns:p14="http://schemas.microsoft.com/office/powerpoint/2010/main" val="27060026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E6693-83C6-C83B-FCFB-8F6B631ECFE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7B0D589-9682-5B6D-C7D4-24C136EB76C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I/O</a:t>
            </a:r>
          </a:p>
        </p:txBody>
      </p:sp>
      <p:sp>
        <p:nvSpPr>
          <p:cNvPr id="3" name="Slide Number Placeholder 2">
            <a:extLst>
              <a:ext uri="{FF2B5EF4-FFF2-40B4-BE49-F238E27FC236}">
                <a16:creationId xmlns:a16="http://schemas.microsoft.com/office/drawing/2014/main" id="{E268ADC5-9DAC-5CE9-D813-983B92129278}"/>
              </a:ext>
            </a:extLst>
          </p:cNvPr>
          <p:cNvSpPr>
            <a:spLocks noGrp="1"/>
          </p:cNvSpPr>
          <p:nvPr>
            <p:ph type="sldNum" sz="quarter" idx="12"/>
          </p:nvPr>
        </p:nvSpPr>
        <p:spPr/>
        <p:txBody>
          <a:bodyPr/>
          <a:lstStyle/>
          <a:p>
            <a:fld id="{3485D9CA-6DAA-4C3C-A3E2-EDEA918D5F89}" type="slidenum">
              <a:rPr lang="en-US">
                <a:latin typeface="Calibri"/>
              </a:rPr>
              <a:pPr/>
              <a:t>37</a:t>
            </a:fld>
            <a:endParaRPr lang="en-US" dirty="0">
              <a:latin typeface="Calibri"/>
            </a:endParaRPr>
          </a:p>
        </p:txBody>
      </p:sp>
      <p:sp>
        <p:nvSpPr>
          <p:cNvPr id="12" name="Rectangle 3">
            <a:extLst>
              <a:ext uri="{FF2B5EF4-FFF2-40B4-BE49-F238E27FC236}">
                <a16:creationId xmlns:a16="http://schemas.microsoft.com/office/drawing/2014/main" id="{AFA5C74D-5030-296A-E0F7-F22BCCD020DB}"/>
              </a:ext>
            </a:extLst>
          </p:cNvPr>
          <p:cNvSpPr txBox="1">
            <a:spLocks noChangeArrowheads="1"/>
          </p:cNvSpPr>
          <p:nvPr/>
        </p:nvSpPr>
        <p:spPr>
          <a:xfrm>
            <a:off x="632150" y="1453241"/>
            <a:ext cx="1032541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The bad News:</a:t>
            </a:r>
          </a:p>
          <a:p>
            <a:pPr lvl="1" algn="just"/>
            <a:r>
              <a:rPr lang="en-US" dirty="0">
                <a:latin typeface="Arial" panose="020B0604020202020204" pitchFamily="34" charset="0"/>
                <a:cs typeface="Arial" panose="020B0604020202020204" pitchFamily="34" charset="0"/>
              </a:rPr>
              <a:t>I/O operations are generally regarded as inhibitors to parallelism </a:t>
            </a:r>
          </a:p>
          <a:p>
            <a:pPr lvl="1" algn="just"/>
            <a:r>
              <a:rPr lang="en-US" dirty="0">
                <a:latin typeface="Arial" panose="020B0604020202020204" pitchFamily="34" charset="0"/>
                <a:cs typeface="Arial" panose="020B0604020202020204" pitchFamily="34" charset="0"/>
              </a:rPr>
              <a:t>Parallel I/O systems are immature or not available for all platforms </a:t>
            </a:r>
          </a:p>
          <a:p>
            <a:pPr lvl="1" algn="just"/>
            <a:r>
              <a:rPr lang="en-US" dirty="0">
                <a:latin typeface="Arial" panose="020B0604020202020204" pitchFamily="34" charset="0"/>
                <a:cs typeface="Arial" panose="020B0604020202020204" pitchFamily="34" charset="0"/>
              </a:rPr>
              <a:t>In an environment where all tasks see the same </a:t>
            </a:r>
            <a:r>
              <a:rPr lang="en-US" dirty="0" err="1">
                <a:latin typeface="Arial" panose="020B0604020202020204" pitchFamily="34" charset="0"/>
                <a:cs typeface="Arial" panose="020B0604020202020204" pitchFamily="34" charset="0"/>
              </a:rPr>
              <a:t>filespace</a:t>
            </a:r>
            <a:r>
              <a:rPr lang="en-US" dirty="0">
                <a:latin typeface="Arial" panose="020B0604020202020204" pitchFamily="34" charset="0"/>
                <a:cs typeface="Arial" panose="020B0604020202020204" pitchFamily="34" charset="0"/>
              </a:rPr>
              <a:t>, write operations will result in file overwriting </a:t>
            </a:r>
          </a:p>
          <a:p>
            <a:pPr lvl="1" algn="just"/>
            <a:r>
              <a:rPr lang="en-US" dirty="0">
                <a:latin typeface="Arial" panose="020B0604020202020204" pitchFamily="34" charset="0"/>
                <a:cs typeface="Arial" panose="020B0604020202020204" pitchFamily="34" charset="0"/>
              </a:rPr>
              <a:t>Read operations will be affected by the fileserver's ability to handle multiple read requests at the same time </a:t>
            </a:r>
          </a:p>
          <a:p>
            <a:pPr lvl="1" algn="just"/>
            <a:r>
              <a:rPr lang="en-US" dirty="0">
                <a:latin typeface="Arial" panose="020B0604020202020204" pitchFamily="34" charset="0"/>
                <a:cs typeface="Arial" panose="020B0604020202020204" pitchFamily="34" charset="0"/>
              </a:rPr>
              <a:t>I/O that must be conducted over the network (NFS, non-local) can cause severe bottlenecks</a:t>
            </a:r>
          </a:p>
        </p:txBody>
      </p:sp>
    </p:spTree>
    <p:custDataLst>
      <p:tags r:id="rId1"/>
    </p:custDataLst>
    <p:extLst>
      <p:ext uri="{BB962C8B-B14F-4D97-AF65-F5344CB8AC3E}">
        <p14:creationId xmlns:p14="http://schemas.microsoft.com/office/powerpoint/2010/main" val="20822544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65673-6431-0AFA-6656-E0F2B65D3E8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5F2A86D-16DC-F65A-C585-A3DED1A01D5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I/O</a:t>
            </a:r>
          </a:p>
        </p:txBody>
      </p:sp>
      <p:sp>
        <p:nvSpPr>
          <p:cNvPr id="3" name="Slide Number Placeholder 2">
            <a:extLst>
              <a:ext uri="{FF2B5EF4-FFF2-40B4-BE49-F238E27FC236}">
                <a16:creationId xmlns:a16="http://schemas.microsoft.com/office/drawing/2014/main" id="{E5CF96D4-2E49-9DAA-68B1-E778AD3B551F}"/>
              </a:ext>
            </a:extLst>
          </p:cNvPr>
          <p:cNvSpPr>
            <a:spLocks noGrp="1"/>
          </p:cNvSpPr>
          <p:nvPr>
            <p:ph type="sldNum" sz="quarter" idx="12"/>
          </p:nvPr>
        </p:nvSpPr>
        <p:spPr/>
        <p:txBody>
          <a:bodyPr/>
          <a:lstStyle/>
          <a:p>
            <a:fld id="{3485D9CA-6DAA-4C3C-A3E2-EDEA918D5F89}" type="slidenum">
              <a:rPr lang="en-US">
                <a:latin typeface="Calibri"/>
              </a:rPr>
              <a:pPr/>
              <a:t>38</a:t>
            </a:fld>
            <a:endParaRPr lang="en-US" dirty="0">
              <a:latin typeface="Calibri"/>
            </a:endParaRPr>
          </a:p>
        </p:txBody>
      </p:sp>
      <p:sp>
        <p:nvSpPr>
          <p:cNvPr id="12" name="Rectangle 3">
            <a:extLst>
              <a:ext uri="{FF2B5EF4-FFF2-40B4-BE49-F238E27FC236}">
                <a16:creationId xmlns:a16="http://schemas.microsoft.com/office/drawing/2014/main" id="{3DDEB063-1A08-6368-CBAB-E84D9A164BE0}"/>
              </a:ext>
            </a:extLst>
          </p:cNvPr>
          <p:cNvSpPr txBox="1">
            <a:spLocks noChangeArrowheads="1"/>
          </p:cNvSpPr>
          <p:nvPr/>
        </p:nvSpPr>
        <p:spPr>
          <a:xfrm>
            <a:off x="632150" y="1453241"/>
            <a:ext cx="1032541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The good News: </a:t>
            </a:r>
            <a:r>
              <a:rPr lang="en-US" dirty="0">
                <a:latin typeface="Arial" panose="020B0604020202020204" pitchFamily="34" charset="0"/>
                <a:cs typeface="Arial" panose="020B0604020202020204" pitchFamily="34" charset="0"/>
              </a:rPr>
              <a:t>Some parallel file systems are available. For example:</a:t>
            </a:r>
          </a:p>
          <a:p>
            <a:pPr lvl="1" algn="just"/>
            <a:r>
              <a:rPr lang="en-US" dirty="0">
                <a:latin typeface="Arial" panose="020B0604020202020204" pitchFamily="34" charset="0"/>
                <a:cs typeface="Arial" panose="020B0604020202020204" pitchFamily="34" charset="0"/>
              </a:rPr>
              <a:t>GPFS: General Parallel File System for AIX (IBM) </a:t>
            </a:r>
          </a:p>
          <a:p>
            <a:pPr lvl="1" algn="just"/>
            <a:r>
              <a:rPr lang="en-US" dirty="0" err="1">
                <a:latin typeface="Arial" panose="020B0604020202020204" pitchFamily="34" charset="0"/>
                <a:cs typeface="Arial" panose="020B0604020202020204" pitchFamily="34" charset="0"/>
              </a:rPr>
              <a:t>Lustre</a:t>
            </a:r>
            <a:r>
              <a:rPr lang="en-US" dirty="0">
                <a:latin typeface="Arial" panose="020B0604020202020204" pitchFamily="34" charset="0"/>
                <a:cs typeface="Arial" panose="020B0604020202020204" pitchFamily="34" charset="0"/>
              </a:rPr>
              <a:t>: for Linux clusters (Cluster File Systems, Inc.) </a:t>
            </a:r>
          </a:p>
          <a:p>
            <a:pPr lvl="1" algn="just"/>
            <a:r>
              <a:rPr lang="en-US" dirty="0">
                <a:latin typeface="Arial" panose="020B0604020202020204" pitchFamily="34" charset="0"/>
                <a:cs typeface="Arial" panose="020B0604020202020204" pitchFamily="34" charset="0"/>
              </a:rPr>
              <a:t>PVFS/PVFS2: Parallel Virtual File System for Linux clusters (Clemson/Argonne/Ohio State/others) </a:t>
            </a:r>
          </a:p>
          <a:p>
            <a:pPr lvl="1" algn="just"/>
            <a:r>
              <a:rPr lang="en-US" dirty="0" err="1">
                <a:latin typeface="Arial" panose="020B0604020202020204" pitchFamily="34" charset="0"/>
                <a:cs typeface="Arial" panose="020B0604020202020204" pitchFamily="34" charset="0"/>
              </a:rPr>
              <a:t>PanFS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Panasas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ActiveScale</a:t>
            </a:r>
            <a:r>
              <a:rPr lang="en-US" dirty="0">
                <a:latin typeface="Arial" panose="020B0604020202020204" pitchFamily="34" charset="0"/>
                <a:cs typeface="Arial" panose="020B0604020202020204" pitchFamily="34" charset="0"/>
              </a:rPr>
              <a:t> File System for Linux clusters (</a:t>
            </a:r>
            <a:r>
              <a:rPr lang="en-US" dirty="0" err="1">
                <a:latin typeface="Arial" panose="020B0604020202020204" pitchFamily="34" charset="0"/>
                <a:cs typeface="Arial" panose="020B0604020202020204" pitchFamily="34" charset="0"/>
              </a:rPr>
              <a:t>Panasas</a:t>
            </a:r>
            <a:r>
              <a:rPr lang="en-US" dirty="0">
                <a:latin typeface="Arial" panose="020B0604020202020204" pitchFamily="34" charset="0"/>
                <a:cs typeface="Arial" panose="020B0604020202020204" pitchFamily="34" charset="0"/>
              </a:rPr>
              <a:t>, Inc.) </a:t>
            </a:r>
          </a:p>
          <a:p>
            <a:pPr lvl="1" algn="just"/>
            <a:r>
              <a:rPr lang="en-US" dirty="0">
                <a:latin typeface="Arial" panose="020B0604020202020204" pitchFamily="34" charset="0"/>
                <a:cs typeface="Arial" panose="020B0604020202020204" pitchFamily="34" charset="0"/>
              </a:rPr>
              <a:t>HP SFS: HP StorageWorks Scalable File Share. </a:t>
            </a:r>
            <a:r>
              <a:rPr lang="en-US" dirty="0" err="1">
                <a:latin typeface="Arial" panose="020B0604020202020204" pitchFamily="34" charset="0"/>
                <a:cs typeface="Arial" panose="020B0604020202020204" pitchFamily="34" charset="0"/>
              </a:rPr>
              <a:t>Lustre</a:t>
            </a:r>
            <a:r>
              <a:rPr lang="en-US" dirty="0">
                <a:latin typeface="Arial" panose="020B0604020202020204" pitchFamily="34" charset="0"/>
                <a:cs typeface="Arial" panose="020B0604020202020204" pitchFamily="34" charset="0"/>
              </a:rPr>
              <a:t> based parallel file system (Global File System for Linux) product from HP</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parallel I/O programming interface specification for MPI has been available since 1996 as part of MPI-2. Vendor and "free" implementations are now commonly available.</a:t>
            </a:r>
          </a:p>
        </p:txBody>
      </p:sp>
    </p:spTree>
    <p:custDataLst>
      <p:tags r:id="rId1"/>
    </p:custDataLst>
    <p:extLst>
      <p:ext uri="{BB962C8B-B14F-4D97-AF65-F5344CB8AC3E}">
        <p14:creationId xmlns:p14="http://schemas.microsoft.com/office/powerpoint/2010/main" val="27685696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C236-A19C-8336-5C10-4C9EA2E27EF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CDDA6A5-F6AA-52A5-3A6F-F4BD852FFBD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Some Options</a:t>
            </a:r>
          </a:p>
        </p:txBody>
      </p:sp>
      <p:sp>
        <p:nvSpPr>
          <p:cNvPr id="3" name="Slide Number Placeholder 2">
            <a:extLst>
              <a:ext uri="{FF2B5EF4-FFF2-40B4-BE49-F238E27FC236}">
                <a16:creationId xmlns:a16="http://schemas.microsoft.com/office/drawing/2014/main" id="{CFC0B3E2-0054-4081-0A69-6598FAC0F49B}"/>
              </a:ext>
            </a:extLst>
          </p:cNvPr>
          <p:cNvSpPr>
            <a:spLocks noGrp="1"/>
          </p:cNvSpPr>
          <p:nvPr>
            <p:ph type="sldNum" sz="quarter" idx="12"/>
          </p:nvPr>
        </p:nvSpPr>
        <p:spPr/>
        <p:txBody>
          <a:bodyPr/>
          <a:lstStyle/>
          <a:p>
            <a:fld id="{3485D9CA-6DAA-4C3C-A3E2-EDEA918D5F89}" type="slidenum">
              <a:rPr lang="en-US">
                <a:latin typeface="Calibri"/>
              </a:rPr>
              <a:pPr/>
              <a:t>39</a:t>
            </a:fld>
            <a:endParaRPr lang="en-US" dirty="0">
              <a:latin typeface="Calibri"/>
            </a:endParaRPr>
          </a:p>
        </p:txBody>
      </p:sp>
      <p:sp>
        <p:nvSpPr>
          <p:cNvPr id="12" name="Rectangle 3">
            <a:extLst>
              <a:ext uri="{FF2B5EF4-FFF2-40B4-BE49-F238E27FC236}">
                <a16:creationId xmlns:a16="http://schemas.microsoft.com/office/drawing/2014/main" id="{D669626A-9674-48A8-F3C6-B178C7065C5E}"/>
              </a:ext>
            </a:extLst>
          </p:cNvPr>
          <p:cNvSpPr txBox="1">
            <a:spLocks noChangeArrowheads="1"/>
          </p:cNvSpPr>
          <p:nvPr/>
        </p:nvSpPr>
        <p:spPr>
          <a:xfrm>
            <a:off x="632150" y="1453241"/>
            <a:ext cx="10416850" cy="5404759"/>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1200"/>
              </a:spcBef>
            </a:pPr>
            <a:r>
              <a:rPr lang="en-US" sz="2000" dirty="0">
                <a:latin typeface="Arial" panose="020B0604020202020204" pitchFamily="34" charset="0"/>
                <a:cs typeface="Arial" panose="020B0604020202020204" pitchFamily="34" charset="0"/>
              </a:rPr>
              <a:t>Rule #1: Reduce overall I/O as much as possible</a:t>
            </a:r>
          </a:p>
          <a:p>
            <a:pPr algn="just">
              <a:spcBef>
                <a:spcPts val="1200"/>
              </a:spcBef>
            </a:pPr>
            <a:r>
              <a:rPr lang="en-US" sz="2000" dirty="0">
                <a:latin typeface="Arial" panose="020B0604020202020204" pitchFamily="34" charset="0"/>
                <a:cs typeface="Arial" panose="020B0604020202020204" pitchFamily="34" charset="0"/>
              </a:rPr>
              <a:t>Writing large chunks of data rather than small chunks is usually significantly more efficient.</a:t>
            </a:r>
          </a:p>
          <a:p>
            <a:pPr algn="just">
              <a:spcBef>
                <a:spcPts val="1200"/>
              </a:spcBef>
            </a:pPr>
            <a:r>
              <a:rPr lang="en-US" sz="2000" dirty="0">
                <a:latin typeface="Arial" panose="020B0604020202020204" pitchFamily="34" charset="0"/>
                <a:cs typeface="Arial" panose="020B0604020202020204" pitchFamily="34" charset="0"/>
              </a:rPr>
              <a:t>Fewer, larger files performs better than many small files.</a:t>
            </a:r>
          </a:p>
          <a:p>
            <a:pPr algn="just">
              <a:spcBef>
                <a:spcPts val="1200"/>
              </a:spcBef>
            </a:pPr>
            <a:r>
              <a:rPr lang="en-US" sz="2000" dirty="0">
                <a:latin typeface="Arial" panose="020B0604020202020204" pitchFamily="34" charset="0"/>
                <a:cs typeface="Arial" panose="020B0604020202020204" pitchFamily="34" charset="0"/>
              </a:rPr>
              <a:t>Confine I/O to specific serial portions of the job and then use parallel communications to distribute data to parallel tasks; e.g., Task 1 could read an input file and then communicate required data to other tasks. Likewise, Task 1 could perform write operation after receiving required data from all other tasks. </a:t>
            </a:r>
          </a:p>
          <a:p>
            <a:pPr algn="just">
              <a:spcBef>
                <a:spcPts val="1200"/>
              </a:spcBef>
            </a:pPr>
            <a:r>
              <a:rPr lang="en-US" sz="2000" dirty="0">
                <a:latin typeface="Arial" panose="020B0604020202020204" pitchFamily="34" charset="0"/>
                <a:cs typeface="Arial" panose="020B0604020202020204" pitchFamily="34" charset="0"/>
              </a:rPr>
              <a:t>For distributed memory systems with shared </a:t>
            </a:r>
            <a:r>
              <a:rPr lang="en-US" sz="2000" dirty="0" err="1">
                <a:latin typeface="Arial" panose="020B0604020202020204" pitchFamily="34" charset="0"/>
                <a:cs typeface="Arial" panose="020B0604020202020204" pitchFamily="34" charset="0"/>
              </a:rPr>
              <a:t>filespace</a:t>
            </a:r>
            <a:r>
              <a:rPr lang="en-US" sz="2000" dirty="0">
                <a:latin typeface="Arial" panose="020B0604020202020204" pitchFamily="34" charset="0"/>
                <a:cs typeface="Arial" panose="020B0604020202020204" pitchFamily="34" charset="0"/>
              </a:rPr>
              <a:t>, perform I/O in local, non-shared </a:t>
            </a:r>
            <a:r>
              <a:rPr lang="en-US" sz="2000" dirty="0" err="1">
                <a:latin typeface="Arial" panose="020B0604020202020204" pitchFamily="34" charset="0"/>
                <a:cs typeface="Arial" panose="020B0604020202020204" pitchFamily="34" charset="0"/>
              </a:rPr>
              <a:t>filespace</a:t>
            </a:r>
            <a:r>
              <a:rPr lang="en-US" sz="2000" dirty="0">
                <a:latin typeface="Arial" panose="020B0604020202020204" pitchFamily="34" charset="0"/>
                <a:cs typeface="Arial" panose="020B0604020202020204" pitchFamily="34" charset="0"/>
              </a:rPr>
              <a:t>. For example, each processor may have /</a:t>
            </a:r>
            <a:r>
              <a:rPr lang="en-US" sz="2000" dirty="0" err="1">
                <a:latin typeface="Arial" panose="020B0604020202020204" pitchFamily="34" charset="0"/>
                <a:cs typeface="Arial" panose="020B0604020202020204" pitchFamily="34" charset="0"/>
              </a:rPr>
              <a:t>tmp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filespace</a:t>
            </a:r>
            <a:r>
              <a:rPr lang="en-US" sz="2000" dirty="0">
                <a:latin typeface="Arial" panose="020B0604020202020204" pitchFamily="34" charset="0"/>
                <a:cs typeface="Arial" panose="020B0604020202020204" pitchFamily="34" charset="0"/>
              </a:rPr>
              <a:t> which can used. This is usually much more efficient than performing I/O over the network to one's home directory. </a:t>
            </a:r>
          </a:p>
          <a:p>
            <a:pPr algn="just">
              <a:spcBef>
                <a:spcPts val="1200"/>
              </a:spcBef>
            </a:pPr>
            <a:r>
              <a:rPr lang="en-US" sz="2000" dirty="0">
                <a:latin typeface="Arial" panose="020B0604020202020204" pitchFamily="34" charset="0"/>
                <a:cs typeface="Arial" panose="020B0604020202020204" pitchFamily="34" charset="0"/>
              </a:rPr>
              <a:t>Create unique filenames for each tasks' input/output file(s) </a:t>
            </a:r>
          </a:p>
          <a:p>
            <a:pPr algn="just">
              <a:spcBef>
                <a:spcPts val="1200"/>
              </a:spcBef>
            </a:pPr>
            <a:r>
              <a:rPr lang="en-US" sz="2000" dirty="0">
                <a:latin typeface="Arial" panose="020B0604020202020204" pitchFamily="34" charset="0"/>
                <a:cs typeface="Arial" panose="020B0604020202020204" pitchFamily="34" charset="0"/>
              </a:rPr>
              <a:t>Aggregate I/O operations across tasks - rather than having many tasks perform I/O, have a subset of tasks perform it.</a:t>
            </a:r>
          </a:p>
        </p:txBody>
      </p:sp>
    </p:spTree>
    <p:custDataLst>
      <p:tags r:id="rId1"/>
    </p:custDataLst>
    <p:extLst>
      <p:ext uri="{BB962C8B-B14F-4D97-AF65-F5344CB8AC3E}">
        <p14:creationId xmlns:p14="http://schemas.microsoft.com/office/powerpoint/2010/main" val="114836912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715C4-0A46-D54B-59EC-79C7D9C6F56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5731B67-9E17-8404-D7DB-A8B3CCA90CE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Performance Analysis and Tuning</a:t>
            </a:r>
          </a:p>
        </p:txBody>
      </p:sp>
      <p:sp>
        <p:nvSpPr>
          <p:cNvPr id="3" name="Slide Number Placeholder 2">
            <a:extLst>
              <a:ext uri="{FF2B5EF4-FFF2-40B4-BE49-F238E27FC236}">
                <a16:creationId xmlns:a16="http://schemas.microsoft.com/office/drawing/2014/main" id="{48A55DE7-FD20-44CD-D53E-3784B2DA6BA6}"/>
              </a:ext>
            </a:extLst>
          </p:cNvPr>
          <p:cNvSpPr>
            <a:spLocks noGrp="1"/>
          </p:cNvSpPr>
          <p:nvPr>
            <p:ph type="sldNum" sz="quarter" idx="12"/>
          </p:nvPr>
        </p:nvSpPr>
        <p:spPr/>
        <p:txBody>
          <a:bodyPr/>
          <a:lstStyle/>
          <a:p>
            <a:fld id="{3485D9CA-6DAA-4C3C-A3E2-EDEA918D5F89}" type="slidenum">
              <a:rPr lang="en-US">
                <a:latin typeface="Calibri"/>
              </a:rPr>
              <a:pPr/>
              <a:t>40</a:t>
            </a:fld>
            <a:endParaRPr lang="en-US" dirty="0">
              <a:latin typeface="Calibri"/>
            </a:endParaRPr>
          </a:p>
        </p:txBody>
      </p:sp>
      <p:sp>
        <p:nvSpPr>
          <p:cNvPr id="12" name="Rectangle 3">
            <a:extLst>
              <a:ext uri="{FF2B5EF4-FFF2-40B4-BE49-F238E27FC236}">
                <a16:creationId xmlns:a16="http://schemas.microsoft.com/office/drawing/2014/main" id="{9F55D5A6-C588-68F7-2845-2D4995C2A86B}"/>
              </a:ext>
            </a:extLst>
          </p:cNvPr>
          <p:cNvSpPr txBox="1">
            <a:spLocks noChangeArrowheads="1"/>
          </p:cNvSpPr>
          <p:nvPr/>
        </p:nvSpPr>
        <p:spPr>
          <a:xfrm>
            <a:off x="632150" y="1453241"/>
            <a:ext cx="1041685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Analyzing and tuning parallel program performance can be much more challenging than for serial programs.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Fortunately, there are a number of excellent tools for parallel program performance analysis and tuning.</a:t>
            </a:r>
          </a:p>
          <a:p>
            <a:pPr lvl="1" algn="just"/>
            <a:r>
              <a:rPr lang="en-US" dirty="0">
                <a:latin typeface="Arial" panose="020B0604020202020204" pitchFamily="34" charset="0"/>
                <a:cs typeface="Arial" panose="020B0604020202020204" pitchFamily="34" charset="0"/>
              </a:rPr>
              <a:t>TAU: http://www.cs.uoregon.edu/research/tau/docs.php</a:t>
            </a:r>
          </a:p>
          <a:p>
            <a:pPr lvl="1" algn="just"/>
            <a:r>
              <a:rPr lang="en-US" dirty="0" err="1">
                <a:latin typeface="Arial" panose="020B0604020202020204" pitchFamily="34" charset="0"/>
                <a:cs typeface="Arial" panose="020B0604020202020204" pitchFamily="34" charset="0"/>
              </a:rPr>
              <a:t>HPCToolkit</a:t>
            </a:r>
            <a:r>
              <a:rPr lang="en-US" dirty="0">
                <a:latin typeface="Arial" panose="020B0604020202020204" pitchFamily="34" charset="0"/>
                <a:cs typeface="Arial" panose="020B0604020202020204" pitchFamily="34" charset="0"/>
              </a:rPr>
              <a:t>: http://hpctoolkit.org/documentation.html</a:t>
            </a:r>
          </a:p>
          <a:p>
            <a:pPr lvl="1" algn="just"/>
            <a:r>
              <a:rPr lang="en-US" dirty="0" err="1">
                <a:latin typeface="Arial" panose="020B0604020202020204" pitchFamily="34" charset="0"/>
                <a:cs typeface="Arial" panose="020B0604020202020204" pitchFamily="34" charset="0"/>
              </a:rPr>
              <a:t>Open|Speedshop</a:t>
            </a:r>
            <a:r>
              <a:rPr lang="en-US" dirty="0">
                <a:latin typeface="Arial" panose="020B0604020202020204" pitchFamily="34" charset="0"/>
                <a:cs typeface="Arial" panose="020B0604020202020204" pitchFamily="34" charset="0"/>
              </a:rPr>
              <a:t>: https://www.openspeedshop.org/</a:t>
            </a:r>
          </a:p>
          <a:p>
            <a:pPr lvl="1" algn="just"/>
            <a:r>
              <a:rPr lang="en-US" dirty="0" err="1">
                <a:latin typeface="Arial" panose="020B0604020202020204" pitchFamily="34" charset="0"/>
                <a:cs typeface="Arial" panose="020B0604020202020204" pitchFamily="34" charset="0"/>
              </a:rPr>
              <a:t>Vampir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Vampirtrace</a:t>
            </a:r>
            <a:r>
              <a:rPr lang="en-US" dirty="0">
                <a:latin typeface="Arial" panose="020B0604020202020204" pitchFamily="34" charset="0"/>
                <a:cs typeface="Arial" panose="020B0604020202020204" pitchFamily="34" charset="0"/>
              </a:rPr>
              <a:t>: http://vampir.eu/</a:t>
            </a:r>
          </a:p>
          <a:p>
            <a:pPr lvl="1" algn="just"/>
            <a:r>
              <a:rPr lang="en-US" dirty="0" err="1">
                <a:latin typeface="Arial" panose="020B0604020202020204" pitchFamily="34" charset="0"/>
                <a:cs typeface="Arial" panose="020B0604020202020204" pitchFamily="34" charset="0"/>
              </a:rPr>
              <a:t>Valgrind</a:t>
            </a:r>
            <a:r>
              <a:rPr lang="en-US" dirty="0">
                <a:latin typeface="Arial" panose="020B0604020202020204" pitchFamily="34" charset="0"/>
                <a:cs typeface="Arial" panose="020B0604020202020204" pitchFamily="34" charset="0"/>
              </a:rPr>
              <a:t>: http://valgrind.org/</a:t>
            </a:r>
          </a:p>
          <a:p>
            <a:pPr lvl="1" algn="just"/>
            <a:r>
              <a:rPr lang="en-US" dirty="0">
                <a:latin typeface="Arial" panose="020B0604020202020204" pitchFamily="34" charset="0"/>
                <a:cs typeface="Arial" panose="020B0604020202020204" pitchFamily="34" charset="0"/>
              </a:rPr>
              <a:t>PAPI: http://icl.cs.utk.edu/papi/</a:t>
            </a:r>
          </a:p>
          <a:p>
            <a:pPr lvl="1" algn="just"/>
            <a:r>
              <a:rPr lang="en-US" dirty="0" err="1">
                <a:latin typeface="Arial" panose="020B0604020202020204" pitchFamily="34" charset="0"/>
                <a:cs typeface="Arial" panose="020B0604020202020204" pitchFamily="34" charset="0"/>
              </a:rPr>
              <a:t>mpiP</a:t>
            </a:r>
            <a:r>
              <a:rPr lang="en-US" dirty="0">
                <a:latin typeface="Arial" panose="020B0604020202020204" pitchFamily="34" charset="0"/>
                <a:cs typeface="Arial" panose="020B0604020202020204" pitchFamily="34" charset="0"/>
              </a:rPr>
              <a:t>: http://mpip.sourceforge.net/</a:t>
            </a:r>
          </a:p>
          <a:p>
            <a:pPr lvl="1" algn="just"/>
            <a:r>
              <a:rPr lang="en-US" dirty="0" err="1">
                <a:latin typeface="Arial" panose="020B0604020202020204" pitchFamily="34" charset="0"/>
                <a:cs typeface="Arial" panose="020B0604020202020204" pitchFamily="34" charset="0"/>
              </a:rPr>
              <a:t>memP</a:t>
            </a:r>
            <a:r>
              <a:rPr lang="en-US" dirty="0">
                <a:latin typeface="Arial" panose="020B0604020202020204" pitchFamily="34" charset="0"/>
                <a:cs typeface="Arial" panose="020B0604020202020204" pitchFamily="34" charset="0"/>
              </a:rPr>
              <a:t>: http://memp.sourceforge.net/</a:t>
            </a:r>
          </a:p>
        </p:txBody>
      </p:sp>
    </p:spTree>
    <p:custDataLst>
      <p:tags r:id="rId1"/>
    </p:custDataLst>
    <p:extLst>
      <p:ext uri="{BB962C8B-B14F-4D97-AF65-F5344CB8AC3E}">
        <p14:creationId xmlns:p14="http://schemas.microsoft.com/office/powerpoint/2010/main" val="25260175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78B15-5162-E2E3-DEC4-DEAB5B4248C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688411B-DFDA-D328-103A-C2748DB5F4F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and Costs of Parallel Programming</a:t>
            </a:r>
          </a:p>
        </p:txBody>
      </p:sp>
      <p:sp>
        <p:nvSpPr>
          <p:cNvPr id="3" name="Slide Number Placeholder 2">
            <a:extLst>
              <a:ext uri="{FF2B5EF4-FFF2-40B4-BE49-F238E27FC236}">
                <a16:creationId xmlns:a16="http://schemas.microsoft.com/office/drawing/2014/main" id="{CCBA26EE-EB5F-F49C-ADFF-510879FECBA6}"/>
              </a:ext>
            </a:extLst>
          </p:cNvPr>
          <p:cNvSpPr>
            <a:spLocks noGrp="1"/>
          </p:cNvSpPr>
          <p:nvPr>
            <p:ph type="sldNum" sz="quarter" idx="12"/>
          </p:nvPr>
        </p:nvSpPr>
        <p:spPr/>
        <p:txBody>
          <a:bodyPr/>
          <a:lstStyle/>
          <a:p>
            <a:fld id="{3485D9CA-6DAA-4C3C-A3E2-EDEA918D5F89}" type="slidenum">
              <a:rPr lang="en-US">
                <a:latin typeface="Calibri"/>
              </a:rPr>
              <a:pPr/>
              <a:t>41</a:t>
            </a:fld>
            <a:endParaRPr lang="en-US">
              <a:latin typeface="Calibri"/>
            </a:endParaRPr>
          </a:p>
        </p:txBody>
      </p:sp>
      <p:sp>
        <p:nvSpPr>
          <p:cNvPr id="12" name="Rectangle 3">
            <a:extLst>
              <a:ext uri="{FF2B5EF4-FFF2-40B4-BE49-F238E27FC236}">
                <a16:creationId xmlns:a16="http://schemas.microsoft.com/office/drawing/2014/main" id="{4B092B51-FFFF-FC39-3154-AB3016E8CF5F}"/>
              </a:ext>
            </a:extLst>
          </p:cNvPr>
          <p:cNvSpPr txBox="1">
            <a:spLocks noChangeArrowheads="1"/>
          </p:cNvSpPr>
          <p:nvPr/>
        </p:nvSpPr>
        <p:spPr>
          <a:xfrm>
            <a:off x="632150" y="1453241"/>
            <a:ext cx="10386369" cy="5252357"/>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Complexity</a:t>
            </a:r>
            <a:r>
              <a:rPr lang="en-US" dirty="0">
                <a:latin typeface="Arial" panose="020B0604020202020204" pitchFamily="34" charset="0"/>
                <a:cs typeface="Arial" panose="020B0604020202020204" pitchFamily="34" charset="0"/>
              </a:rPr>
              <a:t>: In general, parallel applications are much more complex than corresponding serial applications, perhaps an order of magnitude. Not only do you have multiple instruction streams executing at the same time, but you also have data flowing between them.</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costs of complexity are measured in programmer time in virtually every aspect of the software development cycle:</a:t>
            </a:r>
          </a:p>
          <a:p>
            <a:pPr lvl="1" algn="just"/>
            <a:r>
              <a:rPr lang="en-US" dirty="0">
                <a:latin typeface="Arial" panose="020B0604020202020204" pitchFamily="34" charset="0"/>
                <a:cs typeface="Arial" panose="020B0604020202020204" pitchFamily="34" charset="0"/>
              </a:rPr>
              <a:t>Design </a:t>
            </a:r>
          </a:p>
          <a:p>
            <a:pPr lvl="1" algn="just"/>
            <a:r>
              <a:rPr lang="en-US" dirty="0">
                <a:latin typeface="Arial" panose="020B0604020202020204" pitchFamily="34" charset="0"/>
                <a:cs typeface="Arial" panose="020B0604020202020204" pitchFamily="34" charset="0"/>
              </a:rPr>
              <a:t>Coding </a:t>
            </a:r>
          </a:p>
          <a:p>
            <a:pPr lvl="1" algn="just"/>
            <a:r>
              <a:rPr lang="en-US" dirty="0">
                <a:latin typeface="Arial" panose="020B0604020202020204" pitchFamily="34" charset="0"/>
                <a:cs typeface="Arial" panose="020B0604020202020204" pitchFamily="34" charset="0"/>
              </a:rPr>
              <a:t>Debugging </a:t>
            </a:r>
          </a:p>
          <a:p>
            <a:pPr lvl="1" algn="just"/>
            <a:r>
              <a:rPr lang="en-US" dirty="0">
                <a:latin typeface="Arial" panose="020B0604020202020204" pitchFamily="34" charset="0"/>
                <a:cs typeface="Arial" panose="020B0604020202020204" pitchFamily="34" charset="0"/>
              </a:rPr>
              <a:t>Tuning </a:t>
            </a:r>
          </a:p>
          <a:p>
            <a:pPr lvl="1" algn="just"/>
            <a:r>
              <a:rPr lang="en-US" dirty="0">
                <a:latin typeface="Arial" panose="020B0604020202020204" pitchFamily="34" charset="0"/>
                <a:cs typeface="Arial" panose="020B0604020202020204" pitchFamily="34" charset="0"/>
              </a:rPr>
              <a:t>Maintenance </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Adhering to "good" software development practices is essential </a:t>
            </a:r>
            <a:r>
              <a:rPr lang="en-US" dirty="0" smtClean="0">
                <a:latin typeface="Arial" panose="020B0604020202020204" pitchFamily="34" charset="0"/>
                <a:cs typeface="Arial" panose="020B0604020202020204" pitchFamily="34" charset="0"/>
              </a:rPr>
              <a:t>when </a:t>
            </a:r>
            <a:r>
              <a:rPr lang="en-US" dirty="0">
                <a:latin typeface="Arial" panose="020B0604020202020204" pitchFamily="34" charset="0"/>
                <a:cs typeface="Arial" panose="020B0604020202020204" pitchFamily="34" charset="0"/>
              </a:rPr>
              <a:t>working with parallel applications - especially if somebody besides you will have to work with the software.</a:t>
            </a:r>
          </a:p>
        </p:txBody>
      </p:sp>
    </p:spTree>
    <p:custDataLst>
      <p:tags r:id="rId1"/>
    </p:custDataLst>
    <p:extLst>
      <p:ext uri="{BB962C8B-B14F-4D97-AF65-F5344CB8AC3E}">
        <p14:creationId xmlns:p14="http://schemas.microsoft.com/office/powerpoint/2010/main" val="398947521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A431E-9411-F802-694E-CA499DAA236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E56083C-522A-8034-0DB0-3665DC17D40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and Costs of Parallel Programming</a:t>
            </a:r>
          </a:p>
        </p:txBody>
      </p:sp>
      <p:sp>
        <p:nvSpPr>
          <p:cNvPr id="3" name="Slide Number Placeholder 2">
            <a:extLst>
              <a:ext uri="{FF2B5EF4-FFF2-40B4-BE49-F238E27FC236}">
                <a16:creationId xmlns:a16="http://schemas.microsoft.com/office/drawing/2014/main" id="{F7F86BF2-63CB-E139-564C-0125035F4904}"/>
              </a:ext>
            </a:extLst>
          </p:cNvPr>
          <p:cNvSpPr>
            <a:spLocks noGrp="1"/>
          </p:cNvSpPr>
          <p:nvPr>
            <p:ph type="sldNum" sz="quarter" idx="12"/>
          </p:nvPr>
        </p:nvSpPr>
        <p:spPr/>
        <p:txBody>
          <a:bodyPr/>
          <a:lstStyle/>
          <a:p>
            <a:fld id="{3485D9CA-6DAA-4C3C-A3E2-EDEA918D5F89}" type="slidenum">
              <a:rPr lang="en-US">
                <a:latin typeface="Calibri"/>
              </a:rPr>
              <a:pPr/>
              <a:t>42</a:t>
            </a:fld>
            <a:endParaRPr lang="en-US">
              <a:latin typeface="Calibri"/>
            </a:endParaRPr>
          </a:p>
        </p:txBody>
      </p:sp>
      <p:sp>
        <p:nvSpPr>
          <p:cNvPr id="12" name="Rectangle 3">
            <a:extLst>
              <a:ext uri="{FF2B5EF4-FFF2-40B4-BE49-F238E27FC236}">
                <a16:creationId xmlns:a16="http://schemas.microsoft.com/office/drawing/2014/main" id="{88752139-37FC-B25E-39F8-7CBEA7711319}"/>
              </a:ext>
            </a:extLst>
          </p:cNvPr>
          <p:cNvSpPr txBox="1">
            <a:spLocks noChangeArrowheads="1"/>
          </p:cNvSpPr>
          <p:nvPr/>
        </p:nvSpPr>
        <p:spPr>
          <a:xfrm>
            <a:off x="632150" y="1453241"/>
            <a:ext cx="10386369" cy="5252357"/>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000" b="1" dirty="0">
                <a:solidFill>
                  <a:srgbClr val="FF0000"/>
                </a:solidFill>
                <a:latin typeface="Arial" panose="020B0604020202020204" pitchFamily="34" charset="0"/>
                <a:cs typeface="Arial" panose="020B0604020202020204" pitchFamily="34" charset="0"/>
              </a:rPr>
              <a:t>Portability</a:t>
            </a:r>
            <a:r>
              <a:rPr lang="en-US" b="1" dirty="0" smtClean="0">
                <a:latin typeface="Arial" panose="020B0604020202020204" pitchFamily="34" charset="0"/>
                <a:cs typeface="Arial" panose="020B0604020202020204" pitchFamily="34" charset="0"/>
              </a:rPr>
              <a:t> (</a:t>
            </a:r>
            <a:r>
              <a:rPr lang="en-US" b="1" dirty="0"/>
              <a:t>Portability means how easily a program can run on different computers or systems without needing to be changed a </a:t>
            </a:r>
            <a:r>
              <a:rPr lang="en-US" b="1" dirty="0" smtClean="0"/>
              <a:t>lot)</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Thanks to standardization in several APIs, such as MPI, POSIX threads, HPF and OpenMP, portability issues with parallel programs are not as serious as in years past. However...</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All of the usual portability issues associated with serial programs apply to parallel programs. For example, if you use vendor "enhancements" to Fortran, C or C++, portability will be a problem.</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Even though standards exist for several APIs, implementations will differ in a number of details, sometimes to the point of requiring code modifications in order to effect portability.</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Operating systems can play a key role in code portability issues. </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Hardware architectures are characteristically highly variable and can affect portability. </a:t>
            </a:r>
          </a:p>
        </p:txBody>
      </p:sp>
    </p:spTree>
    <p:custDataLst>
      <p:tags r:id="rId1"/>
    </p:custDataLst>
    <p:extLst>
      <p:ext uri="{BB962C8B-B14F-4D97-AF65-F5344CB8AC3E}">
        <p14:creationId xmlns:p14="http://schemas.microsoft.com/office/powerpoint/2010/main" val="36064212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0ED44-A6C0-2C59-3D3B-5AB0B096DBE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B35E015-C6D1-E4BA-962C-E6AD3D85A92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and Costs of Parallel Programming</a:t>
            </a:r>
          </a:p>
        </p:txBody>
      </p:sp>
      <p:sp>
        <p:nvSpPr>
          <p:cNvPr id="3" name="Slide Number Placeholder 2">
            <a:extLst>
              <a:ext uri="{FF2B5EF4-FFF2-40B4-BE49-F238E27FC236}">
                <a16:creationId xmlns:a16="http://schemas.microsoft.com/office/drawing/2014/main" id="{AD2669D8-CCAF-5271-8EF1-95743F2A419E}"/>
              </a:ext>
            </a:extLst>
          </p:cNvPr>
          <p:cNvSpPr>
            <a:spLocks noGrp="1"/>
          </p:cNvSpPr>
          <p:nvPr>
            <p:ph type="sldNum" sz="quarter" idx="12"/>
          </p:nvPr>
        </p:nvSpPr>
        <p:spPr/>
        <p:txBody>
          <a:bodyPr/>
          <a:lstStyle/>
          <a:p>
            <a:fld id="{3485D9CA-6DAA-4C3C-A3E2-EDEA918D5F89}" type="slidenum">
              <a:rPr lang="en-US">
                <a:latin typeface="Calibri"/>
              </a:rPr>
              <a:pPr/>
              <a:t>43</a:t>
            </a:fld>
            <a:endParaRPr lang="en-US">
              <a:latin typeface="Calibri"/>
            </a:endParaRPr>
          </a:p>
        </p:txBody>
      </p:sp>
      <p:sp>
        <p:nvSpPr>
          <p:cNvPr id="12" name="Rectangle 3">
            <a:extLst>
              <a:ext uri="{FF2B5EF4-FFF2-40B4-BE49-F238E27FC236}">
                <a16:creationId xmlns:a16="http://schemas.microsoft.com/office/drawing/2014/main" id="{9F8407FD-5A09-A9BB-B358-9730247E1404}"/>
              </a:ext>
            </a:extLst>
          </p:cNvPr>
          <p:cNvSpPr txBox="1">
            <a:spLocks noChangeArrowheads="1"/>
          </p:cNvSpPr>
          <p:nvPr/>
        </p:nvSpPr>
        <p:spPr>
          <a:xfrm>
            <a:off x="632150" y="1453241"/>
            <a:ext cx="1038636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Resource Requirement</a:t>
            </a:r>
            <a:r>
              <a:rPr lang="en-US" dirty="0">
                <a:latin typeface="Arial" panose="020B0604020202020204" pitchFamily="34" charset="0"/>
                <a:cs typeface="Arial" panose="020B0604020202020204" pitchFamily="34" charset="0"/>
              </a:rPr>
              <a:t>: The primary intent of parallel programming is to decrease execution wall clock time, however in order to accomplish this, more CPU time is required. For example, a parallel code that runs in 1 hour on 8 processors actually uses 8 hours of CPU time.</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amount of memory required can be greater for parallel codes than serial codes, due to the need to replicate data and for overheads associated with parallel support libraries and subsystems.</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For short running parallel programs, there can actually be a decrease in performance compared to a similar serial implementation. The overhead costs associated with setting up the parallel environment, task creation, communications and task termination can comprise a significant portion of the total execution time for short runs.</a:t>
            </a:r>
          </a:p>
        </p:txBody>
      </p:sp>
    </p:spTree>
    <p:custDataLst>
      <p:tags r:id="rId1"/>
    </p:custDataLst>
    <p:extLst>
      <p:ext uri="{BB962C8B-B14F-4D97-AF65-F5344CB8AC3E}">
        <p14:creationId xmlns:p14="http://schemas.microsoft.com/office/powerpoint/2010/main" val="41454809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B4166-0B18-F878-2246-FD755C5459F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C5A965A-1214-58F8-EB00-6B4DA3E570E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and Costs of Parallel Programming</a:t>
            </a:r>
          </a:p>
        </p:txBody>
      </p:sp>
      <p:sp>
        <p:nvSpPr>
          <p:cNvPr id="3" name="Slide Number Placeholder 2">
            <a:extLst>
              <a:ext uri="{FF2B5EF4-FFF2-40B4-BE49-F238E27FC236}">
                <a16:creationId xmlns:a16="http://schemas.microsoft.com/office/drawing/2014/main" id="{10A78190-C182-0C84-B3C9-925218091339}"/>
              </a:ext>
            </a:extLst>
          </p:cNvPr>
          <p:cNvSpPr>
            <a:spLocks noGrp="1"/>
          </p:cNvSpPr>
          <p:nvPr>
            <p:ph type="sldNum" sz="quarter" idx="12"/>
          </p:nvPr>
        </p:nvSpPr>
        <p:spPr/>
        <p:txBody>
          <a:bodyPr/>
          <a:lstStyle/>
          <a:p>
            <a:fld id="{3485D9CA-6DAA-4C3C-A3E2-EDEA918D5F89}" type="slidenum">
              <a:rPr lang="en-US">
                <a:latin typeface="Calibri"/>
              </a:rPr>
              <a:pPr/>
              <a:t>44</a:t>
            </a:fld>
            <a:endParaRPr lang="en-US">
              <a:latin typeface="Calibri"/>
            </a:endParaRPr>
          </a:p>
        </p:txBody>
      </p:sp>
      <p:sp>
        <p:nvSpPr>
          <p:cNvPr id="12" name="Rectangle 3">
            <a:extLst>
              <a:ext uri="{FF2B5EF4-FFF2-40B4-BE49-F238E27FC236}">
                <a16:creationId xmlns:a16="http://schemas.microsoft.com/office/drawing/2014/main" id="{3289B172-6C72-746A-71FC-C2D7B68D4251}"/>
              </a:ext>
            </a:extLst>
          </p:cNvPr>
          <p:cNvSpPr txBox="1">
            <a:spLocks noChangeArrowheads="1"/>
          </p:cNvSpPr>
          <p:nvPr/>
        </p:nvSpPr>
        <p:spPr>
          <a:xfrm>
            <a:off x="632148" y="1453242"/>
            <a:ext cx="10220731" cy="795284"/>
          </a:xfrm>
          <a:prstGeom prst="rect">
            <a:avLst/>
          </a:prstGeom>
          <a:ln w="15875">
            <a:noFill/>
          </a:ln>
        </p:spPr>
        <p:txBody>
          <a:bodyPr vert="horz" lIns="91440" tIns="45720" rIns="91440" bIns="45720" rtlCol="0">
            <a:normAutofit fontScale="925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smtClean="0">
                <a:solidFill>
                  <a:srgbClr val="FF0000"/>
                </a:solidFill>
                <a:latin typeface="Arial" panose="020B0604020202020204" pitchFamily="34" charset="0"/>
                <a:cs typeface="Arial" panose="020B0604020202020204" pitchFamily="34" charset="0"/>
              </a:rPr>
              <a:t>Scalability </a:t>
            </a:r>
            <a:r>
              <a:rPr lang="en-US" b="1" dirty="0" smtClean="0">
                <a:latin typeface="Arial" panose="020B0604020202020204" pitchFamily="34" charset="0"/>
                <a:cs typeface="Arial" panose="020B0604020202020204" pitchFamily="34" charset="0"/>
              </a:rPr>
              <a:t>(</a:t>
            </a:r>
            <a:r>
              <a:rPr lang="en-US" b="1" dirty="0"/>
              <a:t>Scalability is about how well a parallel program performs when we increase the number of </a:t>
            </a:r>
            <a:r>
              <a:rPr lang="en-US" b="1" dirty="0" smtClean="0"/>
              <a:t>processors) </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Two types of scaling based on time to solution:</a:t>
            </a:r>
            <a:endParaRPr lang="en-US" sz="1000" dirty="0">
              <a:latin typeface="Arial" panose="020B0604020202020204" pitchFamily="34" charset="0"/>
              <a:cs typeface="Arial" panose="020B0604020202020204" pitchFamily="34" charset="0"/>
            </a:endParaRPr>
          </a:p>
        </p:txBody>
      </p:sp>
      <p:sp>
        <p:nvSpPr>
          <p:cNvPr id="2" name="Rectangle 3">
            <a:extLst>
              <a:ext uri="{FF2B5EF4-FFF2-40B4-BE49-F238E27FC236}">
                <a16:creationId xmlns:a16="http://schemas.microsoft.com/office/drawing/2014/main" id="{97C4C3ED-35A8-AD37-2F17-20CD1F665E5A}"/>
              </a:ext>
            </a:extLst>
          </p:cNvPr>
          <p:cNvSpPr txBox="1">
            <a:spLocks noChangeArrowheads="1"/>
          </p:cNvSpPr>
          <p:nvPr/>
        </p:nvSpPr>
        <p:spPr>
          <a:xfrm>
            <a:off x="634647" y="2053655"/>
            <a:ext cx="6800474" cy="4676929"/>
          </a:xfrm>
          <a:prstGeom prst="rect">
            <a:avLst/>
          </a:prstGeom>
          <a:ln w="15875">
            <a:noFill/>
          </a:ln>
        </p:spPr>
        <p:txBody>
          <a:bodyPr vert="horz" lIns="91440" tIns="45720" rIns="91440" bIns="45720" rtlCol="0">
            <a:normAutofit fontScale="92500" lnSpcReduction="2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latin typeface="Arial" panose="020B0604020202020204" pitchFamily="34" charset="0"/>
                <a:cs typeface="Arial" panose="020B0604020202020204" pitchFamily="34" charset="0"/>
              </a:rPr>
              <a:t>Strong Scaling</a:t>
            </a:r>
          </a:p>
          <a:p>
            <a:pPr lvl="1" algn="just"/>
            <a:r>
              <a:rPr lang="en-US" dirty="0">
                <a:latin typeface="Arial" panose="020B0604020202020204" pitchFamily="34" charset="0"/>
                <a:cs typeface="Arial" panose="020B0604020202020204" pitchFamily="34" charset="0"/>
              </a:rPr>
              <a:t>The total problem size stays fixed as more processors are added.</a:t>
            </a:r>
          </a:p>
          <a:p>
            <a:pPr lvl="1" algn="just"/>
            <a:r>
              <a:rPr lang="en-US" dirty="0">
                <a:latin typeface="Arial" panose="020B0604020202020204" pitchFamily="34" charset="0"/>
                <a:cs typeface="Arial" panose="020B0604020202020204" pitchFamily="34" charset="0"/>
              </a:rPr>
              <a:t>The goal is to reduce the execution time</a:t>
            </a:r>
            <a:r>
              <a:rPr lang="en-US" dirty="0" smtClean="0">
                <a:latin typeface="Arial" panose="020B0604020202020204" pitchFamily="34" charset="0"/>
                <a:cs typeface="Arial" panose="020B0604020202020204" pitchFamily="34" charset="0"/>
              </a:rPr>
              <a:t>.</a:t>
            </a:r>
          </a:p>
          <a:p>
            <a:pPr lvl="1" algn="just"/>
            <a:r>
              <a:rPr lang="en-US" dirty="0" smtClean="0">
                <a:latin typeface="Arial" panose="020B0604020202020204" pitchFamily="34" charset="0"/>
                <a:cs typeface="Arial" panose="020B0604020202020204" pitchFamily="34" charset="0"/>
              </a:rPr>
              <a:t>Perfect </a:t>
            </a:r>
            <a:r>
              <a:rPr lang="en-US" dirty="0">
                <a:latin typeface="Arial" panose="020B0604020202020204" pitchFamily="34" charset="0"/>
                <a:cs typeface="Arial" panose="020B0604020202020204" pitchFamily="34" charset="0"/>
              </a:rPr>
              <a:t>scaling means </a:t>
            </a:r>
            <a:r>
              <a:rPr lang="en-US" dirty="0" smtClean="0">
                <a:latin typeface="Arial" panose="020B0604020202020204" pitchFamily="34" charset="0"/>
                <a:cs typeface="Arial" panose="020B0604020202020204" pitchFamily="34" charset="0"/>
              </a:rPr>
              <a:t>if </a:t>
            </a:r>
            <a:r>
              <a:rPr lang="en-US" dirty="0">
                <a:latin typeface="Arial" panose="020B0604020202020204" pitchFamily="34" charset="0"/>
                <a:cs typeface="Arial" panose="020B0604020202020204" pitchFamily="34" charset="0"/>
              </a:rPr>
              <a:t>a single processor takes T time, then P processors should solve it in T/P time.</a:t>
            </a:r>
          </a:p>
          <a:p>
            <a:pPr algn="just"/>
            <a:endParaRPr lang="en-US" sz="1000"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Weak Scaling</a:t>
            </a:r>
          </a:p>
          <a:p>
            <a:pPr lvl="1" algn="just"/>
            <a:r>
              <a:rPr lang="en-US" dirty="0">
                <a:latin typeface="Arial" panose="020B0604020202020204" pitchFamily="34" charset="0"/>
                <a:cs typeface="Arial" panose="020B0604020202020204" pitchFamily="34" charset="0"/>
              </a:rPr>
              <a:t>The problem size grows as we add more </a:t>
            </a:r>
            <a:r>
              <a:rPr lang="en-US" dirty="0" smtClean="0">
                <a:latin typeface="Arial" panose="020B0604020202020204" pitchFamily="34" charset="0"/>
                <a:cs typeface="Arial" panose="020B0604020202020204" pitchFamily="34" charset="0"/>
              </a:rPr>
              <a:t>processors. The </a:t>
            </a:r>
            <a:r>
              <a:rPr lang="en-US" dirty="0">
                <a:latin typeface="Arial" panose="020B0604020202020204" pitchFamily="34" charset="0"/>
                <a:cs typeface="Arial" panose="020B0604020202020204" pitchFamily="34" charset="0"/>
              </a:rPr>
              <a:t>goal is to keep execution time the same, even as the problem grows</a:t>
            </a:r>
            <a:r>
              <a:rPr lang="en-US" dirty="0" smtClean="0">
                <a:latin typeface="Arial" panose="020B0604020202020204" pitchFamily="34" charset="0"/>
                <a:cs typeface="Arial" panose="020B0604020202020204" pitchFamily="34" charset="0"/>
              </a:rPr>
              <a:t>.</a:t>
            </a:r>
          </a:p>
          <a:p>
            <a:pPr lvl="1" algn="just"/>
            <a:r>
              <a:rPr lang="en-US" dirty="0" smtClean="0">
                <a:latin typeface="Arial" panose="020B0604020202020204" pitchFamily="34" charset="0"/>
                <a:cs typeface="Arial" panose="020B0604020202020204" pitchFamily="34" charset="0"/>
              </a:rPr>
              <a:t>The </a:t>
            </a:r>
            <a:r>
              <a:rPr lang="en-US" dirty="0">
                <a:latin typeface="Arial" panose="020B0604020202020204" pitchFamily="34" charset="0"/>
                <a:cs typeface="Arial" panose="020B0604020202020204" pitchFamily="34" charset="0"/>
              </a:rPr>
              <a:t>total problem size is proportional to the number of processors used.</a:t>
            </a:r>
          </a:p>
          <a:p>
            <a:pPr lvl="1" algn="just"/>
            <a:r>
              <a:rPr lang="en-US" dirty="0">
                <a:latin typeface="Arial" panose="020B0604020202020204" pitchFamily="34" charset="0"/>
                <a:cs typeface="Arial" panose="020B0604020202020204" pitchFamily="34" charset="0"/>
              </a:rPr>
              <a:t>Goal is to run larger problem in same amount of time</a:t>
            </a:r>
          </a:p>
          <a:p>
            <a:pPr lvl="1" algn="just"/>
            <a:r>
              <a:rPr lang="en-US" dirty="0">
                <a:latin typeface="Arial" panose="020B0604020202020204" pitchFamily="34" charset="0"/>
                <a:cs typeface="Arial" panose="020B0604020202020204" pitchFamily="34" charset="0"/>
              </a:rPr>
              <a:t>Perfect scaling means </a:t>
            </a:r>
            <a:r>
              <a:rPr lang="en-US" dirty="0" smtClean="0">
                <a:latin typeface="Arial" panose="020B0604020202020204" pitchFamily="34" charset="0"/>
                <a:cs typeface="Arial" panose="020B0604020202020204" pitchFamily="34" charset="0"/>
              </a:rPr>
              <a:t>if </a:t>
            </a:r>
            <a:r>
              <a:rPr lang="en-US" dirty="0">
                <a:latin typeface="Arial" panose="020B0604020202020204" pitchFamily="34" charset="0"/>
                <a:cs typeface="Arial" panose="020B0604020202020204" pitchFamily="34" charset="0"/>
              </a:rPr>
              <a:t>1 processor takes T time for a small problem, P processors should take the same T time for a problem that is P times bigger.</a:t>
            </a:r>
            <a:endParaRPr lang="en-US" sz="1000" dirty="0">
              <a:latin typeface="Arial" panose="020B0604020202020204" pitchFamily="34" charset="0"/>
              <a:cs typeface="Arial" panose="020B0604020202020204" pitchFamily="34" charset="0"/>
            </a:endParaRPr>
          </a:p>
        </p:txBody>
      </p:sp>
      <p:pic>
        <p:nvPicPr>
          <p:cNvPr id="1026" name="Picture 2" descr="Strong scaling vs. weak scaling">
            <a:extLst>
              <a:ext uri="{FF2B5EF4-FFF2-40B4-BE49-F238E27FC236}">
                <a16:creationId xmlns:a16="http://schemas.microsoft.com/office/drawing/2014/main" id="{EBF854CA-B520-4CE1-E97A-DD6B69401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9913" y="2171243"/>
            <a:ext cx="2892966" cy="411754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2881408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5E86-0D01-2D57-15D5-A06A7F005B2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FE09636-CE7B-21B9-F299-184EAF23AB0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and Costs of Parallel Programming</a:t>
            </a:r>
          </a:p>
        </p:txBody>
      </p:sp>
      <p:sp>
        <p:nvSpPr>
          <p:cNvPr id="3" name="Slide Number Placeholder 2">
            <a:extLst>
              <a:ext uri="{FF2B5EF4-FFF2-40B4-BE49-F238E27FC236}">
                <a16:creationId xmlns:a16="http://schemas.microsoft.com/office/drawing/2014/main" id="{0D3F7FC2-4AB6-31A2-11E4-6363F623680A}"/>
              </a:ext>
            </a:extLst>
          </p:cNvPr>
          <p:cNvSpPr>
            <a:spLocks noGrp="1"/>
          </p:cNvSpPr>
          <p:nvPr>
            <p:ph type="sldNum" sz="quarter" idx="12"/>
          </p:nvPr>
        </p:nvSpPr>
        <p:spPr/>
        <p:txBody>
          <a:bodyPr/>
          <a:lstStyle/>
          <a:p>
            <a:fld id="{3485D9CA-6DAA-4C3C-A3E2-EDEA918D5F89}" type="slidenum">
              <a:rPr lang="en-US">
                <a:latin typeface="Calibri"/>
              </a:rPr>
              <a:pPr/>
              <a:t>45</a:t>
            </a:fld>
            <a:endParaRPr lang="en-US">
              <a:latin typeface="Calibri"/>
            </a:endParaRPr>
          </a:p>
        </p:txBody>
      </p:sp>
      <p:sp>
        <p:nvSpPr>
          <p:cNvPr id="12" name="Rectangle 3">
            <a:extLst>
              <a:ext uri="{FF2B5EF4-FFF2-40B4-BE49-F238E27FC236}">
                <a16:creationId xmlns:a16="http://schemas.microsoft.com/office/drawing/2014/main" id="{BFEBA91D-4411-210C-20C0-10ED526AC94C}"/>
              </a:ext>
            </a:extLst>
          </p:cNvPr>
          <p:cNvSpPr txBox="1">
            <a:spLocks noChangeArrowheads="1"/>
          </p:cNvSpPr>
          <p:nvPr/>
        </p:nvSpPr>
        <p:spPr>
          <a:xfrm>
            <a:off x="632149" y="1453241"/>
            <a:ext cx="1051560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t>Scalability Isn't Just About Adding More Machines</a:t>
            </a:r>
            <a:endParaRPr lang="en-US" dirty="0" smtClean="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Adding more machines doesn't always mean you'll get better performance</a:t>
            </a:r>
            <a:r>
              <a:rPr lang="en-US" dirty="0" smtClean="0">
                <a:latin typeface="Arial" panose="020B0604020202020204" pitchFamily="34" charset="0"/>
                <a:cs typeface="Arial" panose="020B0604020202020204" pitchFamily="34" charset="0"/>
              </a:rPr>
              <a:t>. There </a:t>
            </a:r>
            <a:r>
              <a:rPr lang="en-US" dirty="0">
                <a:latin typeface="Arial" panose="020B0604020202020204" pitchFamily="34" charset="0"/>
                <a:cs typeface="Arial" panose="020B0604020202020204" pitchFamily="34" charset="0"/>
              </a:rPr>
              <a:t>are many interrelated </a:t>
            </a:r>
            <a:r>
              <a:rPr lang="en-US" dirty="0" smtClean="0">
                <a:latin typeface="Arial" panose="020B0604020202020204" pitchFamily="34" charset="0"/>
                <a:cs typeface="Arial" panose="020B0604020202020204" pitchFamily="34" charset="0"/>
              </a:rPr>
              <a:t>factors such as </a:t>
            </a:r>
            <a:r>
              <a:rPr lang="en-US" dirty="0" smtClean="0">
                <a:solidFill>
                  <a:srgbClr val="FF0000"/>
                </a:solidFill>
                <a:latin typeface="Arial" panose="020B0604020202020204" pitchFamily="34" charset="0"/>
                <a:cs typeface="Arial" panose="020B0604020202020204" pitchFamily="34" charset="0"/>
              </a:rPr>
              <a:t>hardware</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software</a:t>
            </a:r>
            <a:r>
              <a:rPr lang="en-US" dirty="0">
                <a:latin typeface="Arial" panose="020B0604020202020204" pitchFamily="34" charset="0"/>
                <a:cs typeface="Arial" panose="020B0604020202020204" pitchFamily="34" charset="0"/>
              </a:rPr>
              <a:t>, and the nature of the </a:t>
            </a:r>
            <a:r>
              <a:rPr lang="en-US" dirty="0" smtClean="0">
                <a:solidFill>
                  <a:srgbClr val="FF0000"/>
                </a:solidFill>
                <a:latin typeface="Arial" panose="020B0604020202020204" pitchFamily="34" charset="0"/>
                <a:cs typeface="Arial" panose="020B0604020202020204" pitchFamily="34" charset="0"/>
              </a:rPr>
              <a:t>algorithm</a:t>
            </a:r>
            <a:r>
              <a:rPr lang="en-US" dirty="0" smtClean="0">
                <a:latin typeface="Arial" panose="020B0604020202020204" pitchFamily="34" charset="0"/>
                <a:cs typeface="Arial" panose="020B0604020202020204" pitchFamily="34" charset="0"/>
              </a:rPr>
              <a:t> that </a:t>
            </a:r>
            <a:r>
              <a:rPr lang="en-US" dirty="0">
                <a:latin typeface="Arial" panose="020B0604020202020204" pitchFamily="34" charset="0"/>
                <a:cs typeface="Arial" panose="020B0604020202020204" pitchFamily="34" charset="0"/>
              </a:rPr>
              <a:t>control scalability.</a:t>
            </a:r>
            <a:endParaRPr lang="en-US" sz="10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Some algorithms have inherent limits</a:t>
            </a:r>
            <a:r>
              <a:rPr lang="en-US" dirty="0" smtClean="0">
                <a:latin typeface="Arial" panose="020B0604020202020204" pitchFamily="34" charset="0"/>
                <a:cs typeface="Arial" panose="020B0604020202020204" pitchFamily="34" charset="0"/>
              </a:rPr>
              <a:t>. For </a:t>
            </a:r>
            <a:r>
              <a:rPr lang="en-US" dirty="0">
                <a:latin typeface="Arial" panose="020B0604020202020204" pitchFamily="34" charset="0"/>
                <a:cs typeface="Arial" panose="020B0604020202020204" pitchFamily="34" charset="0"/>
              </a:rPr>
              <a:t>example</a:t>
            </a:r>
            <a:r>
              <a:rPr lang="en-US" dirty="0" smtClean="0">
                <a:latin typeface="Arial" panose="020B0604020202020204" pitchFamily="34" charset="0"/>
                <a:cs typeface="Arial" panose="020B0604020202020204" pitchFamily="34" charset="0"/>
              </a:rPr>
              <a:t>: Certain </a:t>
            </a:r>
            <a:r>
              <a:rPr lang="en-US" dirty="0">
                <a:latin typeface="Arial" panose="020B0604020202020204" pitchFamily="34" charset="0"/>
                <a:cs typeface="Arial" panose="020B0604020202020204" pitchFamily="34" charset="0"/>
              </a:rPr>
              <a:t>parts of a program cannot be </a:t>
            </a:r>
            <a:r>
              <a:rPr lang="en-US" dirty="0" smtClean="0">
                <a:latin typeface="Arial" panose="020B0604020202020204" pitchFamily="34" charset="0"/>
                <a:cs typeface="Arial" panose="020B0604020202020204" pitchFamily="34" charset="0"/>
              </a:rPr>
              <a:t>parallelized. After </a:t>
            </a:r>
            <a:r>
              <a:rPr lang="en-US" dirty="0">
                <a:latin typeface="Arial" panose="020B0604020202020204" pitchFamily="34" charset="0"/>
                <a:cs typeface="Arial" panose="020B0604020202020204" pitchFamily="34" charset="0"/>
              </a:rPr>
              <a:t>a point, adding more processors might increase communication and coordination overhead, making performance worse, not better.</a:t>
            </a:r>
            <a:endParaRPr lang="en-US" sz="8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Hardware factors play a significant role in scalability. Examples:</a:t>
            </a:r>
          </a:p>
          <a:p>
            <a:pPr lvl="2" algn="just"/>
            <a:r>
              <a:rPr lang="en-US" dirty="0">
                <a:latin typeface="Arial" panose="020B0604020202020204" pitchFamily="34" charset="0"/>
                <a:cs typeface="Arial" panose="020B0604020202020204" pitchFamily="34" charset="0"/>
              </a:rPr>
              <a:t>In SMP machines (Symmetric Multiprocessing), all processors share the same bus to access memory</a:t>
            </a:r>
            <a:r>
              <a:rPr lang="en-US" dirty="0" smtClean="0">
                <a:latin typeface="Arial" panose="020B0604020202020204" pitchFamily="34" charset="0"/>
                <a:cs typeface="Arial" panose="020B0604020202020204" pitchFamily="34" charset="0"/>
              </a:rPr>
              <a:t>. If </a:t>
            </a:r>
            <a:r>
              <a:rPr lang="en-US" dirty="0">
                <a:latin typeface="Arial" panose="020B0604020202020204" pitchFamily="34" charset="0"/>
                <a:cs typeface="Arial" panose="020B0604020202020204" pitchFamily="34" charset="0"/>
              </a:rPr>
              <a:t>many processors compete for the bus, bandwidth becomes a bottleneck</a:t>
            </a:r>
            <a:r>
              <a:rPr lang="en-US" dirty="0" smtClean="0">
                <a:latin typeface="Arial" panose="020B0604020202020204" pitchFamily="34" charset="0"/>
                <a:cs typeface="Arial" panose="020B0604020202020204" pitchFamily="34" charset="0"/>
              </a:rPr>
              <a:t>.</a:t>
            </a:r>
          </a:p>
          <a:p>
            <a:pPr lvl="2" algn="just"/>
            <a:r>
              <a:rPr lang="en-US" dirty="0">
                <a:latin typeface="Arial" panose="020B0604020202020204" pitchFamily="34" charset="0"/>
                <a:cs typeface="Arial" panose="020B0604020202020204" pitchFamily="34" charset="0"/>
              </a:rPr>
              <a:t>In distributed systems or clusters, processors communicate over a network</a:t>
            </a:r>
            <a:r>
              <a:rPr lang="en-US" dirty="0" smtClean="0">
                <a:latin typeface="Arial" panose="020B0604020202020204" pitchFamily="34" charset="0"/>
                <a:cs typeface="Arial" panose="020B0604020202020204" pitchFamily="34" charset="0"/>
              </a:rPr>
              <a:t>. If </a:t>
            </a:r>
            <a:r>
              <a:rPr lang="en-US" dirty="0">
                <a:latin typeface="Arial" panose="020B0604020202020204" pitchFamily="34" charset="0"/>
                <a:cs typeface="Arial" panose="020B0604020202020204" pitchFamily="34" charset="0"/>
              </a:rPr>
              <a:t>the network has limited bandwidth, communication becomes slow, limiting performance</a:t>
            </a:r>
            <a:r>
              <a:rPr lang="en-US" dirty="0" smtClean="0">
                <a:latin typeface="Arial" panose="020B0604020202020204" pitchFamily="34" charset="0"/>
                <a:cs typeface="Arial" panose="020B0604020202020204" pitchFamily="34" charset="0"/>
              </a:rPr>
              <a:t>.</a:t>
            </a:r>
          </a:p>
          <a:p>
            <a:pPr lvl="2" algn="just"/>
            <a:r>
              <a:rPr lang="en-US" dirty="0">
                <a:latin typeface="Arial" panose="020B0604020202020204" pitchFamily="34" charset="0"/>
                <a:cs typeface="Arial" panose="020B0604020202020204" pitchFamily="34" charset="0"/>
              </a:rPr>
              <a:t>If there's not enough memory per machine or node, processors spend time waiting to access memory, reducing scalability</a:t>
            </a:r>
            <a:r>
              <a:rPr lang="en-US" dirty="0" smtClean="0">
                <a:latin typeface="Arial" panose="020B0604020202020204" pitchFamily="34" charset="0"/>
                <a:cs typeface="Arial" panose="020B0604020202020204" pitchFamily="34" charset="0"/>
              </a:rPr>
              <a:t>.</a:t>
            </a:r>
          </a:p>
          <a:p>
            <a:pPr lvl="2" algn="just"/>
            <a:r>
              <a:rPr lang="en-US" dirty="0">
                <a:latin typeface="Arial" panose="020B0604020202020204" pitchFamily="34" charset="0"/>
                <a:cs typeface="Arial" panose="020B0604020202020204" pitchFamily="34" charset="0"/>
              </a:rPr>
              <a:t>Faster processors help, but if communication is slow, even a fast CPU will spend time idle, waiting for data.</a:t>
            </a:r>
            <a:endParaRPr lang="en-US" dirty="0" smtClean="0">
              <a:latin typeface="Arial" panose="020B0604020202020204" pitchFamily="34" charset="0"/>
              <a:cs typeface="Arial" panose="020B0604020202020204" pitchFamily="34" charset="0"/>
            </a:endParaRPr>
          </a:p>
          <a:p>
            <a:pPr lvl="2" algn="just"/>
            <a:endParaRPr lang="en-US" sz="8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7082540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5E86-0D01-2D57-15D5-A06A7F005B2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FE09636-CE7B-21B9-F299-184EAF23AB0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and Costs of Parallel Programming</a:t>
            </a:r>
          </a:p>
        </p:txBody>
      </p:sp>
      <p:sp>
        <p:nvSpPr>
          <p:cNvPr id="3" name="Slide Number Placeholder 2">
            <a:extLst>
              <a:ext uri="{FF2B5EF4-FFF2-40B4-BE49-F238E27FC236}">
                <a16:creationId xmlns:a16="http://schemas.microsoft.com/office/drawing/2014/main" id="{0D3F7FC2-4AB6-31A2-11E4-6363F623680A}"/>
              </a:ext>
            </a:extLst>
          </p:cNvPr>
          <p:cNvSpPr>
            <a:spLocks noGrp="1"/>
          </p:cNvSpPr>
          <p:nvPr>
            <p:ph type="sldNum" sz="quarter" idx="12"/>
          </p:nvPr>
        </p:nvSpPr>
        <p:spPr/>
        <p:txBody>
          <a:bodyPr/>
          <a:lstStyle/>
          <a:p>
            <a:fld id="{3485D9CA-6DAA-4C3C-A3E2-EDEA918D5F89}" type="slidenum">
              <a:rPr lang="en-US">
                <a:latin typeface="Calibri"/>
              </a:rPr>
              <a:pPr/>
              <a:t>46</a:t>
            </a:fld>
            <a:endParaRPr lang="en-US">
              <a:latin typeface="Calibri"/>
            </a:endParaRPr>
          </a:p>
        </p:txBody>
      </p:sp>
      <p:sp>
        <p:nvSpPr>
          <p:cNvPr id="12" name="Rectangle 3">
            <a:extLst>
              <a:ext uri="{FF2B5EF4-FFF2-40B4-BE49-F238E27FC236}">
                <a16:creationId xmlns:a16="http://schemas.microsoft.com/office/drawing/2014/main" id="{BFEBA91D-4411-210C-20C0-10ED526AC94C}"/>
              </a:ext>
            </a:extLst>
          </p:cNvPr>
          <p:cNvSpPr txBox="1">
            <a:spLocks noChangeArrowheads="1"/>
          </p:cNvSpPr>
          <p:nvPr/>
        </p:nvSpPr>
        <p:spPr>
          <a:xfrm>
            <a:off x="632149" y="1453241"/>
            <a:ext cx="1051560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lvl="1" algn="just"/>
            <a:r>
              <a:rPr lang="en-US" dirty="0">
                <a:latin typeface="Arial" panose="020B0604020202020204" pitchFamily="34" charset="0"/>
                <a:cs typeface="Arial" panose="020B0604020202020204" pitchFamily="34" charset="0"/>
              </a:rPr>
              <a:t>Parallel support libraries and subsystems (like MPI or </a:t>
            </a:r>
            <a:r>
              <a:rPr lang="en-US" dirty="0" err="1">
                <a:latin typeface="Arial" panose="020B0604020202020204" pitchFamily="34" charset="0"/>
                <a:cs typeface="Arial" panose="020B0604020202020204" pitchFamily="34" charset="0"/>
              </a:rPr>
              <a:t>OpenMP</a:t>
            </a:r>
            <a:r>
              <a:rPr lang="en-US" dirty="0">
                <a:latin typeface="Arial" panose="020B0604020202020204" pitchFamily="34" charset="0"/>
                <a:cs typeface="Arial" panose="020B0604020202020204" pitchFamily="34" charset="0"/>
              </a:rPr>
              <a:t>) may have overhead</a:t>
            </a:r>
            <a:r>
              <a:rPr lang="en-US" dirty="0" smtClean="0">
                <a:latin typeface="Arial" panose="020B0604020202020204" pitchFamily="34" charset="0"/>
                <a:cs typeface="Arial" panose="020B0604020202020204" pitchFamily="34" charset="0"/>
              </a:rPr>
              <a:t>. They </a:t>
            </a:r>
            <a:r>
              <a:rPr lang="en-US" dirty="0">
                <a:latin typeface="Arial" panose="020B0604020202020204" pitchFamily="34" charset="0"/>
                <a:cs typeface="Arial" panose="020B0604020202020204" pitchFamily="34" charset="0"/>
              </a:rPr>
              <a:t>manage tasks, synchronize processors, and handle communication, but this adds extra computation and can limit the speedup you get.</a:t>
            </a:r>
            <a:endParaRPr lang="en-US" sz="8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39691297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B11CA-FCD1-B874-8C98-51162691294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3614DCE-EF71-F6B9-B0DB-BA3D48A85E4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and Costs of Parallel Programming</a:t>
            </a:r>
          </a:p>
        </p:txBody>
      </p:sp>
      <p:sp>
        <p:nvSpPr>
          <p:cNvPr id="3" name="Slide Number Placeholder 2">
            <a:extLst>
              <a:ext uri="{FF2B5EF4-FFF2-40B4-BE49-F238E27FC236}">
                <a16:creationId xmlns:a16="http://schemas.microsoft.com/office/drawing/2014/main" id="{EB227CF9-3E5B-D300-C933-8BBE263093D8}"/>
              </a:ext>
            </a:extLst>
          </p:cNvPr>
          <p:cNvSpPr>
            <a:spLocks noGrp="1"/>
          </p:cNvSpPr>
          <p:nvPr>
            <p:ph type="sldNum" sz="quarter" idx="12"/>
          </p:nvPr>
        </p:nvSpPr>
        <p:spPr/>
        <p:txBody>
          <a:bodyPr/>
          <a:lstStyle/>
          <a:p>
            <a:fld id="{3485D9CA-6DAA-4C3C-A3E2-EDEA918D5F89}" type="slidenum">
              <a:rPr lang="en-US">
                <a:latin typeface="Calibri"/>
              </a:rPr>
              <a:pPr/>
              <a:t>47</a:t>
            </a:fld>
            <a:endParaRPr lang="en-US">
              <a:latin typeface="Calibri"/>
            </a:endParaRPr>
          </a:p>
        </p:txBody>
      </p:sp>
      <p:sp>
        <p:nvSpPr>
          <p:cNvPr id="12" name="Rectangle 3">
            <a:extLst>
              <a:ext uri="{FF2B5EF4-FFF2-40B4-BE49-F238E27FC236}">
                <a16:creationId xmlns:a16="http://schemas.microsoft.com/office/drawing/2014/main" id="{9312FA03-4C2E-3C5F-7A9E-EA9466EEA371}"/>
              </a:ext>
            </a:extLst>
          </p:cNvPr>
          <p:cNvSpPr txBox="1">
            <a:spLocks noChangeArrowheads="1"/>
          </p:cNvSpPr>
          <p:nvPr/>
        </p:nvSpPr>
        <p:spPr>
          <a:xfrm>
            <a:off x="632151" y="1453241"/>
            <a:ext cx="694482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latin typeface="Arial" panose="020B0604020202020204" pitchFamily="34" charset="0"/>
                <a:cs typeface="Arial" panose="020B0604020202020204" pitchFamily="34" charset="0"/>
              </a:rPr>
              <a:t>Dark Grey</a:t>
            </a:r>
            <a:r>
              <a:rPr lang="en-US" dirty="0">
                <a:latin typeface="Arial" panose="020B0604020202020204" pitchFamily="34" charset="0"/>
                <a:cs typeface="Arial" panose="020B0604020202020204" pitchFamily="34" charset="0"/>
              </a:rPr>
              <a:t>: Time spent on computation, decreasing with # of processors </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White</a:t>
            </a:r>
            <a:r>
              <a:rPr lang="en-US" dirty="0">
                <a:latin typeface="Arial" panose="020B0604020202020204" pitchFamily="34" charset="0"/>
                <a:cs typeface="Arial" panose="020B0604020202020204" pitchFamily="34" charset="0"/>
              </a:rPr>
              <a:t>: Time spent on communication, increasing with # of processors</a:t>
            </a:r>
            <a:endParaRPr lang="en-US" b="1" dirty="0">
              <a:solidFill>
                <a:srgbClr val="FF0000"/>
              </a:solidFill>
              <a:latin typeface="Arial" panose="020B0604020202020204" pitchFamily="34" charset="0"/>
              <a:cs typeface="Arial" panose="020B0604020202020204" pitchFamily="34" charset="0"/>
            </a:endParaRPr>
          </a:p>
          <a:p>
            <a:pPr lvl="1" algn="just"/>
            <a:endParaRPr lang="en-US" sz="1200"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Operations in a parallel program:</a:t>
            </a:r>
          </a:p>
          <a:p>
            <a:pPr lvl="1" algn="just"/>
            <a:r>
              <a:rPr lang="en-US" dirty="0">
                <a:latin typeface="Arial" panose="020B0604020202020204" pitchFamily="34" charset="0"/>
                <a:cs typeface="Arial" panose="020B0604020202020204" pitchFamily="34" charset="0"/>
              </a:rPr>
              <a:t>Computation that must be performed sequentially</a:t>
            </a:r>
          </a:p>
          <a:p>
            <a:pPr lvl="1" algn="just"/>
            <a:r>
              <a:rPr lang="en-US" dirty="0">
                <a:latin typeface="Arial" panose="020B0604020202020204" pitchFamily="34" charset="0"/>
                <a:cs typeface="Arial" panose="020B0604020202020204" pitchFamily="34" charset="0"/>
              </a:rPr>
              <a:t>Computations that can be performed in parallel</a:t>
            </a:r>
          </a:p>
          <a:p>
            <a:pPr lvl="1" algn="just"/>
            <a:r>
              <a:rPr lang="en-US" dirty="0">
                <a:latin typeface="Arial" panose="020B0604020202020204" pitchFamily="34" charset="0"/>
                <a:cs typeface="Arial" panose="020B0604020202020204" pitchFamily="34" charset="0"/>
              </a:rPr>
              <a:t>Parallel overhead including communication and redundant computations</a:t>
            </a:r>
          </a:p>
        </p:txBody>
      </p:sp>
      <p:pic>
        <p:nvPicPr>
          <p:cNvPr id="6" name="Picture 5">
            <a:extLst>
              <a:ext uri="{FF2B5EF4-FFF2-40B4-BE49-F238E27FC236}">
                <a16:creationId xmlns:a16="http://schemas.microsoft.com/office/drawing/2014/main" id="{FD79FAB9-44EE-84A2-3718-01FF83398010}"/>
              </a:ext>
            </a:extLst>
          </p:cNvPr>
          <p:cNvPicPr>
            <a:picLocks noChangeAspect="1"/>
          </p:cNvPicPr>
          <p:nvPr/>
        </p:nvPicPr>
        <p:blipFill>
          <a:blip r:embed="rId3"/>
          <a:stretch>
            <a:fillRect/>
          </a:stretch>
        </p:blipFill>
        <p:spPr>
          <a:xfrm>
            <a:off x="7576979" y="1816768"/>
            <a:ext cx="3589259" cy="3224463"/>
          </a:xfrm>
          <a:prstGeom prst="rect">
            <a:avLst/>
          </a:prstGeom>
        </p:spPr>
      </p:pic>
    </p:spTree>
    <p:custDataLst>
      <p:tags r:id="rId1"/>
    </p:custDataLst>
    <p:extLst>
      <p:ext uri="{BB962C8B-B14F-4D97-AF65-F5344CB8AC3E}">
        <p14:creationId xmlns:p14="http://schemas.microsoft.com/office/powerpoint/2010/main" val="3974216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8A292-B05D-7606-E2A9-EF4C1D00E6F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5442761-149F-6884-BA5B-0BB71D57716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and Costs of Parallel Programming</a:t>
            </a:r>
          </a:p>
        </p:txBody>
      </p:sp>
      <p:sp>
        <p:nvSpPr>
          <p:cNvPr id="3" name="Slide Number Placeholder 2">
            <a:extLst>
              <a:ext uri="{FF2B5EF4-FFF2-40B4-BE49-F238E27FC236}">
                <a16:creationId xmlns:a16="http://schemas.microsoft.com/office/drawing/2014/main" id="{260305AB-BB88-5129-902A-733EC27B42C8}"/>
              </a:ext>
            </a:extLst>
          </p:cNvPr>
          <p:cNvSpPr>
            <a:spLocks noGrp="1"/>
          </p:cNvSpPr>
          <p:nvPr>
            <p:ph type="sldNum" sz="quarter" idx="12"/>
          </p:nvPr>
        </p:nvSpPr>
        <p:spPr/>
        <p:txBody>
          <a:bodyPr/>
          <a:lstStyle/>
          <a:p>
            <a:fld id="{3485D9CA-6DAA-4C3C-A3E2-EDEA918D5F89}" type="slidenum">
              <a:rPr lang="en-US">
                <a:latin typeface="Calibri"/>
              </a:rPr>
              <a:pPr/>
              <a:t>48</a:t>
            </a:fld>
            <a:endParaRPr lang="en-US" dirty="0">
              <a:latin typeface="Calibri"/>
            </a:endParaRPr>
          </a:p>
        </p:txBody>
      </p:sp>
      <p:sp>
        <p:nvSpPr>
          <p:cNvPr id="12" name="Rectangle 3">
            <a:extLst>
              <a:ext uri="{FF2B5EF4-FFF2-40B4-BE49-F238E27FC236}">
                <a16:creationId xmlns:a16="http://schemas.microsoft.com/office/drawing/2014/main" id="{1F23AD89-D71F-260F-4C5A-F7E204EEDDCC}"/>
              </a:ext>
            </a:extLst>
          </p:cNvPr>
          <p:cNvSpPr txBox="1">
            <a:spLocks noChangeArrowheads="1"/>
          </p:cNvSpPr>
          <p:nvPr/>
        </p:nvSpPr>
        <p:spPr>
          <a:xfrm>
            <a:off x="632150" y="1453241"/>
            <a:ext cx="1041685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How can we quantify the possible gains from parallelization?</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Amdahl’s Law (strong scaling)</a:t>
            </a:r>
          </a:p>
          <a:p>
            <a:pPr lvl="1" algn="just"/>
            <a:r>
              <a:rPr lang="en-US" dirty="0">
                <a:latin typeface="Arial" panose="020B0604020202020204" pitchFamily="34" charset="0"/>
                <a:cs typeface="Arial" panose="020B0604020202020204" pitchFamily="34" charset="0"/>
              </a:rPr>
              <a:t>Analyze whether a program merits parallelization</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Gustafson-</a:t>
            </a:r>
            <a:r>
              <a:rPr lang="en-US" dirty="0" err="1">
                <a:latin typeface="Arial" panose="020B0604020202020204" pitchFamily="34" charset="0"/>
                <a:cs typeface="Arial" panose="020B0604020202020204" pitchFamily="34" charset="0"/>
              </a:rPr>
              <a:t>Barsis’s</a:t>
            </a:r>
            <a:r>
              <a:rPr lang="en-US" dirty="0">
                <a:latin typeface="Arial" panose="020B0604020202020204" pitchFamily="34" charset="0"/>
                <a:cs typeface="Arial" panose="020B0604020202020204" pitchFamily="34" charset="0"/>
              </a:rPr>
              <a:t> Law (weak scaling)</a:t>
            </a:r>
          </a:p>
          <a:p>
            <a:pPr lvl="1" algn="just"/>
            <a:r>
              <a:rPr lang="en-US" dirty="0">
                <a:latin typeface="Arial" panose="020B0604020202020204" pitchFamily="34" charset="0"/>
                <a:cs typeface="Arial" panose="020B0604020202020204" pitchFamily="34" charset="0"/>
              </a:rPr>
              <a:t>Evaluate performance of a parallel program</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Karp-Flatt </a:t>
            </a:r>
            <a:r>
              <a:rPr lang="en-US" dirty="0" smtClean="0">
                <a:latin typeface="Arial" panose="020B0604020202020204" pitchFamily="34" charset="0"/>
                <a:cs typeface="Arial" panose="020B0604020202020204" pitchFamily="34" charset="0"/>
              </a:rPr>
              <a:t>metric</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Calculates the serial fraction for a given parallel configuration and determines whether the principal barrier to speedup is due to inherently sequential code or parallelization overhead</a:t>
            </a:r>
          </a:p>
          <a:p>
            <a:pPr algn="just"/>
            <a:endParaRPr lang="en-US" sz="1400" dirty="0">
              <a:latin typeface="Arial" panose="020B0604020202020204" pitchFamily="34" charset="0"/>
              <a:cs typeface="Arial" panose="020B0604020202020204" pitchFamily="34" charset="0"/>
            </a:endParaRPr>
          </a:p>
          <a:p>
            <a:pPr algn="just"/>
            <a:r>
              <a:rPr lang="en-US" dirty="0" err="1">
                <a:latin typeface="Arial" panose="020B0604020202020204" pitchFamily="34" charset="0"/>
                <a:cs typeface="Arial" panose="020B0604020202020204" pitchFamily="34" charset="0"/>
              </a:rPr>
              <a:t>Isoefficiency</a:t>
            </a:r>
            <a:r>
              <a:rPr lang="en-US" dirty="0">
                <a:latin typeface="Arial" panose="020B0604020202020204" pitchFamily="34" charset="0"/>
                <a:cs typeface="Arial" panose="020B0604020202020204" pitchFamily="34" charset="0"/>
              </a:rPr>
              <a:t> metric</a:t>
            </a:r>
          </a:p>
          <a:p>
            <a:pPr lvl="1" algn="just"/>
            <a:r>
              <a:rPr lang="en-US" dirty="0">
                <a:latin typeface="Arial" panose="020B0604020202020204" pitchFamily="34" charset="0"/>
                <a:cs typeface="Arial" panose="020B0604020202020204" pitchFamily="34" charset="0"/>
              </a:rPr>
              <a:t>Evaluate the scalability of a parallel program executing on a parallel computer</a:t>
            </a:r>
          </a:p>
        </p:txBody>
      </p:sp>
    </p:spTree>
    <p:custDataLst>
      <p:tags r:id="rId1"/>
    </p:custDataLst>
    <p:extLst>
      <p:ext uri="{BB962C8B-B14F-4D97-AF65-F5344CB8AC3E}">
        <p14:creationId xmlns:p14="http://schemas.microsoft.com/office/powerpoint/2010/main" val="173191135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3EEFF-DBDB-D849-D108-187C5831D3F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3DC2988-F421-1A2C-86BE-3091D6CF9976}"/>
              </a:ext>
            </a:extLst>
          </p:cNvPr>
          <p:cNvSpPr>
            <a:spLocks noGrp="1" noChangeArrowheads="1"/>
          </p:cNvSpPr>
          <p:nvPr>
            <p:ph type="title"/>
          </p:nvPr>
        </p:nvSpPr>
        <p:spPr>
          <a:xfrm>
            <a:off x="751920" y="173038"/>
            <a:ext cx="9971690" cy="407507"/>
          </a:xfrm>
        </p:spPr>
        <p:txBody>
          <a:bodyPr/>
          <a:lstStyle/>
          <a:p>
            <a:r>
              <a:rPr lang="en-US" sz="4000" dirty="0">
                <a:latin typeface="Arial" panose="020B0604020202020204" pitchFamily="34" charset="0"/>
                <a:cs typeface="Arial" panose="020B0604020202020204" pitchFamily="34" charset="0"/>
              </a:rPr>
              <a:t>Amdahl’s Law</a:t>
            </a:r>
          </a:p>
        </p:txBody>
      </p:sp>
      <p:sp>
        <p:nvSpPr>
          <p:cNvPr id="3" name="Slide Number Placeholder 2">
            <a:extLst>
              <a:ext uri="{FF2B5EF4-FFF2-40B4-BE49-F238E27FC236}">
                <a16:creationId xmlns:a16="http://schemas.microsoft.com/office/drawing/2014/main" id="{FA8EE4C4-BE0D-1E46-141F-70F66BA085B6}"/>
              </a:ext>
            </a:extLst>
          </p:cNvPr>
          <p:cNvSpPr>
            <a:spLocks noGrp="1"/>
          </p:cNvSpPr>
          <p:nvPr>
            <p:ph type="sldNum" sz="quarter" idx="12"/>
          </p:nvPr>
        </p:nvSpPr>
        <p:spPr/>
        <p:txBody>
          <a:bodyPr/>
          <a:lstStyle/>
          <a:p>
            <a:fld id="{3485D9CA-6DAA-4C3C-A3E2-EDEA918D5F89}" type="slidenum">
              <a:rPr lang="en-US">
                <a:latin typeface="Calibri"/>
              </a:rPr>
              <a:pPr/>
              <a:t>49</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45FC5D51-C234-F3E5-DE56-A681FD07CF62}"/>
                  </a:ext>
                </a:extLst>
              </p:cNvPr>
              <p:cNvSpPr txBox="1">
                <a:spLocks noChangeArrowheads="1"/>
              </p:cNvSpPr>
              <p:nvPr/>
            </p:nvSpPr>
            <p:spPr>
              <a:xfrm>
                <a:off x="632152" y="1059541"/>
                <a:ext cx="10416848" cy="2859679"/>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spcAft>
                    <a:spcPts val="600"/>
                  </a:spcAft>
                </a:pPr>
                <a:r>
                  <a:rPr lang="en-US" sz="2100" dirty="0">
                    <a:latin typeface="Arial" panose="020B0604020202020204" pitchFamily="34" charset="0"/>
                    <a:cs typeface="Arial" panose="020B0604020202020204" pitchFamily="34" charset="0"/>
                  </a:rPr>
                  <a:t>Formulized in 1967, it analyzes whether a program merits parallelization by showing an upper-bound on the maximum speedup that can be achieved by a parallel algorithm of a problem</a:t>
                </a:r>
                <a:r>
                  <a:rPr lang="en-US" sz="2100" dirty="0" smtClean="0">
                    <a:latin typeface="Arial" panose="020B0604020202020204" pitchFamily="34" charset="0"/>
                    <a:cs typeface="Arial" panose="020B0604020202020204" pitchFamily="34" charset="0"/>
                  </a:rPr>
                  <a:t>.</a:t>
                </a:r>
              </a:p>
              <a:p>
                <a:pPr algn="just">
                  <a:spcBef>
                    <a:spcPts val="0"/>
                  </a:spcBef>
                  <a:spcAft>
                    <a:spcPts val="600"/>
                  </a:spcAft>
                </a:pPr>
                <a:r>
                  <a:rPr lang="en-US" sz="2100" dirty="0">
                    <a:latin typeface="Arial" panose="020B0604020202020204" pitchFamily="34" charset="0"/>
                    <a:cs typeface="Arial" panose="020B0604020202020204" pitchFamily="34" charset="0"/>
                  </a:rPr>
                  <a:t>Amdahl's Law helps us predict the maximum speedup you can achieve by parallelizing a program</a:t>
                </a:r>
                <a:r>
                  <a:rPr lang="en-US" sz="2100" dirty="0" smtClean="0">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a:p>
                <a:pPr algn="just">
                  <a:spcBef>
                    <a:spcPts val="0"/>
                  </a:spcBef>
                  <a:spcAft>
                    <a:spcPts val="600"/>
                  </a:spcAft>
                </a:pPr>
                <a:r>
                  <a:rPr lang="en-US" sz="2100" dirty="0">
                    <a:latin typeface="Arial" panose="020B0604020202020204" pitchFamily="34" charset="0"/>
                    <a:cs typeface="Arial" panose="020B0604020202020204" pitchFamily="34" charset="0"/>
                  </a:rPr>
                  <a:t>Amdahl’s Law states that that potential program speedup is defined by the fraction of code (P) that can be parallelized:</a:t>
                </a:r>
              </a:p>
              <a:p>
                <a:pPr marL="114300" indent="0" algn="just">
                  <a:spcBef>
                    <a:spcPts val="0"/>
                  </a:spcBef>
                  <a:spcAft>
                    <a:spcPts val="600"/>
                  </a:spcAft>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𝑺𝒑𝒆𝒆𝒅𝒖𝒑</m:t>
                      </m:r>
                      <m:r>
                        <a:rPr lang="en-US" sz="2000" b="0" i="1" smtClean="0">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rPr>
                            <m:t>𝟏</m:t>
                          </m:r>
                        </m:num>
                        <m:den>
                          <m:r>
                            <a:rPr lang="en-US" sz="2000" b="1" i="1" smtClean="0">
                              <a:latin typeface="Cambria Math" panose="02040503050406030204" pitchFamily="18" charset="0"/>
                              <a:ea typeface="Cambria Math" panose="02040503050406030204" pitchFamily="18" charset="0"/>
                            </a:rPr>
                            <m:t>𝟏</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𝑷</m:t>
                          </m:r>
                        </m:den>
                      </m:f>
                    </m:oMath>
                  </m:oMathPara>
                </a14:m>
                <a:endParaRPr lang="en-US" sz="2000" dirty="0">
                  <a:latin typeface="Arial" panose="020B0604020202020204" pitchFamily="34" charset="0"/>
                  <a:cs typeface="Arial" panose="020B0604020202020204" pitchFamily="34" charset="0"/>
                </a:endParaRPr>
              </a:p>
              <a:p>
                <a:pPr algn="just">
                  <a:spcBef>
                    <a:spcPts val="0"/>
                  </a:spcBef>
                  <a:spcAft>
                    <a:spcPts val="600"/>
                  </a:spcAft>
                </a:pPr>
                <a:endParaRPr lang="en-US" sz="1000" dirty="0">
                  <a:latin typeface="Arial" panose="020B0604020202020204" pitchFamily="34" charset="0"/>
                  <a:cs typeface="Arial" panose="020B0604020202020204" pitchFamily="34" charset="0"/>
                </a:endParaRPr>
              </a:p>
              <a:p>
                <a:pPr algn="just">
                  <a:spcBef>
                    <a:spcPts val="0"/>
                  </a:spcBef>
                  <a:spcAft>
                    <a:spcPts val="1200"/>
                  </a:spcAft>
                </a:pPr>
                <a:endParaRPr lang="en-US" sz="2100"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45FC5D51-C234-F3E5-DE56-A681FD07CF62}"/>
                  </a:ext>
                </a:extLst>
              </p:cNvPr>
              <p:cNvSpPr txBox="1">
                <a:spLocks noRot="1" noChangeAspect="1" noMove="1" noResize="1" noEditPoints="1" noAdjustHandles="1" noChangeArrowheads="1" noChangeShapeType="1" noTextEdit="1"/>
              </p:cNvSpPr>
              <p:nvPr/>
            </p:nvSpPr>
            <p:spPr>
              <a:xfrm>
                <a:off x="632152" y="1059541"/>
                <a:ext cx="10416848" cy="2859679"/>
              </a:xfrm>
              <a:prstGeom prst="rect">
                <a:avLst/>
              </a:prstGeom>
              <a:blipFill>
                <a:blip r:embed="rId4"/>
                <a:stretch>
                  <a:fillRect t="-1279" r="-702" b="-8102"/>
                </a:stretch>
              </a:blipFill>
              <a:ln w="15875">
                <a:noFill/>
              </a:ln>
            </p:spPr>
            <p:txBody>
              <a:bodyPr/>
              <a:lstStyle/>
              <a:p>
                <a:r>
                  <a:rPr lang="en-US">
                    <a:noFill/>
                  </a:rPr>
                  <a:t> </a:t>
                </a:r>
              </a:p>
            </p:txBody>
          </p:sp>
        </mc:Fallback>
      </mc:AlternateContent>
      <p:pic>
        <p:nvPicPr>
          <p:cNvPr id="18434" name="Picture 2" descr="Graph demonstraing potential program speedup if none of the code can be parallelized">
            <a:extLst>
              <a:ext uri="{FF2B5EF4-FFF2-40B4-BE49-F238E27FC236}">
                <a16:creationId xmlns:a16="http://schemas.microsoft.com/office/drawing/2014/main" id="{B44EB509-E08E-DF13-83DD-A7BD4B4A0F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3769" y="3429000"/>
            <a:ext cx="3834607" cy="294131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F8289D3D-A737-247F-D2E9-839E254AAD04}"/>
                  </a:ext>
                </a:extLst>
              </p:cNvPr>
              <p:cNvSpPr txBox="1">
                <a:spLocks noChangeArrowheads="1"/>
              </p:cNvSpPr>
              <p:nvPr/>
            </p:nvSpPr>
            <p:spPr>
              <a:xfrm>
                <a:off x="647393" y="4260897"/>
                <a:ext cx="6332528" cy="2109421"/>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spcAft>
                    <a:spcPts val="1200"/>
                  </a:spcAft>
                </a:pPr>
                <a:r>
                  <a:rPr lang="en-US" dirty="0">
                    <a:latin typeface="Arial" panose="020B0604020202020204" pitchFamily="34" charset="0"/>
                    <a:cs typeface="Arial" panose="020B0604020202020204" pitchFamily="34" charset="0"/>
                  </a:rPr>
                  <a:t>If none of the code can be parallelized, </a:t>
                </a:r>
                <a14:m>
                  <m:oMath xmlns:m="http://schemas.openxmlformats.org/officeDocument/2006/math">
                    <m:r>
                      <a:rPr lang="en-US" b="1" i="1" smtClean="0">
                        <a:latin typeface="Cambria Math" panose="02040503050406030204" pitchFamily="18" charset="0"/>
                        <a:ea typeface="Cambria Math" panose="02040503050406030204" pitchFamily="18" charset="0"/>
                      </a:rPr>
                      <m:t>𝑷</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𝟎</m:t>
                    </m:r>
                  </m:oMath>
                </a14:m>
                <a:r>
                  <a:rPr lang="en-US" dirty="0">
                    <a:latin typeface="Arial" panose="020B0604020202020204" pitchFamily="34" charset="0"/>
                    <a:cs typeface="Arial" panose="020B0604020202020204" pitchFamily="34" charset="0"/>
                  </a:rPr>
                  <a:t> and speedup = 1 (no speedup). If all the code is parallelized, </a:t>
                </a:r>
                <a14:m>
                  <m:oMath xmlns:m="http://schemas.openxmlformats.org/officeDocument/2006/math">
                    <m:r>
                      <a:rPr lang="en-US" b="1" i="1">
                        <a:latin typeface="Cambria Math" panose="02040503050406030204" pitchFamily="18" charset="0"/>
                        <a:ea typeface="Cambria Math" panose="02040503050406030204" pitchFamily="18" charset="0"/>
                      </a:rPr>
                      <m:t>𝑷</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oMath>
                </a14:m>
                <a:r>
                  <a:rPr lang="en-US" dirty="0">
                    <a:latin typeface="Arial" panose="020B0604020202020204" pitchFamily="34" charset="0"/>
                    <a:cs typeface="Arial" panose="020B0604020202020204" pitchFamily="34" charset="0"/>
                  </a:rPr>
                  <a:t> and the speedup is infinite (in theory). </a:t>
                </a:r>
              </a:p>
              <a:p>
                <a:pPr algn="just">
                  <a:spcBef>
                    <a:spcPts val="0"/>
                  </a:spcBef>
                  <a:spcAft>
                    <a:spcPts val="1200"/>
                  </a:spcAft>
                </a:pPr>
                <a:r>
                  <a:rPr lang="en-US" dirty="0">
                    <a:latin typeface="Arial" panose="020B0604020202020204" pitchFamily="34" charset="0"/>
                    <a:cs typeface="Arial" panose="020B0604020202020204" pitchFamily="34" charset="0"/>
                  </a:rPr>
                  <a:t>If 50% of the code can be parallelized, maximum speedup = 2, meaning the code will run twice as fast.</a:t>
                </a:r>
                <a:endParaRPr lang="en-US" i="1" dirty="0">
                  <a:latin typeface="Arial" panose="020B0604020202020204" pitchFamily="34" charset="0"/>
                  <a:cs typeface="Arial" panose="020B0604020202020204" pitchFamily="34" charset="0"/>
                </a:endParaRPr>
              </a:p>
            </p:txBody>
          </p:sp>
        </mc:Choice>
        <mc:Fallback xmlns="">
          <p:sp>
            <p:nvSpPr>
              <p:cNvPr id="2" name="Rectangle 3">
                <a:extLst>
                  <a:ext uri="{FF2B5EF4-FFF2-40B4-BE49-F238E27FC236}">
                    <a16:creationId xmlns:a16="http://schemas.microsoft.com/office/drawing/2014/main" id="{F8289D3D-A737-247F-D2E9-839E254AAD04}"/>
                  </a:ext>
                </a:extLst>
              </p:cNvPr>
              <p:cNvSpPr txBox="1">
                <a:spLocks noRot="1" noChangeAspect="1" noMove="1" noResize="1" noEditPoints="1" noAdjustHandles="1" noChangeArrowheads="1" noChangeShapeType="1" noTextEdit="1"/>
              </p:cNvSpPr>
              <p:nvPr/>
            </p:nvSpPr>
            <p:spPr>
              <a:xfrm>
                <a:off x="647393" y="4260897"/>
                <a:ext cx="6332528" cy="2109421"/>
              </a:xfrm>
              <a:prstGeom prst="rect">
                <a:avLst/>
              </a:prstGeom>
              <a:blipFill>
                <a:blip r:embed="rId6"/>
                <a:stretch>
                  <a:fillRect t="-1734" r="-1251" b="-28902"/>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66037769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B391B-2EDD-51D5-A5E8-0A971D1CEE2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00D1F23-B4B9-6F2B-2E20-9AE8EA8E023A}"/>
              </a:ext>
            </a:extLst>
          </p:cNvPr>
          <p:cNvSpPr>
            <a:spLocks noGrp="1" noChangeArrowheads="1"/>
          </p:cNvSpPr>
          <p:nvPr>
            <p:ph type="title"/>
          </p:nvPr>
        </p:nvSpPr>
        <p:spPr>
          <a:xfrm>
            <a:off x="675720" y="236538"/>
            <a:ext cx="9971690" cy="407507"/>
          </a:xfrm>
        </p:spPr>
        <p:txBody>
          <a:bodyPr/>
          <a:lstStyle/>
          <a:p>
            <a:r>
              <a:rPr lang="en-US" sz="4000" dirty="0">
                <a:latin typeface="Arial" panose="020B0604020202020204" pitchFamily="34" charset="0"/>
                <a:cs typeface="Arial" panose="020B0604020202020204" pitchFamily="34" charset="0"/>
              </a:rPr>
              <a:t>Amdahl’s Law</a:t>
            </a:r>
          </a:p>
        </p:txBody>
      </p:sp>
      <p:sp>
        <p:nvSpPr>
          <p:cNvPr id="3" name="Slide Number Placeholder 2">
            <a:extLst>
              <a:ext uri="{FF2B5EF4-FFF2-40B4-BE49-F238E27FC236}">
                <a16:creationId xmlns:a16="http://schemas.microsoft.com/office/drawing/2014/main" id="{94A04628-9A1C-112C-27D9-749C7D4C4DC1}"/>
              </a:ext>
            </a:extLst>
          </p:cNvPr>
          <p:cNvSpPr>
            <a:spLocks noGrp="1"/>
          </p:cNvSpPr>
          <p:nvPr>
            <p:ph type="sldNum" sz="quarter" idx="12"/>
          </p:nvPr>
        </p:nvSpPr>
        <p:spPr/>
        <p:txBody>
          <a:bodyPr/>
          <a:lstStyle/>
          <a:p>
            <a:fld id="{3485D9CA-6DAA-4C3C-A3E2-EDEA918D5F89}" type="slidenum">
              <a:rPr lang="en-US">
                <a:latin typeface="Calibri"/>
              </a:rPr>
              <a:pPr/>
              <a:t>50</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394E4761-6E89-93BB-8E52-53C93E81A08C}"/>
                  </a:ext>
                </a:extLst>
              </p:cNvPr>
              <p:cNvSpPr txBox="1">
                <a:spLocks noChangeArrowheads="1"/>
              </p:cNvSpPr>
              <p:nvPr/>
            </p:nvSpPr>
            <p:spPr>
              <a:xfrm>
                <a:off x="378076" y="923445"/>
                <a:ext cx="10358234" cy="525235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spcAft>
                    <a:spcPts val="1200"/>
                  </a:spcAft>
                </a:pPr>
                <a:r>
                  <a:rPr lang="en-US" dirty="0">
                    <a:latin typeface="Arial" panose="020B0604020202020204" pitchFamily="34" charset="0"/>
                    <a:cs typeface="Arial" panose="020B0604020202020204" pitchFamily="34" charset="0"/>
                  </a:rPr>
                  <a:t>Introducing the number of processors performing the parallel fraction of work, the relationship can be modeled by:</a:t>
                </a:r>
              </a:p>
              <a:p>
                <a:pPr marL="114300" indent="0" algn="just">
                  <a:spcBef>
                    <a:spcPts val="0"/>
                  </a:spcBef>
                  <a:spcAft>
                    <a:spcPts val="600"/>
                  </a:spcAft>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ea typeface="Cambria Math" panose="02040503050406030204" pitchFamily="18" charset="0"/>
                        </a:rPr>
                        <m:t>𝑺𝒑𝒆𝒆𝒅𝒖𝒑</m:t>
                      </m:r>
                      <m:r>
                        <a:rPr lang="en-US" b="0" i="1" smtClean="0">
                          <a:latin typeface="Cambria Math" panose="02040503050406030204" pitchFamily="18" charset="0"/>
                          <a:cs typeface="Arial" panose="020B0604020202020204" pitchFamily="34" charset="0"/>
                        </a:rPr>
                        <m:t>=</m:t>
                      </m:r>
                      <m:f>
                        <m:fPr>
                          <m:ctrlPr>
                            <a:rPr lang="en-US" i="1" smtClean="0">
                              <a:latin typeface="Cambria Math" panose="02040503050406030204" pitchFamily="18" charset="0"/>
                              <a:ea typeface="Cambria Math" panose="02040503050406030204" pitchFamily="18" charset="0"/>
                              <a:cs typeface="Arial" panose="020B0604020202020204" pitchFamily="34" charset="0"/>
                            </a:rPr>
                          </m:ctrlPr>
                        </m:fPr>
                        <m:num>
                          <m:r>
                            <a:rPr lang="en-US" b="1" i="1" smtClean="0">
                              <a:latin typeface="Cambria Math" panose="02040503050406030204" pitchFamily="18" charset="0"/>
                              <a:ea typeface="Cambria Math" panose="02040503050406030204" pitchFamily="18" charset="0"/>
                            </a:rPr>
                            <m:t>𝟏</m:t>
                          </m:r>
                        </m:num>
                        <m:den>
                          <m:r>
                            <a:rPr lang="en-US" b="1" i="1" smtClean="0">
                              <a:latin typeface="Cambria Math" panose="02040503050406030204" pitchFamily="18" charset="0"/>
                              <a:ea typeface="Cambria Math" panose="02040503050406030204" pitchFamily="18" charset="0"/>
                            </a:rPr>
                            <m:t>𝑺</m:t>
                          </m:r>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𝑷</m:t>
                              </m:r>
                            </m:num>
                            <m:den>
                              <m:r>
                                <a:rPr lang="en-US" b="1" i="1" smtClean="0">
                                  <a:latin typeface="Cambria Math" panose="02040503050406030204" pitchFamily="18" charset="0"/>
                                  <a:ea typeface="Cambria Math" panose="02040503050406030204" pitchFamily="18" charset="0"/>
                                </a:rPr>
                                <m:t>𝑵</m:t>
                              </m:r>
                            </m:den>
                          </m:f>
                        </m:den>
                      </m:f>
                    </m:oMath>
                  </m:oMathPara>
                </a14:m>
                <a:endParaRPr lang="en-US" i="1" dirty="0">
                  <a:latin typeface="Arial" panose="020B0604020202020204" pitchFamily="34" charset="0"/>
                  <a:cs typeface="Arial" panose="020B0604020202020204" pitchFamily="34" charset="0"/>
                </a:endParaRPr>
              </a:p>
              <a:p>
                <a:pPr algn="just">
                  <a:spcBef>
                    <a:spcPts val="0"/>
                  </a:spcBef>
                  <a:spcAft>
                    <a:spcPts val="1200"/>
                  </a:spcAft>
                </a:pPr>
                <a:endParaRPr lang="en-US" sz="1000" dirty="0">
                  <a:latin typeface="Arial" panose="020B0604020202020204" pitchFamily="34" charset="0"/>
                  <a:cs typeface="Arial" panose="020B0604020202020204" pitchFamily="34" charset="0"/>
                </a:endParaRPr>
              </a:p>
              <a:p>
                <a:pPr algn="just">
                  <a:spcBef>
                    <a:spcPts val="0"/>
                  </a:spcBef>
                  <a:spcAft>
                    <a:spcPts val="1200"/>
                  </a:spcAft>
                </a:pPr>
                <a:r>
                  <a:rPr lang="en-US" dirty="0">
                    <a:latin typeface="Arial" panose="020B0604020202020204" pitchFamily="34" charset="0"/>
                    <a:cs typeface="Arial" panose="020B0604020202020204" pitchFamily="34" charset="0"/>
                  </a:rPr>
                  <a:t>where </a:t>
                </a:r>
                <a14:m>
                  <m:oMath xmlns:m="http://schemas.openxmlformats.org/officeDocument/2006/math">
                    <m:r>
                      <a:rPr lang="en-US" b="1" i="1" smtClean="0">
                        <a:latin typeface="Cambria Math" panose="02040503050406030204" pitchFamily="18" charset="0"/>
                        <a:ea typeface="Cambria Math" panose="02040503050406030204" pitchFamily="18" charset="0"/>
                      </a:rPr>
                      <m:t>𝑷</m:t>
                    </m:r>
                    <m:r>
                      <a:rPr lang="en-US" b="1" i="1" smtClean="0">
                        <a:latin typeface="Cambria Math" panose="02040503050406030204" pitchFamily="18" charset="0"/>
                        <a:ea typeface="Cambria Math" panose="02040503050406030204" pitchFamily="18" charset="0"/>
                      </a:rPr>
                      <m:t>=</m:t>
                    </m:r>
                  </m:oMath>
                </a14:m>
                <a:r>
                  <a:rPr lang="en-US" dirty="0">
                    <a:latin typeface="Arial" panose="020B0604020202020204" pitchFamily="34" charset="0"/>
                    <a:cs typeface="Arial" panose="020B0604020202020204" pitchFamily="34" charset="0"/>
                  </a:rPr>
                  <a:t> parallel fraction, </a:t>
                </a:r>
                <a14:m>
                  <m:oMath xmlns:m="http://schemas.openxmlformats.org/officeDocument/2006/math">
                    <m:r>
                      <a:rPr lang="en-US" b="1" i="1" smtClean="0">
                        <a:latin typeface="Cambria Math" panose="02040503050406030204" pitchFamily="18" charset="0"/>
                        <a:ea typeface="Cambria Math" panose="02040503050406030204" pitchFamily="18" charset="0"/>
                      </a:rPr>
                      <m:t>𝑵</m:t>
                    </m:r>
                    <m:r>
                      <a:rPr lang="en-US" b="1" i="1" smtClean="0">
                        <a:latin typeface="Cambria Math" panose="02040503050406030204" pitchFamily="18" charset="0"/>
                        <a:ea typeface="Cambria Math" panose="02040503050406030204" pitchFamily="18" charset="0"/>
                      </a:rPr>
                      <m:t>=</m:t>
                    </m:r>
                  </m:oMath>
                </a14:m>
                <a:r>
                  <a:rPr lang="en-US" dirty="0">
                    <a:latin typeface="Arial" panose="020B0604020202020204" pitchFamily="34" charset="0"/>
                    <a:cs typeface="Arial" panose="020B0604020202020204" pitchFamily="34" charset="0"/>
                  </a:rPr>
                  <a:t> number of processors and </a:t>
                </a:r>
                <a14:m>
                  <m:oMath xmlns:m="http://schemas.openxmlformats.org/officeDocument/2006/math">
                    <m:r>
                      <a:rPr lang="en-US" b="1" i="1" smtClean="0">
                        <a:latin typeface="Cambria Math" panose="02040503050406030204" pitchFamily="18" charset="0"/>
                        <a:ea typeface="Cambria Math" panose="02040503050406030204" pitchFamily="18" charset="0"/>
                      </a:rPr>
                      <m:t>𝑺</m:t>
                    </m:r>
                    <m:r>
                      <a:rPr lang="en-US" b="1" i="1" smtClean="0">
                        <a:latin typeface="Cambria Math" panose="02040503050406030204" pitchFamily="18" charset="0"/>
                        <a:ea typeface="Cambria Math" panose="02040503050406030204" pitchFamily="18" charset="0"/>
                      </a:rPr>
                      <m:t>=</m:t>
                    </m:r>
                  </m:oMath>
                </a14:m>
                <a:r>
                  <a:rPr lang="en-US" dirty="0">
                    <a:latin typeface="Arial" panose="020B0604020202020204" pitchFamily="34" charset="0"/>
                    <a:cs typeface="Arial" panose="020B0604020202020204" pitchFamily="34" charset="0"/>
                  </a:rPr>
                  <a:t> serial fraction. </a:t>
                </a:r>
              </a:p>
              <a:p>
                <a:pPr algn="just">
                  <a:spcBef>
                    <a:spcPts val="0"/>
                  </a:spcBef>
                  <a:spcAft>
                    <a:spcPts val="1200"/>
                  </a:spcAft>
                </a:pPr>
                <a:endParaRPr lang="en-US" sz="1200" dirty="0">
                  <a:latin typeface="Arial" panose="020B0604020202020204" pitchFamily="34" charset="0"/>
                  <a:cs typeface="Arial" panose="020B0604020202020204" pitchFamily="34" charset="0"/>
                </a:endParaRPr>
              </a:p>
              <a:p>
                <a:pPr algn="just">
                  <a:spcBef>
                    <a:spcPts val="0"/>
                  </a:spcBef>
                  <a:spcAft>
                    <a:spcPts val="600"/>
                  </a:spcAft>
                </a:pPr>
                <a:r>
                  <a:rPr lang="en-US" dirty="0">
                    <a:latin typeface="Arial" panose="020B0604020202020204" pitchFamily="34" charset="0"/>
                    <a:cs typeface="Arial" panose="020B0604020202020204" pitchFamily="34" charset="0"/>
                  </a:rPr>
                  <a:t>What if you have infinite number of processors?</a:t>
                </a:r>
              </a:p>
              <a:p>
                <a:pPr marL="114300" indent="0" algn="just">
                  <a:spcBef>
                    <a:spcPts val="0"/>
                  </a:spcBef>
                  <a:spcAft>
                    <a:spcPts val="600"/>
                  </a:spcAft>
                  <a:buNone/>
                </a:pPr>
                <a:r>
                  <a:rPr lang="en-US" sz="24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Upper Limit: as </a:t>
                </a:r>
                <a14:m>
                  <m:oMath xmlns:m="http://schemas.openxmlformats.org/officeDocument/2006/math">
                    <m:r>
                      <a:rPr lang="en-US" b="1" i="1" smtClean="0">
                        <a:latin typeface="Cambria Math" panose="02040503050406030204" pitchFamily="18" charset="0"/>
                        <a:ea typeface="Cambria Math" panose="02040503050406030204" pitchFamily="18" charset="0"/>
                      </a:rPr>
                      <m:t>𝑵</m:t>
                    </m:r>
                    <m:r>
                      <a:rPr lang="en-US" b="1" i="1" smtClean="0">
                        <a:latin typeface="Cambria Math" panose="02040503050406030204" pitchFamily="18" charset="0"/>
                        <a:ea typeface="Cambria Math" panose="02040503050406030204" pitchFamily="18" charset="0"/>
                      </a:rPr>
                      <m:t>→ ∞</m:t>
                    </m:r>
                  </m:oMath>
                </a14:m>
                <a:r>
                  <a:rPr lang="en-US" dirty="0">
                    <a:latin typeface="Arial" panose="020B0604020202020204" pitchFamily="34" charset="0"/>
                    <a:cs typeface="Arial" panose="020B0604020202020204" pitchFamily="34" charset="0"/>
                  </a:rPr>
                  <a:t>, </a:t>
                </a:r>
                <a14:m>
                  <m:oMath xmlns:m="http://schemas.openxmlformats.org/officeDocument/2006/math">
                    <m:r>
                      <a:rPr lang="en-US" b="1" i="1" smtClean="0">
                        <a:latin typeface="Cambria Math" panose="02040503050406030204" pitchFamily="18" charset="0"/>
                        <a:ea typeface="Cambria Math" panose="02040503050406030204" pitchFamily="18" charset="0"/>
                      </a:rPr>
                      <m:t>𝑺𝒑𝒆𝒆𝒅𝒖𝒑</m:t>
                    </m:r>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b="1" i="1">
                            <a:latin typeface="Cambria Math" panose="02040503050406030204" pitchFamily="18" charset="0"/>
                            <a:ea typeface="Cambria Math" panose="02040503050406030204" pitchFamily="18" charset="0"/>
                          </a:rPr>
                          <m:t>𝟏</m:t>
                        </m:r>
                      </m:num>
                      <m:den>
                        <m:r>
                          <a:rPr lang="en-US" b="1" i="1" smtClean="0">
                            <a:latin typeface="Cambria Math" panose="02040503050406030204" pitchFamily="18" charset="0"/>
                            <a:ea typeface="Cambria Math" panose="02040503050406030204" pitchFamily="18" charset="0"/>
                          </a:rPr>
                          <m:t>𝑺</m:t>
                        </m:r>
                        <m:r>
                          <a:rPr lang="en-US" b="1" i="1">
                            <a:latin typeface="Cambria Math" panose="02040503050406030204" pitchFamily="18" charset="0"/>
                            <a:ea typeface="Cambria Math" panose="02040503050406030204" pitchFamily="18" charset="0"/>
                          </a:rPr>
                          <m:t>+</m:t>
                        </m:r>
                        <m:f>
                          <m:fPr>
                            <m:type m:val="lin"/>
                            <m:ctrlPr>
                              <a:rPr lang="en-US" b="1" i="1">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𝑷</m:t>
                            </m:r>
                          </m:num>
                          <m:den>
                            <m:r>
                              <a:rPr lang="en-US" b="1" i="1" smtClean="0">
                                <a:latin typeface="Cambria Math" panose="02040503050406030204" pitchFamily="18" charset="0"/>
                                <a:ea typeface="Cambria Math" panose="02040503050406030204" pitchFamily="18" charset="0"/>
                              </a:rPr>
                              <m:t>𝑵</m:t>
                            </m:r>
                          </m:den>
                        </m:f>
                      </m:den>
                    </m:f>
                    <m:r>
                      <a:rPr lang="en-US" b="1" i="1" smtClean="0">
                        <a:latin typeface="Cambria Math" panose="02040503050406030204" pitchFamily="18" charset="0"/>
                        <a:ea typeface="Cambria Math" panose="02040503050406030204" pitchFamily="18" charset="0"/>
                      </a:rPr>
                      <m:t>&lt;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𝟏</m:t>
                        </m:r>
                      </m:num>
                      <m:den>
                        <m:r>
                          <a:rPr lang="en-US" b="1" i="1" smtClean="0">
                            <a:latin typeface="Cambria Math" panose="02040503050406030204" pitchFamily="18" charset="0"/>
                            <a:ea typeface="Cambria Math" panose="02040503050406030204" pitchFamily="18" charset="0"/>
                          </a:rPr>
                          <m:t>𝑺</m:t>
                        </m:r>
                      </m:den>
                    </m:f>
                  </m:oMath>
                </a14:m>
                <a:endParaRPr lang="en-US" dirty="0" smtClean="0">
                  <a:latin typeface="Arial" panose="020B0604020202020204" pitchFamily="34" charset="0"/>
                  <a:cs typeface="Arial" panose="020B0604020202020204" pitchFamily="34" charset="0"/>
                </a:endParaRPr>
              </a:p>
              <a:p>
                <a:pPr marL="114300" indent="0" algn="just">
                  <a:spcBef>
                    <a:spcPts val="0"/>
                  </a:spcBef>
                  <a:spcAft>
                    <a:spcPts val="600"/>
                  </a:spcAft>
                  <a:buNone/>
                </a:pPr>
                <a:endParaRPr lang="en-US" dirty="0">
                  <a:latin typeface="Arial" panose="020B0604020202020204" pitchFamily="34" charset="0"/>
                  <a:cs typeface="Arial" panose="020B0604020202020204" pitchFamily="34" charset="0"/>
                </a:endParaRPr>
              </a:p>
              <a:p>
                <a:pPr marL="114300" indent="0" algn="just">
                  <a:spcBef>
                    <a:spcPts val="0"/>
                  </a:spcBef>
                  <a:spcAft>
                    <a:spcPts val="600"/>
                  </a:spcAft>
                  <a:buNone/>
                </a:pPr>
                <a:endParaRPr lang="en-US" sz="2400"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394E4761-6E89-93BB-8E52-53C93E81A08C}"/>
                  </a:ext>
                </a:extLst>
              </p:cNvPr>
              <p:cNvSpPr txBox="1">
                <a:spLocks noRot="1" noChangeAspect="1" noMove="1" noResize="1" noEditPoints="1" noAdjustHandles="1" noChangeArrowheads="1" noChangeShapeType="1" noTextEdit="1"/>
              </p:cNvSpPr>
              <p:nvPr/>
            </p:nvSpPr>
            <p:spPr>
              <a:xfrm>
                <a:off x="378076" y="923445"/>
                <a:ext cx="10358234" cy="5252357"/>
              </a:xfrm>
              <a:prstGeom prst="rect">
                <a:avLst/>
              </a:prstGeom>
              <a:blipFill>
                <a:blip r:embed="rId4"/>
                <a:stretch>
                  <a:fillRect t="-580" r="-765"/>
                </a:stretch>
              </a:blipFill>
              <a:ln w="15875">
                <a:noFill/>
              </a:ln>
            </p:spPr>
            <p:txBody>
              <a:bodyPr/>
              <a:lstStyle/>
              <a:p>
                <a:r>
                  <a:rPr lang="en-US">
                    <a:noFill/>
                  </a:rPr>
                  <a:t> </a:t>
                </a:r>
              </a:p>
            </p:txBody>
          </p:sp>
        </mc:Fallback>
      </mc:AlternateContent>
      <p:pic>
        <p:nvPicPr>
          <p:cNvPr id="2" name="Picture 1"/>
          <p:cNvPicPr>
            <a:picLocks noChangeAspect="1"/>
          </p:cNvPicPr>
          <p:nvPr/>
        </p:nvPicPr>
        <p:blipFill>
          <a:blip r:embed="rId5"/>
          <a:stretch>
            <a:fillRect/>
          </a:stretch>
        </p:blipFill>
        <p:spPr>
          <a:xfrm>
            <a:off x="764620" y="4807585"/>
            <a:ext cx="8988980" cy="1580515"/>
          </a:xfrm>
          <a:prstGeom prst="rect">
            <a:avLst/>
          </a:prstGeom>
        </p:spPr>
      </p:pic>
    </p:spTree>
    <p:custDataLst>
      <p:tags r:id="rId1"/>
    </p:custDataLst>
    <p:extLst>
      <p:ext uri="{BB962C8B-B14F-4D97-AF65-F5344CB8AC3E}">
        <p14:creationId xmlns:p14="http://schemas.microsoft.com/office/powerpoint/2010/main" val="1867771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26F97-8CAE-2169-1B19-795D19D2F2D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56B3402-6F9B-0F5F-4031-0BBEA07F4DF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Speedup vs. </a:t>
            </a:r>
            <a:r>
              <a:rPr lang="en-US" sz="4000" i="1" dirty="0">
                <a:latin typeface="Arial" panose="020B0604020202020204" pitchFamily="34" charset="0"/>
                <a:cs typeface="Arial" panose="020B0604020202020204" pitchFamily="34" charset="0"/>
              </a:rPr>
              <a:t>P</a:t>
            </a:r>
          </a:p>
        </p:txBody>
      </p:sp>
      <p:sp>
        <p:nvSpPr>
          <p:cNvPr id="3" name="Slide Number Placeholder 2">
            <a:extLst>
              <a:ext uri="{FF2B5EF4-FFF2-40B4-BE49-F238E27FC236}">
                <a16:creationId xmlns:a16="http://schemas.microsoft.com/office/drawing/2014/main" id="{F470BF30-65F7-0726-8E9B-02A2F1225758}"/>
              </a:ext>
            </a:extLst>
          </p:cNvPr>
          <p:cNvSpPr>
            <a:spLocks noGrp="1"/>
          </p:cNvSpPr>
          <p:nvPr>
            <p:ph type="sldNum" sz="quarter" idx="12"/>
          </p:nvPr>
        </p:nvSpPr>
        <p:spPr/>
        <p:txBody>
          <a:bodyPr/>
          <a:lstStyle/>
          <a:p>
            <a:fld id="{3485D9CA-6DAA-4C3C-A3E2-EDEA918D5F89}" type="slidenum">
              <a:rPr lang="en-US">
                <a:latin typeface="Calibri"/>
              </a:rPr>
              <a:pPr/>
              <a:t>51</a:t>
            </a:fld>
            <a:endParaRPr lang="en-US">
              <a:latin typeface="Calibri"/>
            </a:endParaRPr>
          </a:p>
        </p:txBody>
      </p:sp>
      <p:sp>
        <p:nvSpPr>
          <p:cNvPr id="12" name="Rectangle 3">
            <a:extLst>
              <a:ext uri="{FF2B5EF4-FFF2-40B4-BE49-F238E27FC236}">
                <a16:creationId xmlns:a16="http://schemas.microsoft.com/office/drawing/2014/main" id="{D1BD86EC-1A4F-7EF3-CBD2-B671E78B6B93}"/>
              </a:ext>
            </a:extLst>
          </p:cNvPr>
          <p:cNvSpPr txBox="1">
            <a:spLocks noChangeArrowheads="1"/>
          </p:cNvSpPr>
          <p:nvPr/>
        </p:nvSpPr>
        <p:spPr>
          <a:xfrm>
            <a:off x="632152" y="1453241"/>
            <a:ext cx="10358234" cy="525235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spcAft>
                <a:spcPts val="1200"/>
              </a:spcAft>
            </a:pPr>
            <a:r>
              <a:rPr lang="en-US" sz="2100" dirty="0">
                <a:latin typeface="Arial" panose="020B0604020202020204" pitchFamily="34" charset="0"/>
                <a:cs typeface="Arial" panose="020B0604020202020204" pitchFamily="34" charset="0"/>
              </a:rPr>
              <a:t>Amdahl’s law assumes that the problem size is fixed. It provides an upper bound on the speedup achievable by applying a certain number of processors. </a:t>
            </a:r>
          </a:p>
        </p:txBody>
      </p:sp>
      <p:pic>
        <p:nvPicPr>
          <p:cNvPr id="19458" name="Picture 2" descr="Graph demonstrating the limits of parallelization.">
            <a:extLst>
              <a:ext uri="{FF2B5EF4-FFF2-40B4-BE49-F238E27FC236}">
                <a16:creationId xmlns:a16="http://schemas.microsoft.com/office/drawing/2014/main" id="{3C753BF4-7A75-ABEC-C5F2-DA1F179E7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520" y="2203996"/>
            <a:ext cx="5928360" cy="454732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2284609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Amdahl’s Law</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52</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3408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Example 1</a:t>
                </a:r>
                <a:r>
                  <a:rPr lang="en-US" dirty="0">
                    <a:latin typeface="Arial" panose="020B0604020202020204" pitchFamily="34" charset="0"/>
                    <a:cs typeface="Arial" panose="020B0604020202020204" pitchFamily="34" charset="0"/>
                  </a:rPr>
                  <a:t>: If 90% of the computation can be parallelized, what is the maximum speedup achievable using 8 processors?</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Solution</a:t>
                </a:r>
                <a:r>
                  <a:rPr lang="en-US" dirty="0">
                    <a:solidFill>
                      <a:srgbClr val="FF0000"/>
                    </a:solidFill>
                    <a:latin typeface="Arial" panose="020B0604020202020204" pitchFamily="34" charset="0"/>
                    <a:cs typeface="Arial" panose="020B0604020202020204" pitchFamily="34" charset="0"/>
                  </a:rPr>
                  <a:t>:</a:t>
                </a:r>
              </a:p>
              <a:p>
                <a:pPr marL="411480" lvl="1" indent="0" algn="just">
                  <a:buNone/>
                </a:pP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𝑃</m:t>
                    </m:r>
                    <m:r>
                      <a:rPr lang="en-US" sz="2000" b="0" i="1" smtClean="0">
                        <a:latin typeface="Cambria Math" panose="02040503050406030204" pitchFamily="18" charset="0"/>
                        <a:ea typeface="Cambria Math" panose="02040503050406030204" pitchFamily="18" charset="0"/>
                        <a:cs typeface="Arial" panose="020B0604020202020204" pitchFamily="34" charset="0"/>
                      </a:rPr>
                      <m:t>=90%</m:t>
                    </m:r>
                  </m:oMath>
                </a14:m>
                <a:r>
                  <a:rPr lang="en-US" dirty="0">
                    <a:latin typeface="Arial" panose="020B0604020202020204" pitchFamily="34" charset="0"/>
                    <a:cs typeface="Arial" panose="020B0604020202020204" pitchFamily="34" charset="0"/>
                  </a:rPr>
                  <a:t> </a:t>
                </a:r>
              </a:p>
              <a:p>
                <a:pPr marL="411480" lvl="1" indent="0" algn="just">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𝑺𝒑𝒆𝒆𝒅𝒖𝒑</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b="1" i="1">
                              <a:latin typeface="Cambria Math" panose="02040503050406030204" pitchFamily="18" charset="0"/>
                              <a:ea typeface="Cambria Math" panose="02040503050406030204" pitchFamily="18" charset="0"/>
                            </a:rPr>
                            <m:t>𝟏</m:t>
                          </m:r>
                        </m:num>
                        <m:den>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𝟏</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𝟎</m:t>
                              </m:r>
                              <m:r>
                                <a:rPr lang="en-US" b="1"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𝟗</m:t>
                              </m:r>
                            </m:e>
                          </m:d>
                          <m:r>
                            <a:rPr lang="en-US" sz="2000" b="1" i="1">
                              <a:latin typeface="Cambria Math" panose="02040503050406030204" pitchFamily="18" charset="0"/>
                              <a:ea typeface="Cambria Math" panose="02040503050406030204" pitchFamily="18" charset="0"/>
                            </a:rPr>
                            <m:t>+</m:t>
                          </m:r>
                          <m:f>
                            <m:fPr>
                              <m:type m:val="lin"/>
                              <m:ctrlPr>
                                <a:rPr lang="en-US" sz="2000" b="1" i="1">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𝟎</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𝟗</m:t>
                              </m:r>
                            </m:num>
                            <m:den>
                              <m:r>
                                <a:rPr lang="en-US" sz="2000" b="1" i="1" smtClean="0">
                                  <a:latin typeface="Cambria Math" panose="02040503050406030204" pitchFamily="18" charset="0"/>
                                  <a:ea typeface="Cambria Math" panose="02040503050406030204" pitchFamily="18" charset="0"/>
                                </a:rPr>
                                <m:t>𝟖</m:t>
                              </m:r>
                            </m:den>
                          </m:f>
                        </m:den>
                      </m:f>
                      <m:r>
                        <a:rPr lang="en-US" sz="2000" b="1" i="1" smtClean="0">
                          <a:latin typeface="Cambria Math" panose="02040503050406030204" pitchFamily="18" charset="0"/>
                          <a:ea typeface="Cambria Math" panose="02040503050406030204" pitchFamily="18" charset="0"/>
                        </a:rPr>
                        <m:t> ≈</m:t>
                      </m:r>
                      <m:r>
                        <a:rPr lang="en-US" sz="2000" b="1" i="1" smtClean="0">
                          <a:latin typeface="Cambria Math" panose="02040503050406030204" pitchFamily="18" charset="0"/>
                          <a:ea typeface="Cambria Math" panose="02040503050406030204" pitchFamily="18" charset="0"/>
                        </a:rPr>
                        <m:t>𝟒</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𝟕</m:t>
                      </m:r>
                    </m:oMath>
                  </m:oMathPara>
                </a14:m>
                <a:endParaRPr lang="en-US" dirty="0">
                  <a:latin typeface="Arial" panose="020B0604020202020204" pitchFamily="34" charset="0"/>
                  <a:cs typeface="Arial" panose="020B0604020202020204" pitchFamily="34" charset="0"/>
                </a:endParaRPr>
              </a:p>
              <a:p>
                <a:pPr marL="114300" indent="0" algn="just">
                  <a:buNone/>
                </a:pPr>
                <a:endParaRPr lang="en-US" dirty="0">
                  <a:latin typeface="Arial" panose="020B0604020202020204" pitchFamily="34" charset="0"/>
                  <a:cs typeface="Arial" panose="020B0604020202020204" pitchFamily="34" charset="0"/>
                </a:endParaRPr>
              </a:p>
              <a:p>
                <a:pPr marL="114300" indent="0" algn="just">
                  <a:buNone/>
                </a:pPr>
                <a:endParaRPr lang="en-US" b="1" dirty="0">
                  <a:solidFill>
                    <a:srgbClr val="FF0000"/>
                  </a:solidFill>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A773B303-CEA4-39FE-8190-A77ECCC638B8}"/>
                  </a:ext>
                </a:extLst>
              </p:cNvPr>
              <p:cNvSpPr txBox="1">
                <a:spLocks noRot="1" noChangeAspect="1" noMove="1" noResize="1" noEditPoints="1" noAdjustHandles="1" noChangeArrowheads="1" noChangeShapeType="1" noTextEdit="1"/>
              </p:cNvSpPr>
              <p:nvPr/>
            </p:nvSpPr>
            <p:spPr>
              <a:xfrm>
                <a:off x="632150" y="1453241"/>
                <a:ext cx="10534081" cy="5252357"/>
              </a:xfrm>
              <a:prstGeom prst="rect">
                <a:avLst/>
              </a:prstGeom>
              <a:blipFill>
                <a:blip r:embed="rId3"/>
                <a:stretch>
                  <a:fillRect t="-580" r="-752"/>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85838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9AC8D-2BC5-9A33-DB87-C185E66F687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822DA32-24CC-560F-53D6-74801F2A6BDA}"/>
              </a:ext>
            </a:extLst>
          </p:cNvPr>
          <p:cNvSpPr>
            <a:spLocks noGrp="1" noChangeArrowheads="1"/>
          </p:cNvSpPr>
          <p:nvPr>
            <p:ph type="title"/>
          </p:nvPr>
        </p:nvSpPr>
        <p:spPr>
          <a:xfrm>
            <a:off x="472520" y="96838"/>
            <a:ext cx="9971690" cy="407507"/>
          </a:xfrm>
        </p:spPr>
        <p:txBody>
          <a:bodyPr/>
          <a:lstStyle/>
          <a:p>
            <a:r>
              <a:rPr lang="en-US" sz="4000" dirty="0">
                <a:latin typeface="Arial" panose="020B0604020202020204" pitchFamily="34" charset="0"/>
                <a:cs typeface="Arial" panose="020B0604020202020204" pitchFamily="34" charset="0"/>
              </a:rPr>
              <a:t>Amdahl’s Law</a:t>
            </a:r>
          </a:p>
        </p:txBody>
      </p:sp>
      <p:sp>
        <p:nvSpPr>
          <p:cNvPr id="3" name="Slide Number Placeholder 2">
            <a:extLst>
              <a:ext uri="{FF2B5EF4-FFF2-40B4-BE49-F238E27FC236}">
                <a16:creationId xmlns:a16="http://schemas.microsoft.com/office/drawing/2014/main" id="{FC9D25B5-B455-B3B7-9646-08B32EA55C4A}"/>
              </a:ext>
            </a:extLst>
          </p:cNvPr>
          <p:cNvSpPr>
            <a:spLocks noGrp="1"/>
          </p:cNvSpPr>
          <p:nvPr>
            <p:ph type="sldNum" sz="quarter" idx="12"/>
          </p:nvPr>
        </p:nvSpPr>
        <p:spPr/>
        <p:txBody>
          <a:bodyPr/>
          <a:lstStyle/>
          <a:p>
            <a:fld id="{3485D9CA-6DAA-4C3C-A3E2-EDEA918D5F89}" type="slidenum">
              <a:rPr lang="en-US">
                <a:latin typeface="Calibri"/>
              </a:rPr>
              <a:pPr/>
              <a:t>53</a:t>
            </a:fld>
            <a:endParaRPr lang="en-US">
              <a:latin typeface="Calibri"/>
            </a:endParaRPr>
          </a:p>
        </p:txBody>
      </p:sp>
      <p:sp>
        <p:nvSpPr>
          <p:cNvPr id="12" name="Rectangle 3">
            <a:extLst>
              <a:ext uri="{FF2B5EF4-FFF2-40B4-BE49-F238E27FC236}">
                <a16:creationId xmlns:a16="http://schemas.microsoft.com/office/drawing/2014/main" id="{2D474DA0-C379-2240-4397-8A2475824884}"/>
              </a:ext>
            </a:extLst>
          </p:cNvPr>
          <p:cNvSpPr txBox="1">
            <a:spLocks noChangeArrowheads="1"/>
          </p:cNvSpPr>
          <p:nvPr/>
        </p:nvSpPr>
        <p:spPr>
          <a:xfrm>
            <a:off x="191324" y="792843"/>
            <a:ext cx="1053408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Example 2: </a:t>
            </a:r>
            <a:r>
              <a:rPr lang="en-US" dirty="0">
                <a:latin typeface="Arial" panose="020B0604020202020204" pitchFamily="34" charset="0"/>
                <a:cs typeface="Arial" panose="020B0604020202020204" pitchFamily="34" charset="0"/>
              </a:rPr>
              <a:t>Suppose 25% of a sequential algorithm is the parallelizable portion. The remaining part must be calculated sequentially. Calculate maximum theoretical speedup for parallel variant of this algorithm using:</a:t>
            </a:r>
          </a:p>
          <a:p>
            <a:pPr lvl="1" algn="just"/>
            <a:r>
              <a:rPr lang="en-US" dirty="0">
                <a:latin typeface="Arial" panose="020B0604020202020204" pitchFamily="34" charset="0"/>
                <a:cs typeface="Arial" panose="020B0604020202020204" pitchFamily="34" charset="0"/>
              </a:rPr>
              <a:t>5 </a:t>
            </a:r>
            <a:r>
              <a:rPr lang="en-US" dirty="0" smtClean="0">
                <a:latin typeface="Arial" panose="020B0604020202020204" pitchFamily="34" charset="0"/>
                <a:cs typeface="Arial" panose="020B0604020202020204" pitchFamily="34" charset="0"/>
              </a:rPr>
              <a:t>processors</a:t>
            </a: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3"/>
          <a:stretch>
            <a:fillRect/>
          </a:stretch>
        </p:blipFill>
        <p:spPr>
          <a:xfrm>
            <a:off x="3306762" y="2433183"/>
            <a:ext cx="4732338" cy="2900817"/>
          </a:xfrm>
          <a:prstGeom prst="rect">
            <a:avLst/>
          </a:prstGeom>
        </p:spPr>
      </p:pic>
    </p:spTree>
    <p:custDataLst>
      <p:tags r:id="rId1"/>
    </p:custDataLst>
    <p:extLst>
      <p:ext uri="{BB962C8B-B14F-4D97-AF65-F5344CB8AC3E}">
        <p14:creationId xmlns:p14="http://schemas.microsoft.com/office/powerpoint/2010/main" val="4398453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9AC8D-2BC5-9A33-DB87-C185E66F687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822DA32-24CC-560F-53D6-74801F2A6BDA}"/>
              </a:ext>
            </a:extLst>
          </p:cNvPr>
          <p:cNvSpPr>
            <a:spLocks noGrp="1" noChangeArrowheads="1"/>
          </p:cNvSpPr>
          <p:nvPr>
            <p:ph type="title"/>
          </p:nvPr>
        </p:nvSpPr>
        <p:spPr>
          <a:xfrm>
            <a:off x="472520" y="96838"/>
            <a:ext cx="9971690" cy="407507"/>
          </a:xfrm>
        </p:spPr>
        <p:txBody>
          <a:bodyPr/>
          <a:lstStyle/>
          <a:p>
            <a:r>
              <a:rPr lang="en-US" sz="4000" dirty="0">
                <a:latin typeface="Arial" panose="020B0604020202020204" pitchFamily="34" charset="0"/>
                <a:cs typeface="Arial" panose="020B0604020202020204" pitchFamily="34" charset="0"/>
              </a:rPr>
              <a:t>Amdahl’s Law</a:t>
            </a:r>
          </a:p>
        </p:txBody>
      </p:sp>
      <p:sp>
        <p:nvSpPr>
          <p:cNvPr id="3" name="Slide Number Placeholder 2">
            <a:extLst>
              <a:ext uri="{FF2B5EF4-FFF2-40B4-BE49-F238E27FC236}">
                <a16:creationId xmlns:a16="http://schemas.microsoft.com/office/drawing/2014/main" id="{FC9D25B5-B455-B3B7-9646-08B32EA55C4A}"/>
              </a:ext>
            </a:extLst>
          </p:cNvPr>
          <p:cNvSpPr>
            <a:spLocks noGrp="1"/>
          </p:cNvSpPr>
          <p:nvPr>
            <p:ph type="sldNum" sz="quarter" idx="12"/>
          </p:nvPr>
        </p:nvSpPr>
        <p:spPr/>
        <p:txBody>
          <a:bodyPr/>
          <a:lstStyle/>
          <a:p>
            <a:fld id="{3485D9CA-6DAA-4C3C-A3E2-EDEA918D5F89}" type="slidenum">
              <a:rPr lang="en-US">
                <a:latin typeface="Calibri"/>
              </a:rPr>
              <a:pPr/>
              <a:t>54</a:t>
            </a:fld>
            <a:endParaRPr lang="en-US">
              <a:latin typeface="Calibri"/>
            </a:endParaRPr>
          </a:p>
        </p:txBody>
      </p:sp>
      <p:sp>
        <p:nvSpPr>
          <p:cNvPr id="12" name="Rectangle 3">
            <a:extLst>
              <a:ext uri="{FF2B5EF4-FFF2-40B4-BE49-F238E27FC236}">
                <a16:creationId xmlns:a16="http://schemas.microsoft.com/office/drawing/2014/main" id="{2D474DA0-C379-2240-4397-8A2475824884}"/>
              </a:ext>
            </a:extLst>
          </p:cNvPr>
          <p:cNvSpPr txBox="1">
            <a:spLocks noChangeArrowheads="1"/>
          </p:cNvSpPr>
          <p:nvPr/>
        </p:nvSpPr>
        <p:spPr>
          <a:xfrm>
            <a:off x="191324" y="594723"/>
            <a:ext cx="1053408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smtClean="0">
                <a:solidFill>
                  <a:srgbClr val="FF0000"/>
                </a:solidFill>
                <a:latin typeface="Arial" panose="020B0604020202020204" pitchFamily="34" charset="0"/>
                <a:cs typeface="Arial" panose="020B0604020202020204" pitchFamily="34" charset="0"/>
              </a:rPr>
              <a:t>Little </a:t>
            </a:r>
            <a:r>
              <a:rPr lang="en-US" b="1" dirty="0">
                <a:solidFill>
                  <a:srgbClr val="FF0000"/>
                </a:solidFill>
                <a:latin typeface="Arial" panose="020B0604020202020204" pitchFamily="34" charset="0"/>
                <a:cs typeface="Arial" panose="020B0604020202020204" pitchFamily="34" charset="0"/>
              </a:rPr>
              <a:t>challenge</a:t>
            </a:r>
            <a:r>
              <a:rPr lang="en-US" dirty="0">
                <a:latin typeface="Arial" panose="020B0604020202020204" pitchFamily="34" charset="0"/>
                <a:cs typeface="Arial" panose="020B0604020202020204" pitchFamily="34" charset="0"/>
              </a:rPr>
              <a:t>: Determine, according to Amdahl’s law, how many processors are needed to achieve maximum theoretical speedup while sequential portion remains the same? </a:t>
            </a:r>
            <a:endParaRPr lang="en-US" dirty="0" smtClean="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lvl="1" algn="just"/>
            <a:endParaRPr lang="en-US" dirty="0" smtClean="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lvl="1" algn="just"/>
            <a:endParaRPr lang="en-US" dirty="0" smtClean="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lvl="1" algn="just"/>
            <a:endParaRPr lang="en-US" dirty="0" smtClean="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lvl="1" algn="just"/>
            <a:endParaRPr lang="en-US" dirty="0" smtClean="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a:p>
            <a:pPr marL="411480" lvl="1" indent="0" algn="just">
              <a:buNone/>
            </a:pPr>
            <a:r>
              <a:rPr lang="en-US" dirty="0" smtClean="0">
                <a:latin typeface="Arial" panose="020B0604020202020204" pitchFamily="34" charset="0"/>
                <a:cs typeface="Arial" panose="020B0604020202020204" pitchFamily="34" charset="0"/>
              </a:rPr>
              <a:t>That </a:t>
            </a:r>
            <a:r>
              <a:rPr lang="en-US" dirty="0">
                <a:latin typeface="Arial" panose="020B0604020202020204" pitchFamily="34" charset="0"/>
                <a:cs typeface="Arial" panose="020B0604020202020204" pitchFamily="34" charset="0"/>
              </a:rPr>
              <a:t>is why we say actual achievable speedup is always less than or equal to theoretical speedups</a:t>
            </a:r>
            <a:endParaRPr lang="en-US" b="1" dirty="0">
              <a:solidFill>
                <a:srgbClr val="FF0000"/>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472520" y="1766750"/>
            <a:ext cx="9649380" cy="3033849"/>
          </a:xfrm>
          <a:prstGeom prst="rect">
            <a:avLst/>
          </a:prstGeom>
        </p:spPr>
      </p:pic>
    </p:spTree>
    <p:custDataLst>
      <p:tags r:id="rId1"/>
    </p:custDataLst>
    <p:extLst>
      <p:ext uri="{BB962C8B-B14F-4D97-AF65-F5344CB8AC3E}">
        <p14:creationId xmlns:p14="http://schemas.microsoft.com/office/powerpoint/2010/main" val="130945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8969F-985A-D97F-438B-08A87D4C402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4406A04-5DE2-3949-5470-C7D81D377BA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Amdahl’s Law: Remarks</a:t>
            </a:r>
          </a:p>
        </p:txBody>
      </p:sp>
      <p:sp>
        <p:nvSpPr>
          <p:cNvPr id="3" name="Slide Number Placeholder 2">
            <a:extLst>
              <a:ext uri="{FF2B5EF4-FFF2-40B4-BE49-F238E27FC236}">
                <a16:creationId xmlns:a16="http://schemas.microsoft.com/office/drawing/2014/main" id="{8A518D97-584D-5DB8-BAF0-52729D593C98}"/>
              </a:ext>
            </a:extLst>
          </p:cNvPr>
          <p:cNvSpPr>
            <a:spLocks noGrp="1"/>
          </p:cNvSpPr>
          <p:nvPr>
            <p:ph type="sldNum" sz="quarter" idx="12"/>
          </p:nvPr>
        </p:nvSpPr>
        <p:spPr/>
        <p:txBody>
          <a:bodyPr/>
          <a:lstStyle/>
          <a:p>
            <a:fld id="{3485D9CA-6DAA-4C3C-A3E2-EDEA918D5F89}" type="slidenum">
              <a:rPr lang="en-US">
                <a:latin typeface="Calibri"/>
              </a:rPr>
              <a:pPr/>
              <a:t>55</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CC39B751-42B0-6833-5AFE-7EE6D11C96FF}"/>
                  </a:ext>
                </a:extLst>
              </p:cNvPr>
              <p:cNvSpPr txBox="1">
                <a:spLocks noChangeArrowheads="1"/>
              </p:cNvSpPr>
              <p:nvPr/>
            </p:nvSpPr>
            <p:spPr>
              <a:xfrm>
                <a:off x="632150" y="1453241"/>
                <a:ext cx="10565502"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Amdahl’s law shows how execution time decreases as no. of processors increases up to a certain limit.</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Parallelization overhead is ignored by Amdahl’s law</a:t>
                </a:r>
              </a:p>
              <a:p>
                <a:pPr lvl="1" algn="just"/>
                <a:r>
                  <a:rPr lang="en-US" dirty="0">
                    <a:latin typeface="Arial" panose="020B0604020202020204" pitchFamily="34" charset="0"/>
                    <a:cs typeface="Arial" panose="020B0604020202020204" pitchFamily="34" charset="0"/>
                  </a:rPr>
                  <a:t>Optimistic estimate of speedup</a:t>
                </a:r>
              </a:p>
              <a:p>
                <a:pPr lvl="1" algn="just"/>
                <a:endParaRPr lang="en-US" sz="12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Amdahl’s Effect</a:t>
                </a:r>
                <a:r>
                  <a:rPr lang="en-US" dirty="0">
                    <a:latin typeface="Arial" panose="020B0604020202020204" pitchFamily="34" charset="0"/>
                    <a:cs typeface="Arial" panose="020B0604020202020204" pitchFamily="34" charset="0"/>
                  </a:rPr>
                  <a:t>: </a:t>
                </a:r>
              </a:p>
              <a:p>
                <a:pPr lvl="1" algn="just"/>
                <a:r>
                  <a:rPr lang="en-US" dirty="0">
                    <a:latin typeface="Arial" panose="020B0604020202020204" pitchFamily="34" charset="0"/>
                    <a:cs typeface="Arial" panose="020B0604020202020204" pitchFamily="34" charset="0"/>
                  </a:rPr>
                  <a:t>Typically, parallelization overhead has lower complexity than </a:t>
                </a:r>
                <a14:m>
                  <m:oMath xmlns:m="http://schemas.openxmlformats.org/officeDocument/2006/math">
                    <m:f>
                      <m:fPr>
                        <m:type m:val="lin"/>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𝑷</m:t>
                        </m:r>
                      </m:num>
                      <m:den>
                        <m:r>
                          <a:rPr lang="en-US" b="1" i="1" smtClean="0">
                            <a:latin typeface="Cambria Math" panose="02040503050406030204" pitchFamily="18" charset="0"/>
                            <a:ea typeface="Cambria Math" panose="02040503050406030204" pitchFamily="18" charset="0"/>
                          </a:rPr>
                          <m:t>𝑵</m:t>
                        </m:r>
                      </m:den>
                    </m:f>
                    <m:r>
                      <a:rPr lang="en-US" b="0" i="0" smtClean="0">
                        <a:latin typeface="Cambria Math" panose="02040503050406030204" pitchFamily="18" charset="0"/>
                        <a:ea typeface="Cambria Math" panose="02040503050406030204" pitchFamily="18" charset="0"/>
                      </a:rPr>
                      <m:t>.</m:t>
                    </m:r>
                  </m:oMath>
                </a14:m>
                <a:r>
                  <a:rPr lang="en-US" dirty="0">
                    <a:latin typeface="Arial" panose="020B0604020202020204" pitchFamily="34" charset="0"/>
                    <a:cs typeface="Arial" panose="020B0604020202020204" pitchFamily="34" charset="0"/>
                  </a:rPr>
                  <a:t> For a fixed number of processors, speedup is usually an increasing function of the problem size 𝒏.</a:t>
                </a:r>
              </a:p>
              <a:p>
                <a:pPr lvl="1" algn="just"/>
                <a:r>
                  <a:rPr lang="en-US" dirty="0">
                    <a:latin typeface="Arial" panose="020B0604020202020204" pitchFamily="34" charset="0"/>
                    <a:cs typeface="Arial" panose="020B0604020202020204" pitchFamily="34" charset="0"/>
                  </a:rPr>
                  <a:t>As 𝒏 increases,</a:t>
                </a:r>
                <a14:m>
                  <m:oMath xmlns:m="http://schemas.openxmlformats.org/officeDocument/2006/math">
                    <m:f>
                      <m:fPr>
                        <m:type m:val="lin"/>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𝑷</m:t>
                        </m:r>
                      </m:num>
                      <m:den>
                        <m:r>
                          <a:rPr lang="en-US" b="1" i="1">
                            <a:latin typeface="Cambria Math" panose="02040503050406030204" pitchFamily="18" charset="0"/>
                            <a:ea typeface="Cambria Math" panose="02040503050406030204" pitchFamily="18" charset="0"/>
                          </a:rPr>
                          <m:t>𝑵</m:t>
                        </m:r>
                      </m:den>
                    </m:f>
                  </m:oMath>
                </a14:m>
                <a:r>
                  <a:rPr lang="en-US" dirty="0">
                    <a:latin typeface="Arial" panose="020B0604020202020204" pitchFamily="34" charset="0"/>
                    <a:cs typeface="Arial" panose="020B0604020202020204" pitchFamily="34" charset="0"/>
                  </a:rPr>
                  <a:t> &gt;&gt; parallelization overhead and speedup increases</a:t>
                </a:r>
              </a:p>
              <a:p>
                <a:pPr algn="just"/>
                <a:endParaRPr lang="en-US" sz="1200"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inherently sequential portion </a:t>
                </a:r>
                <a:r>
                  <a:rPr lang="en-US" b="1" i="1"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may decrease when </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increases</a:t>
                </a:r>
              </a:p>
              <a:p>
                <a:pPr lvl="1" algn="just"/>
                <a:r>
                  <a:rPr lang="en-US" dirty="0">
                    <a:latin typeface="Arial" panose="020B0604020202020204" pitchFamily="34" charset="0"/>
                    <a:cs typeface="Arial" panose="020B0604020202020204" pitchFamily="34" charset="0"/>
                  </a:rPr>
                  <a:t>Amdahl’s law (</a:t>
                </a:r>
                <a14:m>
                  <m:oMath xmlns:m="http://schemas.openxmlformats.org/officeDocument/2006/math">
                    <m:r>
                      <a:rPr lang="en-US" sz="2000" b="1" i="1" smtClean="0">
                        <a:latin typeface="Cambria Math" panose="02040503050406030204" pitchFamily="18" charset="0"/>
                        <a:ea typeface="Cambria Math" panose="02040503050406030204" pitchFamily="18" charset="0"/>
                      </a:rPr>
                      <m:t>𝒔𝒑𝒆𝒆𝒅𝒖𝒑</m:t>
                    </m:r>
                    <m:r>
                      <a:rPr lang="en-US" sz="2000" b="0" i="1" smtClean="0">
                        <a:latin typeface="Cambria Math" panose="02040503050406030204" pitchFamily="18" charset="0"/>
                        <a:cs typeface="Arial" panose="020B0604020202020204" pitchFamily="34" charset="0"/>
                      </a:rPr>
                      <m:t>&lt; </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cs typeface="Arial" panose="020B0604020202020204" pitchFamily="34" charset="0"/>
                          </a:rPr>
                          <m:t>𝑆</m:t>
                        </m:r>
                      </m:den>
                    </m:f>
                  </m:oMath>
                </a14:m>
                <a:r>
                  <a:rPr lang="en-US" dirty="0">
                    <a:latin typeface="Arial" panose="020B0604020202020204" pitchFamily="34" charset="0"/>
                    <a:cs typeface="Arial" panose="020B0604020202020204" pitchFamily="34" charset="0"/>
                  </a:rPr>
                  <a:t>) can overestimate speedup for larger problems</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Problems that increase the percentage of parallel time with their size are more </a:t>
                </a:r>
                <a:r>
                  <a:rPr lang="en-US" b="1" dirty="0">
                    <a:solidFill>
                      <a:srgbClr val="00B050"/>
                    </a:solidFill>
                    <a:latin typeface="Arial" panose="020B0604020202020204" pitchFamily="34" charset="0"/>
                    <a:cs typeface="Arial" panose="020B0604020202020204" pitchFamily="34" charset="0"/>
                  </a:rPr>
                  <a:t>scalable</a:t>
                </a:r>
                <a:r>
                  <a:rPr lang="en-US" dirty="0">
                    <a:latin typeface="Arial" panose="020B0604020202020204" pitchFamily="34" charset="0"/>
                    <a:cs typeface="Arial" panose="020B0604020202020204" pitchFamily="34" charset="0"/>
                  </a:rPr>
                  <a:t> than problems with a fixed percentage of parallel time. </a:t>
                </a:r>
              </a:p>
              <a:p>
                <a:pPr algn="just"/>
                <a:endParaRPr lang="en-US" dirty="0">
                  <a:solidFill>
                    <a:srgbClr val="FF0000"/>
                  </a:solidFill>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CC39B751-42B0-6833-5AFE-7EE6D11C96FF}"/>
                  </a:ext>
                </a:extLst>
              </p:cNvPr>
              <p:cNvSpPr txBox="1">
                <a:spLocks noRot="1" noChangeAspect="1" noMove="1" noResize="1" noEditPoints="1" noAdjustHandles="1" noChangeArrowheads="1" noChangeShapeType="1" noTextEdit="1"/>
              </p:cNvSpPr>
              <p:nvPr/>
            </p:nvSpPr>
            <p:spPr>
              <a:xfrm>
                <a:off x="632150" y="1453241"/>
                <a:ext cx="10565502" cy="5404759"/>
              </a:xfrm>
              <a:prstGeom prst="rect">
                <a:avLst/>
              </a:prstGeom>
              <a:blipFill>
                <a:blip r:embed="rId4"/>
                <a:stretch>
                  <a:fillRect t="-564" r="-750" b="-1127"/>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45075145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3A200-36AB-5777-A001-AB50A02F8C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AB5DA72-6589-384D-41DB-C168B6635E1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Gustafson-</a:t>
            </a:r>
            <a:r>
              <a:rPr lang="en-US" sz="4000" dirty="0" err="1">
                <a:latin typeface="Arial" panose="020B0604020202020204" pitchFamily="34" charset="0"/>
                <a:cs typeface="Arial" panose="020B0604020202020204" pitchFamily="34" charset="0"/>
              </a:rPr>
              <a:t>Barsis’s</a:t>
            </a:r>
            <a:r>
              <a:rPr lang="en-US" sz="4000" dirty="0">
                <a:latin typeface="Arial" panose="020B0604020202020204" pitchFamily="34" charset="0"/>
                <a:cs typeface="Arial" panose="020B0604020202020204" pitchFamily="34" charset="0"/>
              </a:rPr>
              <a:t> Law</a:t>
            </a:r>
          </a:p>
        </p:txBody>
      </p:sp>
      <p:sp>
        <p:nvSpPr>
          <p:cNvPr id="3" name="Slide Number Placeholder 2">
            <a:extLst>
              <a:ext uri="{FF2B5EF4-FFF2-40B4-BE49-F238E27FC236}">
                <a16:creationId xmlns:a16="http://schemas.microsoft.com/office/drawing/2014/main" id="{BBCC2CAE-76EA-42C0-8F6B-0544CBC6856A}"/>
              </a:ext>
            </a:extLst>
          </p:cNvPr>
          <p:cNvSpPr>
            <a:spLocks noGrp="1"/>
          </p:cNvSpPr>
          <p:nvPr>
            <p:ph type="sldNum" sz="quarter" idx="12"/>
          </p:nvPr>
        </p:nvSpPr>
        <p:spPr/>
        <p:txBody>
          <a:bodyPr/>
          <a:lstStyle/>
          <a:p>
            <a:fld id="{3485D9CA-6DAA-4C3C-A3E2-EDEA918D5F89}" type="slidenum">
              <a:rPr lang="en-US">
                <a:latin typeface="Calibri"/>
              </a:rPr>
              <a:pPr/>
              <a:t>56</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D4EE1734-05A0-2F4A-FE51-4333C73F6ED7}"/>
                  </a:ext>
                </a:extLst>
              </p:cNvPr>
              <p:cNvSpPr txBox="1">
                <a:spLocks noChangeArrowheads="1"/>
              </p:cNvSpPr>
              <p:nvPr/>
            </p:nvSpPr>
            <p:spPr>
              <a:xfrm>
                <a:off x="632150"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spcAft>
                    <a:spcPts val="600"/>
                  </a:spcAft>
                </a:pPr>
                <a:r>
                  <a:rPr lang="en-US" dirty="0">
                    <a:latin typeface="Arial" panose="020B0604020202020204" pitchFamily="34" charset="0"/>
                    <a:cs typeface="Arial" panose="020B0604020202020204" pitchFamily="34" charset="0"/>
                  </a:rPr>
                  <a:t>Gustafson-</a:t>
                </a:r>
                <a:r>
                  <a:rPr lang="en-US" dirty="0" err="1">
                    <a:latin typeface="Arial" panose="020B0604020202020204" pitchFamily="34" charset="0"/>
                    <a:cs typeface="Arial" panose="020B0604020202020204" pitchFamily="34" charset="0"/>
                  </a:rPr>
                  <a:t>Barsis’s</a:t>
                </a:r>
                <a:r>
                  <a:rPr lang="en-US" dirty="0">
                    <a:latin typeface="Arial" panose="020B0604020202020204" pitchFamily="34" charset="0"/>
                    <a:cs typeface="Arial" panose="020B0604020202020204" pitchFamily="34" charset="0"/>
                  </a:rPr>
                  <a:t> Law is a scalability principle that challenges Amdahl’s Law by considering how increasing problem sizes affect parallel performance.</a:t>
                </a:r>
              </a:p>
              <a:p>
                <a:pPr algn="just">
                  <a:spcBef>
                    <a:spcPts val="0"/>
                  </a:spcBef>
                  <a:spcAft>
                    <a:spcPts val="600"/>
                  </a:spcAft>
                </a:pPr>
                <a:endParaRPr lang="en-US" sz="1200" dirty="0">
                  <a:latin typeface="Arial" panose="020B0604020202020204" pitchFamily="34" charset="0"/>
                  <a:cs typeface="Arial" panose="020B0604020202020204" pitchFamily="34" charset="0"/>
                </a:endParaRPr>
              </a:p>
              <a:p>
                <a:pPr algn="just">
                  <a:spcBef>
                    <a:spcPts val="0"/>
                  </a:spcBef>
                  <a:spcAft>
                    <a:spcPts val="600"/>
                  </a:spcAft>
                </a:pPr>
                <a:r>
                  <a:rPr lang="en-US" b="1" dirty="0">
                    <a:solidFill>
                      <a:srgbClr val="FF0000"/>
                    </a:solidFill>
                    <a:latin typeface="Arial" panose="020B0604020202020204" pitchFamily="34" charset="0"/>
                    <a:cs typeface="Arial" panose="020B0604020202020204" pitchFamily="34" charset="0"/>
                  </a:rPr>
                  <a:t>Statement</a:t>
                </a:r>
                <a:r>
                  <a:rPr lang="en-US" dirty="0">
                    <a:latin typeface="Arial" panose="020B0604020202020204" pitchFamily="34" charset="0"/>
                    <a:cs typeface="Arial" panose="020B0604020202020204" pitchFamily="34" charset="0"/>
                  </a:rPr>
                  <a:t>: Given a parallel program of size </a:t>
                </a:r>
                <a:r>
                  <a:rPr lang="en-US" b="1" dirty="0">
                    <a:latin typeface="Arial" panose="020B0604020202020204" pitchFamily="34" charset="0"/>
                    <a:cs typeface="Arial" panose="020B0604020202020204" pitchFamily="34" charset="0"/>
                  </a:rPr>
                  <a:t>𝑛</a:t>
                </a:r>
                <a:r>
                  <a:rPr lang="en-US" dirty="0">
                    <a:latin typeface="Arial" panose="020B0604020202020204" pitchFamily="34" charset="0"/>
                    <a:cs typeface="Arial" panose="020B0604020202020204" pitchFamily="34" charset="0"/>
                  </a:rPr>
                  <a:t> using </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processors, let </a:t>
                </a:r>
                <a:r>
                  <a:rPr lang="en-US" b="1" i="1"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be the fraction of total execution time spent in serial code.</a:t>
                </a:r>
                <a:r>
                  <a:rPr lang="en-US" b="1"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maximum speedup achieved by the program is:</a:t>
                </a:r>
              </a:p>
              <a:p>
                <a:pPr marL="114300" indent="0" algn="just">
                  <a:spcBef>
                    <a:spcPts val="0"/>
                  </a:spcBef>
                  <a:spcAft>
                    <a:spcPts val="600"/>
                  </a:spcAft>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cs typeface="Arial" panose="020B0604020202020204" pitchFamily="34" charset="0"/>
                        </a:rPr>
                        <m:t>𝒔𝒑𝒆𝒆𝒅𝒖𝒑</m:t>
                      </m:r>
                      <m:r>
                        <a:rPr lang="en-US" sz="2000" b="1" i="1" smtClean="0">
                          <a:latin typeface="Cambria Math" panose="02040503050406030204" pitchFamily="18" charset="0"/>
                          <a:cs typeface="Arial" panose="020B0604020202020204" pitchFamily="34" charset="0"/>
                        </a:rPr>
                        <m:t> ≤</m:t>
                      </m:r>
                      <m:r>
                        <a:rPr lang="en-US" sz="2000" b="1" i="1" smtClean="0">
                          <a:latin typeface="Cambria Math" panose="02040503050406030204" pitchFamily="18" charset="0"/>
                          <a:ea typeface="Cambria Math" panose="02040503050406030204" pitchFamily="18" charset="0"/>
                          <a:cs typeface="Arial" panose="020B0604020202020204" pitchFamily="34" charset="0"/>
                        </a:rPr>
                        <m:t>𝑵</m:t>
                      </m:r>
                      <m:r>
                        <a:rPr lang="en-US" sz="2000" b="1" i="1">
                          <a:latin typeface="Cambria Math" panose="02040503050406030204" pitchFamily="18" charset="0"/>
                          <a:ea typeface="Cambria Math" panose="02040503050406030204" pitchFamily="18" charset="0"/>
                          <a:cs typeface="Arial" panose="020B0604020202020204" pitchFamily="34" charset="0"/>
                        </a:rPr>
                        <m:t>+</m:t>
                      </m:r>
                      <m:d>
                        <m:dPr>
                          <m:ctrlPr>
                            <a:rPr lang="en-US" sz="2000" b="1" i="1">
                              <a:latin typeface="Cambria Math" panose="02040503050406030204" pitchFamily="18" charset="0"/>
                              <a:ea typeface="Cambria Math" panose="02040503050406030204" pitchFamily="18" charset="0"/>
                              <a:cs typeface="Arial" panose="020B0604020202020204" pitchFamily="34" charset="0"/>
                            </a:rPr>
                          </m:ctrlPr>
                        </m:dPr>
                        <m:e>
                          <m:r>
                            <a:rPr lang="en-US" sz="2000" b="1" i="1">
                              <a:latin typeface="Cambria Math" panose="02040503050406030204" pitchFamily="18" charset="0"/>
                              <a:ea typeface="Cambria Math" panose="02040503050406030204" pitchFamily="18" charset="0"/>
                              <a:cs typeface="Arial" panose="020B0604020202020204" pitchFamily="34" charset="0"/>
                            </a:rPr>
                            <m:t>𝟏</m:t>
                          </m:r>
                          <m:r>
                            <a:rPr lang="en-US" sz="2000" b="1" i="1">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𝑵</m:t>
                          </m:r>
                        </m:e>
                      </m:d>
                      <m:r>
                        <a:rPr lang="en-US" sz="2000" b="1" i="1" smtClean="0">
                          <a:latin typeface="Cambria Math" panose="02040503050406030204" pitchFamily="18" charset="0"/>
                          <a:ea typeface="Cambria Math" panose="02040503050406030204" pitchFamily="18" charset="0"/>
                          <a:cs typeface="Arial" panose="020B0604020202020204" pitchFamily="34" charset="0"/>
                        </a:rPr>
                        <m:t>𝑺</m:t>
                      </m:r>
                    </m:oMath>
                  </m:oMathPara>
                </a14:m>
                <a:endParaRPr lang="en-US" sz="2000" b="1" dirty="0">
                  <a:latin typeface="+mj-lt"/>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Unlike </a:t>
                </a:r>
                <a:r>
                  <a:rPr lang="en-US" b="1" dirty="0">
                    <a:solidFill>
                      <a:srgbClr val="00B050"/>
                    </a:solidFill>
                    <a:latin typeface="Arial" panose="020B0604020202020204" pitchFamily="34" charset="0"/>
                    <a:cs typeface="Arial" panose="020B0604020202020204" pitchFamily="34" charset="0"/>
                  </a:rPr>
                  <a:t>Amdahl’s Law</a:t>
                </a:r>
                <a:r>
                  <a:rPr lang="en-US" dirty="0">
                    <a:latin typeface="Arial" panose="020B0604020202020204" pitchFamily="34" charset="0"/>
                    <a:cs typeface="Arial" panose="020B0604020202020204" pitchFamily="34" charset="0"/>
                  </a:rPr>
                  <a:t>, which assumes a fixed problem size and shows diminishing speedup due to the serial portion, Gustafson-</a:t>
                </a:r>
                <a:r>
                  <a:rPr lang="en-US" dirty="0" err="1">
                    <a:latin typeface="Arial" panose="020B0604020202020204" pitchFamily="34" charset="0"/>
                    <a:cs typeface="Arial" panose="020B0604020202020204" pitchFamily="34" charset="0"/>
                  </a:rPr>
                  <a:t>Barsis’s</a:t>
                </a:r>
                <a:r>
                  <a:rPr lang="en-US" dirty="0">
                    <a:latin typeface="Arial" panose="020B0604020202020204" pitchFamily="34" charset="0"/>
                    <a:cs typeface="Arial" panose="020B0604020202020204" pitchFamily="34" charset="0"/>
                  </a:rPr>
                  <a:t> Law argues that as problem sizes grow, the </a:t>
                </a:r>
                <a:r>
                  <a:rPr lang="en-US" b="1" dirty="0">
                    <a:solidFill>
                      <a:srgbClr val="00B050"/>
                    </a:solidFill>
                    <a:latin typeface="Arial" panose="020B0604020202020204" pitchFamily="34" charset="0"/>
                    <a:cs typeface="Arial" panose="020B0604020202020204" pitchFamily="34" charset="0"/>
                  </a:rPr>
                  <a:t>parallel portion grows </a:t>
                </a:r>
                <a:r>
                  <a:rPr lang="en-US" dirty="0">
                    <a:latin typeface="Arial" panose="020B0604020202020204" pitchFamily="34" charset="0"/>
                    <a:cs typeface="Arial" panose="020B0604020202020204" pitchFamily="34" charset="0"/>
                  </a:rPr>
                  <a:t>as well.</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means parallel systems can </a:t>
                </a:r>
                <a:r>
                  <a:rPr lang="en-US" b="1" dirty="0">
                    <a:solidFill>
                      <a:srgbClr val="00B050"/>
                    </a:solidFill>
                    <a:latin typeface="Arial" panose="020B0604020202020204" pitchFamily="34" charset="0"/>
                    <a:cs typeface="Arial" panose="020B0604020202020204" pitchFamily="34" charset="0"/>
                  </a:rPr>
                  <a:t>scale effectively</a:t>
                </a:r>
                <a:r>
                  <a:rPr lang="en-US" dirty="0">
                    <a:latin typeface="Arial" panose="020B0604020202020204" pitchFamily="34" charset="0"/>
                    <a:cs typeface="Arial" panose="020B0604020202020204" pitchFamily="34" charset="0"/>
                  </a:rPr>
                  <a:t>, making high-performance computing feasible.</a:t>
                </a:r>
              </a:p>
            </p:txBody>
          </p:sp>
        </mc:Choice>
        <mc:Fallback xmlns="">
          <p:sp>
            <p:nvSpPr>
              <p:cNvPr id="12" name="Rectangle 3">
                <a:extLst>
                  <a:ext uri="{FF2B5EF4-FFF2-40B4-BE49-F238E27FC236}">
                    <a16:creationId xmlns:a16="http://schemas.microsoft.com/office/drawing/2014/main" id="{D4EE1734-05A0-2F4A-FE51-4333C73F6ED7}"/>
                  </a:ext>
                </a:extLst>
              </p:cNvPr>
              <p:cNvSpPr txBox="1">
                <a:spLocks noRot="1" noChangeAspect="1" noMove="1" noResize="1" noEditPoints="1" noAdjustHandles="1" noChangeArrowheads="1" noChangeShapeType="1" noTextEdit="1"/>
              </p:cNvSpPr>
              <p:nvPr/>
            </p:nvSpPr>
            <p:spPr>
              <a:xfrm>
                <a:off x="632150" y="1453241"/>
                <a:ext cx="10498911" cy="5252357"/>
              </a:xfrm>
              <a:prstGeom prst="rect">
                <a:avLst/>
              </a:prstGeom>
              <a:blipFill>
                <a:blip r:embed="rId3"/>
                <a:stretch>
                  <a:fillRect t="-580" r="-755"/>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53652075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4AEDC-48E6-A013-575D-633462CDAC5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D503B34-EF9E-3FA1-99C5-B1C32602C05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Gustafson-</a:t>
            </a:r>
            <a:r>
              <a:rPr lang="en-US" sz="4000" dirty="0" err="1">
                <a:latin typeface="Arial" panose="020B0604020202020204" pitchFamily="34" charset="0"/>
                <a:cs typeface="Arial" panose="020B0604020202020204" pitchFamily="34" charset="0"/>
              </a:rPr>
              <a:t>Barsis’s</a:t>
            </a:r>
            <a:r>
              <a:rPr lang="en-US" sz="4000" dirty="0">
                <a:latin typeface="Arial" panose="020B0604020202020204" pitchFamily="34" charset="0"/>
                <a:cs typeface="Arial" panose="020B0604020202020204" pitchFamily="34" charset="0"/>
              </a:rPr>
              <a:t> Law: Remarks</a:t>
            </a:r>
          </a:p>
        </p:txBody>
      </p:sp>
      <p:sp>
        <p:nvSpPr>
          <p:cNvPr id="3" name="Slide Number Placeholder 2">
            <a:extLst>
              <a:ext uri="{FF2B5EF4-FFF2-40B4-BE49-F238E27FC236}">
                <a16:creationId xmlns:a16="http://schemas.microsoft.com/office/drawing/2014/main" id="{2BB48B1E-936F-9E43-6C56-0E87AAE7A14F}"/>
              </a:ext>
            </a:extLst>
          </p:cNvPr>
          <p:cNvSpPr>
            <a:spLocks noGrp="1"/>
          </p:cNvSpPr>
          <p:nvPr>
            <p:ph type="sldNum" sz="quarter" idx="12"/>
          </p:nvPr>
        </p:nvSpPr>
        <p:spPr/>
        <p:txBody>
          <a:bodyPr/>
          <a:lstStyle/>
          <a:p>
            <a:fld id="{3485D9CA-6DAA-4C3C-A3E2-EDEA918D5F89}" type="slidenum">
              <a:rPr lang="en-US">
                <a:latin typeface="Calibri"/>
              </a:rPr>
              <a:pPr/>
              <a:t>57</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AF6D053C-D789-6BA0-622B-423119E315E2}"/>
                  </a:ext>
                </a:extLst>
              </p:cNvPr>
              <p:cNvSpPr txBox="1">
                <a:spLocks noChangeArrowheads="1"/>
              </p:cNvSpPr>
              <p:nvPr/>
            </p:nvSpPr>
            <p:spPr>
              <a:xfrm>
                <a:off x="632150" y="1453241"/>
                <a:ext cx="10468987"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Gustafson-</a:t>
                </a:r>
                <a:r>
                  <a:rPr lang="en-US" dirty="0" err="1">
                    <a:latin typeface="Arial" panose="020B0604020202020204" pitchFamily="34" charset="0"/>
                    <a:cs typeface="Arial" panose="020B0604020202020204" pitchFamily="34" charset="0"/>
                  </a:rPr>
                  <a:t>Barsis’s</a:t>
                </a:r>
                <a:r>
                  <a:rPr lang="en-US" dirty="0">
                    <a:latin typeface="Arial" panose="020B0604020202020204" pitchFamily="34" charset="0"/>
                    <a:cs typeface="Arial" panose="020B0604020202020204" pitchFamily="34" charset="0"/>
                  </a:rPr>
                  <a:t> law allows to solve larger problems using more processors. The speedup is called </a:t>
                </a:r>
                <a:r>
                  <a:rPr lang="en-US" b="1" dirty="0">
                    <a:latin typeface="Arial" panose="020B0604020202020204" pitchFamily="34" charset="0"/>
                    <a:cs typeface="Arial" panose="020B0604020202020204" pitchFamily="34" charset="0"/>
                  </a:rPr>
                  <a:t>scaled speedup</a:t>
                </a:r>
                <a:r>
                  <a:rPr lang="en-US"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Since parallelization overhead is ignored, Gustafson-</a:t>
                </a:r>
                <a:r>
                  <a:rPr lang="en-US" dirty="0" err="1">
                    <a:latin typeface="Arial" panose="020B0604020202020204" pitchFamily="34" charset="0"/>
                    <a:cs typeface="Arial" panose="020B0604020202020204" pitchFamily="34" charset="0"/>
                  </a:rPr>
                  <a:t>Barsis’s</a:t>
                </a:r>
                <a:r>
                  <a:rPr lang="en-US" dirty="0">
                    <a:latin typeface="Arial" panose="020B0604020202020204" pitchFamily="34" charset="0"/>
                    <a:cs typeface="Arial" panose="020B0604020202020204" pitchFamily="34" charset="0"/>
                  </a:rPr>
                  <a:t> law may overestimate the speedup.</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best achievable speedup is </a:t>
                </a:r>
                <a14:m>
                  <m:oMath xmlns:m="http://schemas.openxmlformats.org/officeDocument/2006/math">
                    <m:r>
                      <a:rPr lang="en-US" sz="2000" i="1">
                        <a:latin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𝑵</m:t>
                    </m:r>
                  </m:oMath>
                </a14:m>
                <a:endParaRPr lang="en-US" b="1" dirty="0">
                  <a:latin typeface="+mj-lt"/>
                  <a:cs typeface="Arial" panose="020B0604020202020204" pitchFamily="34" charset="0"/>
                </a:endParaRPr>
              </a:p>
              <a:p>
                <a:pPr lvl="1"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a:t>
                </a:r>
                <a14:m>
                  <m:oMath xmlns:m="http://schemas.openxmlformats.org/officeDocument/2006/math">
                    <m:r>
                      <a:rPr lang="en-US" sz="2400" i="1" smtClean="0">
                        <a:latin typeface="Cambria Math" panose="02040503050406030204" pitchFamily="18" charset="0"/>
                        <a:ea typeface="Cambria Math" panose="02040503050406030204" pitchFamily="18" charset="0"/>
                        <a:cs typeface="Arial" panose="020B0604020202020204" pitchFamily="34" charset="0"/>
                      </a:rPr>
                      <m:t>𝑠</m:t>
                    </m:r>
                    <m:r>
                      <a:rPr lang="en-US" sz="2400" b="0" i="1" smtClean="0">
                        <a:latin typeface="Cambria Math" panose="02040503050406030204" pitchFamily="18" charset="0"/>
                        <a:ea typeface="Cambria Math" panose="02040503050406030204" pitchFamily="18" charset="0"/>
                        <a:cs typeface="Arial" panose="020B0604020202020204" pitchFamily="34" charset="0"/>
                      </a:rPr>
                      <m:t>=1</m:t>
                    </m:r>
                    <m:r>
                      <a:rPr lang="en-US" sz="2400" b="0" i="0" smtClean="0">
                        <a:latin typeface="Cambria Math" panose="02040503050406030204" pitchFamily="18" charset="0"/>
                        <a:ea typeface="Cambria Math" panose="02040503050406030204" pitchFamily="18" charset="0"/>
                        <a:cs typeface="Arial" panose="020B0604020202020204" pitchFamily="34" charset="0"/>
                      </a:rPr>
                      <m:t>,</m:t>
                    </m:r>
                  </m:oMath>
                </a14:m>
                <a:r>
                  <a:rPr lang="en-US" dirty="0">
                    <a:latin typeface="Arial" panose="020B0604020202020204" pitchFamily="34" charset="0"/>
                    <a:cs typeface="Arial" panose="020B0604020202020204" pitchFamily="34" charset="0"/>
                  </a:rPr>
                  <a:t> then there is no speedup.</a:t>
                </a:r>
              </a:p>
              <a:p>
                <a:pPr algn="just"/>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Gustafson-</a:t>
                </a:r>
                <a:r>
                  <a:rPr lang="en-US" dirty="0" err="1">
                    <a:latin typeface="Arial" panose="020B0604020202020204" pitchFamily="34" charset="0"/>
                    <a:cs typeface="Arial" panose="020B0604020202020204" pitchFamily="34" charset="0"/>
                  </a:rPr>
                  <a:t>Barsis’s</a:t>
                </a:r>
                <a:r>
                  <a:rPr lang="en-US" dirty="0">
                    <a:latin typeface="Arial" panose="020B0604020202020204" pitchFamily="34" charset="0"/>
                    <a:cs typeface="Arial" panose="020B0604020202020204" pitchFamily="34" charset="0"/>
                  </a:rPr>
                  <a:t> Law explains why supercomputers remain highly effective for solving large-scale problems despite inherent serial portions. It shows that as the problem size increases, the relative impact of the serial portion shrinks.</a:t>
                </a:r>
              </a:p>
            </p:txBody>
          </p:sp>
        </mc:Choice>
        <mc:Fallback xmlns="">
          <p:sp>
            <p:nvSpPr>
              <p:cNvPr id="12" name="Rectangle 3">
                <a:extLst>
                  <a:ext uri="{FF2B5EF4-FFF2-40B4-BE49-F238E27FC236}">
                    <a16:creationId xmlns:a16="http://schemas.microsoft.com/office/drawing/2014/main" id="{AF6D053C-D789-6BA0-622B-423119E315E2}"/>
                  </a:ext>
                </a:extLst>
              </p:cNvPr>
              <p:cNvSpPr txBox="1">
                <a:spLocks noRot="1" noChangeAspect="1" noMove="1" noResize="1" noEditPoints="1" noAdjustHandles="1" noChangeArrowheads="1" noChangeShapeType="1" noTextEdit="1"/>
              </p:cNvSpPr>
              <p:nvPr/>
            </p:nvSpPr>
            <p:spPr>
              <a:xfrm>
                <a:off x="632150" y="1453241"/>
                <a:ext cx="10468987" cy="5252357"/>
              </a:xfrm>
              <a:prstGeom prst="rect">
                <a:avLst/>
              </a:prstGeom>
              <a:blipFill>
                <a:blip r:embed="rId3"/>
                <a:stretch>
                  <a:fillRect t="-580" r="-757"/>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7407582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372D0-F000-369B-7CD3-4D5AEDCCFB0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EECABB5-C6E7-5330-29EA-A1D5B3912A3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Gustafson-</a:t>
            </a:r>
            <a:r>
              <a:rPr lang="en-US" sz="4000" dirty="0" err="1">
                <a:latin typeface="Arial" panose="020B0604020202020204" pitchFamily="34" charset="0"/>
                <a:cs typeface="Arial" panose="020B0604020202020204" pitchFamily="34" charset="0"/>
              </a:rPr>
              <a:t>Barsis’s</a:t>
            </a:r>
            <a:r>
              <a:rPr lang="en-US" sz="4000" dirty="0">
                <a:latin typeface="Arial" panose="020B0604020202020204" pitchFamily="34" charset="0"/>
                <a:cs typeface="Arial" panose="020B0604020202020204" pitchFamily="34" charset="0"/>
              </a:rPr>
              <a:t> Law: Remarks</a:t>
            </a:r>
          </a:p>
        </p:txBody>
      </p:sp>
      <p:sp>
        <p:nvSpPr>
          <p:cNvPr id="3" name="Slide Number Placeholder 2">
            <a:extLst>
              <a:ext uri="{FF2B5EF4-FFF2-40B4-BE49-F238E27FC236}">
                <a16:creationId xmlns:a16="http://schemas.microsoft.com/office/drawing/2014/main" id="{ABCA1CD3-BE81-7D4D-13BF-E9F49D8109A2}"/>
              </a:ext>
            </a:extLst>
          </p:cNvPr>
          <p:cNvSpPr>
            <a:spLocks noGrp="1"/>
          </p:cNvSpPr>
          <p:nvPr>
            <p:ph type="sldNum" sz="quarter" idx="12"/>
          </p:nvPr>
        </p:nvSpPr>
        <p:spPr/>
        <p:txBody>
          <a:bodyPr/>
          <a:lstStyle/>
          <a:p>
            <a:fld id="{3485D9CA-6DAA-4C3C-A3E2-EDEA918D5F89}" type="slidenum">
              <a:rPr lang="en-US">
                <a:latin typeface="Calibri"/>
              </a:rPr>
              <a:pPr/>
              <a:t>58</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EA170FCD-AAF2-677E-A4BD-86D5DC9FE561}"/>
                  </a:ext>
                </a:extLst>
              </p:cNvPr>
              <p:cNvSpPr txBox="1">
                <a:spLocks noChangeArrowheads="1"/>
              </p:cNvSpPr>
              <p:nvPr/>
            </p:nvSpPr>
            <p:spPr>
              <a:xfrm>
                <a:off x="632150" y="1453241"/>
                <a:ext cx="1053408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Example</a:t>
                </a:r>
                <a:r>
                  <a:rPr lang="en-US" dirty="0">
                    <a:latin typeface="Arial" panose="020B0604020202020204" pitchFamily="34" charset="0"/>
                    <a:cs typeface="Arial" panose="020B0604020202020204" pitchFamily="34" charset="0"/>
                  </a:rPr>
                  <a:t>: An application executing on 64 processors using 5% of the total time on non-parallelizable computations. What is the scaled speedup?</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Solution</a:t>
                </a:r>
                <a:r>
                  <a:rPr lang="en-US" dirty="0">
                    <a:solidFill>
                      <a:srgbClr val="FF0000"/>
                    </a:solidFill>
                    <a:latin typeface="Arial" panose="020B0604020202020204" pitchFamily="34" charset="0"/>
                    <a:cs typeface="Arial" panose="020B0604020202020204" pitchFamily="34" charset="0"/>
                  </a:rPr>
                  <a:t>:</a:t>
                </a:r>
              </a:p>
              <a:p>
                <a:pPr marL="411480" lvl="1" indent="0" algn="just">
                  <a:buNone/>
                </a:pP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𝑆</m:t>
                    </m:r>
                    <m:r>
                      <a:rPr lang="en-US" sz="2000" b="0" i="1" smtClean="0">
                        <a:latin typeface="Cambria Math" panose="02040503050406030204" pitchFamily="18" charset="0"/>
                        <a:ea typeface="Cambria Math" panose="02040503050406030204" pitchFamily="18" charset="0"/>
                        <a:cs typeface="Arial" panose="020B0604020202020204" pitchFamily="34" charset="0"/>
                      </a:rPr>
                      <m:t>=0.05</m:t>
                    </m:r>
                  </m:oMath>
                </a14:m>
                <a:r>
                  <a:rPr lang="en-US" dirty="0">
                    <a:latin typeface="Arial" panose="020B0604020202020204" pitchFamily="34" charset="0"/>
                    <a:cs typeface="Arial" panose="020B0604020202020204" pitchFamily="34" charset="0"/>
                  </a:rPr>
                  <a:t> </a:t>
                </a:r>
              </a:p>
              <a:p>
                <a:pPr marL="411480" lvl="1"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𝑆𝑝𝑒𝑒𝑑𝑢𝑝</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𝑁</m:t>
                      </m:r>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𝑁</m:t>
                          </m:r>
                        </m:e>
                      </m:d>
                      <m:r>
                        <a:rPr lang="en-US" b="0" i="1" smtClean="0">
                          <a:latin typeface="Cambria Math" panose="02040503050406030204" pitchFamily="18" charset="0"/>
                          <a:ea typeface="Cambria Math" panose="02040503050406030204" pitchFamily="18" charset="0"/>
                          <a:cs typeface="Arial" panose="020B0604020202020204" pitchFamily="34" charset="0"/>
                        </a:rPr>
                        <m:t>𝑆</m:t>
                      </m:r>
                    </m:oMath>
                  </m:oMathPara>
                </a14:m>
                <a:endParaRPr lang="en-US" i="1" dirty="0">
                  <a:latin typeface="Cambria Math" panose="02040503050406030204" pitchFamily="18" charset="0"/>
                  <a:ea typeface="Cambria Math" panose="02040503050406030204" pitchFamily="18" charset="0"/>
                  <a:cs typeface="Arial" panose="020B0604020202020204" pitchFamily="34" charset="0"/>
                </a:endParaRPr>
              </a:p>
              <a:p>
                <a:pPr marL="411480" lvl="1" indent="0" algn="just">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64</m:t>
                      </m:r>
                      <m:r>
                        <a:rPr lang="en-US" i="1">
                          <a:latin typeface="Cambria Math" panose="02040503050406030204" pitchFamily="18" charset="0"/>
                          <a:ea typeface="Cambria Math" panose="02040503050406030204" pitchFamily="18" charset="0"/>
                          <a:cs typeface="Arial" panose="020B0604020202020204" pitchFamily="34" charset="0"/>
                        </a:rPr>
                        <m:t>+</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64</m:t>
                          </m:r>
                        </m:e>
                      </m:d>
                      <m:r>
                        <a:rPr lang="en-US" b="0" i="1" smtClean="0">
                          <a:latin typeface="Cambria Math" panose="02040503050406030204" pitchFamily="18" charset="0"/>
                          <a:ea typeface="Cambria Math" panose="02040503050406030204" pitchFamily="18" charset="0"/>
                          <a:cs typeface="Arial" panose="020B0604020202020204" pitchFamily="34" charset="0"/>
                        </a:rPr>
                        <m:t>(0.05)</m:t>
                      </m:r>
                      <m:r>
                        <a:rPr lang="en-US" i="1">
                          <a:latin typeface="Cambria Math" panose="02040503050406030204" pitchFamily="18" charset="0"/>
                          <a:ea typeface="Cambria Math" panose="02040503050406030204" pitchFamily="18" charset="0"/>
                          <a:cs typeface="Arial" panose="020B0604020202020204" pitchFamily="34" charset="0"/>
                        </a:rPr>
                        <m:t> </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𝟔𝟎</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𝟖𝟓</m:t>
                      </m:r>
                    </m:oMath>
                  </m:oMathPara>
                </a14:m>
                <a:endParaRPr lang="en-US" dirty="0">
                  <a:latin typeface="Arial" panose="020B0604020202020204" pitchFamily="34" charset="0"/>
                  <a:cs typeface="Arial" panose="020B0604020202020204" pitchFamily="34" charset="0"/>
                </a:endParaRPr>
              </a:p>
              <a:p>
                <a:pPr marL="114300" indent="0" algn="just">
                  <a:buNone/>
                </a:pPr>
                <a:endParaRPr lang="en-US" dirty="0">
                  <a:latin typeface="Arial" panose="020B0604020202020204" pitchFamily="34" charset="0"/>
                  <a:cs typeface="Arial" panose="020B0604020202020204" pitchFamily="34" charset="0"/>
                </a:endParaRPr>
              </a:p>
              <a:p>
                <a:pPr marL="114300" indent="0" algn="just">
                  <a:buNone/>
                </a:pPr>
                <a:endParaRPr lang="en-US" b="1" dirty="0">
                  <a:solidFill>
                    <a:srgbClr val="FF0000"/>
                  </a:solidFill>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EA170FCD-AAF2-677E-A4BD-86D5DC9FE561}"/>
                  </a:ext>
                </a:extLst>
              </p:cNvPr>
              <p:cNvSpPr txBox="1">
                <a:spLocks noRot="1" noChangeAspect="1" noMove="1" noResize="1" noEditPoints="1" noAdjustHandles="1" noChangeArrowheads="1" noChangeShapeType="1" noTextEdit="1"/>
              </p:cNvSpPr>
              <p:nvPr/>
            </p:nvSpPr>
            <p:spPr>
              <a:xfrm>
                <a:off x="632150" y="1453241"/>
                <a:ext cx="10534081" cy="5252357"/>
              </a:xfrm>
              <a:prstGeom prst="rect">
                <a:avLst/>
              </a:prstGeom>
              <a:blipFill>
                <a:blip r:embed="rId3"/>
                <a:stretch>
                  <a:fillRect t="-580" r="-752"/>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77382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2141-87C1-A397-F1C0-C160E6EF835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AC99548-1CFA-2F3F-48DE-415E087573A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Karp-Flatt Metric</a:t>
            </a:r>
          </a:p>
        </p:txBody>
      </p:sp>
      <p:sp>
        <p:nvSpPr>
          <p:cNvPr id="3" name="Slide Number Placeholder 2">
            <a:extLst>
              <a:ext uri="{FF2B5EF4-FFF2-40B4-BE49-F238E27FC236}">
                <a16:creationId xmlns:a16="http://schemas.microsoft.com/office/drawing/2014/main" id="{629A7CD8-B6A2-27DE-A840-466D24F4221C}"/>
              </a:ext>
            </a:extLst>
          </p:cNvPr>
          <p:cNvSpPr>
            <a:spLocks noGrp="1"/>
          </p:cNvSpPr>
          <p:nvPr>
            <p:ph type="sldNum" sz="quarter" idx="12"/>
          </p:nvPr>
        </p:nvSpPr>
        <p:spPr/>
        <p:txBody>
          <a:bodyPr/>
          <a:lstStyle/>
          <a:p>
            <a:fld id="{3485D9CA-6DAA-4C3C-A3E2-EDEA918D5F89}" type="slidenum">
              <a:rPr lang="en-US">
                <a:latin typeface="Calibri"/>
              </a:rPr>
              <a:pPr/>
              <a:t>59</a:t>
            </a:fld>
            <a:endParaRPr lang="en-US">
              <a:latin typeface="Calibri"/>
            </a:endParaRPr>
          </a:p>
        </p:txBody>
      </p:sp>
      <p:sp>
        <p:nvSpPr>
          <p:cNvPr id="12" name="Rectangle 3">
            <a:extLst>
              <a:ext uri="{FF2B5EF4-FFF2-40B4-BE49-F238E27FC236}">
                <a16:creationId xmlns:a16="http://schemas.microsoft.com/office/drawing/2014/main" id="{0670EB11-5625-DD82-2D12-4FAA674C6258}"/>
              </a:ext>
            </a:extLst>
          </p:cNvPr>
          <p:cNvSpPr txBox="1">
            <a:spLocks noChangeArrowheads="1"/>
          </p:cNvSpPr>
          <p:nvPr/>
        </p:nvSpPr>
        <p:spPr>
          <a:xfrm>
            <a:off x="632150" y="1453241"/>
            <a:ext cx="1049891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Both </a:t>
            </a:r>
            <a:r>
              <a:rPr lang="en-US" dirty="0" smtClean="0">
                <a:latin typeface="Arial" panose="020B0604020202020204" pitchFamily="34" charset="0"/>
                <a:cs typeface="Arial" panose="020B0604020202020204" pitchFamily="34" charset="0"/>
              </a:rPr>
              <a:t>Amdahl’s law </a:t>
            </a:r>
            <a:r>
              <a:rPr lang="en-US" dirty="0">
                <a:latin typeface="Arial" panose="020B0604020202020204" pitchFamily="34" charset="0"/>
                <a:cs typeface="Arial" panose="020B0604020202020204" pitchFamily="34" charset="0"/>
              </a:rPr>
              <a:t>and Gustafson-</a:t>
            </a:r>
            <a:r>
              <a:rPr lang="en-US" dirty="0" err="1">
                <a:latin typeface="Arial" panose="020B0604020202020204" pitchFamily="34" charset="0"/>
                <a:cs typeface="Arial" panose="020B0604020202020204" pitchFamily="34" charset="0"/>
              </a:rPr>
              <a:t>Barsis’s</a:t>
            </a:r>
            <a:r>
              <a:rPr lang="en-US" dirty="0">
                <a:latin typeface="Arial" panose="020B0604020202020204" pitchFamily="34" charset="0"/>
                <a:cs typeface="Arial" panose="020B0604020202020204" pitchFamily="34" charset="0"/>
              </a:rPr>
              <a:t> law ignore the parallelization overhead and overestimate the achievable speedup.</a:t>
            </a:r>
          </a:p>
          <a:p>
            <a:pPr lvl="1" algn="just">
              <a:spcBef>
                <a:spcPts val="0"/>
              </a:spcBef>
            </a:pPr>
            <a:endParaRPr lang="en-US" sz="10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Karp-Flatt metric</a:t>
            </a:r>
            <a:r>
              <a:rPr lang="en-US" dirty="0">
                <a:latin typeface="Arial" panose="020B0604020202020204" pitchFamily="34" charset="0"/>
                <a:cs typeface="Arial" panose="020B0604020202020204" pitchFamily="34" charset="0"/>
              </a:rPr>
              <a:t> is used to measure the </a:t>
            </a:r>
            <a:r>
              <a:rPr lang="en-US" b="1" dirty="0">
                <a:solidFill>
                  <a:srgbClr val="00B050"/>
                </a:solidFill>
                <a:latin typeface="Arial" panose="020B0604020202020204" pitchFamily="34" charset="0"/>
                <a:cs typeface="Arial" panose="020B0604020202020204" pitchFamily="34" charset="0"/>
              </a:rPr>
              <a:t>effectiveness of parallel computing</a:t>
            </a:r>
            <a:r>
              <a:rPr lang="en-US" dirty="0">
                <a:latin typeface="Arial" panose="020B0604020202020204" pitchFamily="34" charset="0"/>
                <a:cs typeface="Arial" panose="020B0604020202020204" pitchFamily="34" charset="0"/>
              </a:rPr>
              <a:t> by analyzing how much </a:t>
            </a:r>
            <a:r>
              <a:rPr lang="en-US" b="1" dirty="0">
                <a:solidFill>
                  <a:srgbClr val="00B050"/>
                </a:solidFill>
                <a:latin typeface="Arial" panose="020B0604020202020204" pitchFamily="34" charset="0"/>
                <a:cs typeface="Arial" panose="020B0604020202020204" pitchFamily="34" charset="0"/>
              </a:rPr>
              <a:t>serial overhead</a:t>
            </a:r>
            <a:r>
              <a:rPr lang="en-US" dirty="0">
                <a:latin typeface="Arial" panose="020B0604020202020204" pitchFamily="34" charset="0"/>
                <a:cs typeface="Arial" panose="020B0604020202020204" pitchFamily="34" charset="0"/>
              </a:rPr>
              <a:t> affects speedup. It helps determine whether a parallel system is </a:t>
            </a:r>
            <a:r>
              <a:rPr lang="en-US" b="1" dirty="0">
                <a:solidFill>
                  <a:srgbClr val="00B050"/>
                </a:solidFill>
                <a:latin typeface="Arial" panose="020B0604020202020204" pitchFamily="34" charset="0"/>
                <a:cs typeface="Arial" panose="020B0604020202020204" pitchFamily="34" charset="0"/>
              </a:rPr>
              <a:t>limited by inherent sequential portions </a:t>
            </a:r>
            <a:r>
              <a:rPr lang="en-US" dirty="0">
                <a:latin typeface="Arial" panose="020B0604020202020204" pitchFamily="34" charset="0"/>
                <a:cs typeface="Arial" panose="020B0604020202020204" pitchFamily="34" charset="0"/>
              </a:rPr>
              <a:t>or by inefficiencies like parallelization overhead.</a:t>
            </a:r>
          </a:p>
          <a:p>
            <a:pPr lvl="1" algn="just"/>
            <a:r>
              <a:rPr lang="en-US" dirty="0">
                <a:latin typeface="Arial" panose="020B0604020202020204" pitchFamily="34" charset="0"/>
                <a:cs typeface="Arial" panose="020B0604020202020204" pitchFamily="34" charset="0"/>
              </a:rPr>
              <a:t>Process startup time</a:t>
            </a:r>
          </a:p>
          <a:p>
            <a:pPr lvl="1" algn="just"/>
            <a:r>
              <a:rPr lang="en-US" dirty="0">
                <a:latin typeface="Arial" panose="020B0604020202020204" pitchFamily="34" charset="0"/>
                <a:cs typeface="Arial" panose="020B0604020202020204" pitchFamily="34" charset="0"/>
              </a:rPr>
              <a:t>Process synchronization time </a:t>
            </a:r>
          </a:p>
          <a:p>
            <a:pPr lvl="1" algn="just"/>
            <a:r>
              <a:rPr lang="en-US" dirty="0">
                <a:latin typeface="Arial" panose="020B0604020202020204" pitchFamily="34" charset="0"/>
                <a:cs typeface="Arial" panose="020B0604020202020204" pitchFamily="34" charset="0"/>
              </a:rPr>
              <a:t>Communication overhead</a:t>
            </a:r>
          </a:p>
          <a:p>
            <a:pPr lvl="1" algn="just"/>
            <a:r>
              <a:rPr lang="en-US" dirty="0">
                <a:latin typeface="Arial" panose="020B0604020202020204" pitchFamily="34" charset="0"/>
                <a:cs typeface="Arial" panose="020B0604020202020204" pitchFamily="34" charset="0"/>
              </a:rPr>
              <a:t>Imbalanced workload</a:t>
            </a:r>
          </a:p>
          <a:p>
            <a:pPr lvl="1" algn="just"/>
            <a:r>
              <a:rPr lang="en-US" dirty="0">
                <a:latin typeface="Arial" panose="020B0604020202020204" pitchFamily="34" charset="0"/>
                <a:cs typeface="Arial" panose="020B0604020202020204" pitchFamily="34" charset="0"/>
              </a:rPr>
              <a:t>Architectural overhead </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0716247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47AAD-8A48-8916-0A57-FC43C28830B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837605C-45C0-9534-5D80-88273C204AC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Karp-Flatt Metric</a:t>
            </a:r>
          </a:p>
        </p:txBody>
      </p:sp>
      <p:sp>
        <p:nvSpPr>
          <p:cNvPr id="3" name="Slide Number Placeholder 2">
            <a:extLst>
              <a:ext uri="{FF2B5EF4-FFF2-40B4-BE49-F238E27FC236}">
                <a16:creationId xmlns:a16="http://schemas.microsoft.com/office/drawing/2014/main" id="{E37F4774-940B-60E0-48B5-A99CCAAE6CC1}"/>
              </a:ext>
            </a:extLst>
          </p:cNvPr>
          <p:cNvSpPr>
            <a:spLocks noGrp="1"/>
          </p:cNvSpPr>
          <p:nvPr>
            <p:ph type="sldNum" sz="quarter" idx="12"/>
          </p:nvPr>
        </p:nvSpPr>
        <p:spPr/>
        <p:txBody>
          <a:bodyPr/>
          <a:lstStyle/>
          <a:p>
            <a:fld id="{3485D9CA-6DAA-4C3C-A3E2-EDEA918D5F89}" type="slidenum">
              <a:rPr lang="en-US">
                <a:latin typeface="Calibri"/>
              </a:rPr>
              <a:pPr/>
              <a:t>60</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E1E58241-067E-3EB6-0E5F-7C7459252364}"/>
                  </a:ext>
                </a:extLst>
              </p:cNvPr>
              <p:cNvSpPr txBox="1">
                <a:spLocks noChangeArrowheads="1"/>
              </p:cNvSpPr>
              <p:nvPr/>
            </p:nvSpPr>
            <p:spPr>
              <a:xfrm>
                <a:off x="632150" y="1453241"/>
                <a:ext cx="1049891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Given a parallel program exhibiting a speedup </a:t>
                </a:r>
                <a14:m>
                  <m:oMath xmlns:m="http://schemas.openxmlformats.org/officeDocument/2006/math">
                    <m:r>
                      <a:rPr lang="el-GR" b="1" i="1" smtClean="0">
                        <a:latin typeface="Cambria Math" panose="02040503050406030204" pitchFamily="18" charset="0"/>
                        <a:ea typeface="Cambria Math" panose="02040503050406030204" pitchFamily="18" charset="0"/>
                      </a:rPr>
                      <m:t>𝜳</m:t>
                    </m:r>
                  </m:oMath>
                </a14:m>
                <a:r>
                  <a:rPr lang="en-US"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while using </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processing units, then experimentally determined serial fraction </a:t>
                </a:r>
                <a:r>
                  <a:rPr lang="en-US" b="1" i="1" dirty="0">
                    <a:latin typeface="Arial" panose="020B0604020202020204" pitchFamily="34" charset="0"/>
                    <a:cs typeface="Arial" panose="020B0604020202020204" pitchFamily="34" charset="0"/>
                  </a:rPr>
                  <a:t>e</a:t>
                </a:r>
                <a:r>
                  <a:rPr lang="en-US" dirty="0">
                    <a:latin typeface="Arial" panose="020B0604020202020204" pitchFamily="34" charset="0"/>
                    <a:cs typeface="Arial" panose="020B0604020202020204" pitchFamily="34" charset="0"/>
                  </a:rPr>
                  <a:t> can be determined as:</a:t>
                </a:r>
              </a:p>
              <a:p>
                <a:pPr algn="just"/>
                <a:endParaRPr lang="en-US" sz="1200" dirty="0">
                  <a:latin typeface="Arial" panose="020B0604020202020204" pitchFamily="34" charset="0"/>
                  <a:cs typeface="Arial" panose="020B0604020202020204" pitchFamily="34" charset="0"/>
                </a:endParaRPr>
              </a:p>
              <a:p>
                <a:pPr marL="114300" indent="0" algn="just">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cs typeface="Arial" panose="020B0604020202020204" pitchFamily="34" charset="0"/>
                        </a:rPr>
                        <m:t>𝑒</m:t>
                      </m:r>
                      <m:r>
                        <a:rPr lang="en-US" sz="2000" i="1"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f>
                            <m:fPr>
                              <m:type m:val="skw"/>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r>
                                <a:rPr lang="el-GR" sz="2000" b="1" i="1">
                                  <a:latin typeface="Cambria Math" panose="02040503050406030204" pitchFamily="18" charset="0"/>
                                  <a:ea typeface="Cambria Math" panose="02040503050406030204" pitchFamily="18" charset="0"/>
                                </a:rPr>
                                <m:t>𝜳</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𝑵</m:t>
                              </m:r>
                              <m:r>
                                <a:rPr lang="en-US" sz="2000" b="1" i="1" smtClean="0">
                                  <a:latin typeface="Cambria Math" panose="02040503050406030204" pitchFamily="18" charset="0"/>
                                  <a:ea typeface="Cambria Math" panose="02040503050406030204" pitchFamily="18" charset="0"/>
                                </a:rPr>
                                <m:t>)</m:t>
                              </m:r>
                            </m:den>
                          </m:f>
                          <m:r>
                            <a:rPr lang="en-US" sz="2000" i="1">
                              <a:latin typeface="Cambria Math" panose="02040503050406030204" pitchFamily="18" charset="0"/>
                              <a:ea typeface="Cambria Math" panose="02040503050406030204" pitchFamily="18" charset="0"/>
                              <a:cs typeface="Arial" panose="020B0604020202020204" pitchFamily="34" charset="0"/>
                            </a:rPr>
                            <m:t>−</m:t>
                          </m:r>
                          <m:f>
                            <m:fPr>
                              <m:type m:val="skw"/>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𝑁</m:t>
                              </m:r>
                            </m:den>
                          </m:f>
                        </m:num>
                        <m:den>
                          <m:r>
                            <a:rPr lang="en-US" sz="2000" i="1">
                              <a:latin typeface="Cambria Math" panose="02040503050406030204" pitchFamily="18" charset="0"/>
                              <a:ea typeface="Cambria Math" panose="02040503050406030204" pitchFamily="18" charset="0"/>
                              <a:cs typeface="Arial" panose="020B0604020202020204" pitchFamily="34" charset="0"/>
                            </a:rPr>
                            <m:t>1−</m:t>
                          </m:r>
                          <m:f>
                            <m:fPr>
                              <m:type m:val="skw"/>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𝑁</m:t>
                              </m:r>
                            </m:den>
                          </m:f>
                        </m:den>
                      </m:f>
                    </m:oMath>
                  </m:oMathPara>
                </a14:m>
                <a:endParaRPr lang="en-US" sz="2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Interpretation of </a:t>
                </a:r>
                <a14:m>
                  <m:oMath xmlns:m="http://schemas.openxmlformats.org/officeDocument/2006/math">
                    <m:r>
                      <a:rPr lang="en-US" i="1" smtClean="0">
                        <a:latin typeface="Cambria Math" panose="02040503050406030204" pitchFamily="18" charset="0"/>
                        <a:cs typeface="Arial" panose="020B0604020202020204" pitchFamily="34" charset="0"/>
                      </a:rPr>
                      <m:t>𝑒</m:t>
                    </m:r>
                  </m:oMath>
                </a14:m>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If </a:t>
                </a:r>
                <a14:m>
                  <m:oMath xmlns:m="http://schemas.openxmlformats.org/officeDocument/2006/math">
                    <m:r>
                      <a:rPr lang="en-US" i="1" smtClean="0">
                        <a:latin typeface="Cambria Math" panose="02040503050406030204" pitchFamily="18" charset="0"/>
                        <a:cs typeface="Arial" panose="020B0604020202020204" pitchFamily="34" charset="0"/>
                      </a:rPr>
                      <m:t>𝑒</m:t>
                    </m:r>
                  </m:oMath>
                </a14:m>
                <a:r>
                  <a:rPr lang="en-US" dirty="0">
                    <a:latin typeface="Arial" panose="020B0604020202020204" pitchFamily="34" charset="0"/>
                    <a:cs typeface="Arial" panose="020B0604020202020204" pitchFamily="34" charset="0"/>
                  </a:rPr>
                  <a:t> is small </a:t>
                </a:r>
                <a:r>
                  <a:rPr lang="en-US" dirty="0">
                    <a:latin typeface="Arial" panose="020B0604020202020204" pitchFamily="34" charset="0"/>
                    <a:cs typeface="Arial" panose="020B0604020202020204" pitchFamily="34" charset="0"/>
                    <a:sym typeface="Wingdings" panose="05000000000000000000" pitchFamily="2" charset="2"/>
                  </a:rPr>
                  <a:t> The problem is highly </a:t>
                </a:r>
                <a:r>
                  <a:rPr lang="en-US" b="1" dirty="0">
                    <a:solidFill>
                      <a:srgbClr val="00B050"/>
                    </a:solidFill>
                    <a:latin typeface="Arial" panose="020B0604020202020204" pitchFamily="34" charset="0"/>
                    <a:cs typeface="Arial" panose="020B0604020202020204" pitchFamily="34" charset="0"/>
                    <a:sym typeface="Wingdings" panose="05000000000000000000" pitchFamily="2" charset="2"/>
                  </a:rPr>
                  <a:t>parallelizable</a:t>
                </a:r>
                <a:r>
                  <a:rPr lang="en-US" dirty="0">
                    <a:latin typeface="Arial" panose="020B0604020202020204" pitchFamily="34" charset="0"/>
                    <a:cs typeface="Arial" panose="020B0604020202020204" pitchFamily="34" charset="0"/>
                    <a:sym typeface="Wingdings" panose="05000000000000000000" pitchFamily="2" charset="2"/>
                  </a:rPr>
                  <a:t>, meaning the slowdown is not due to serial work.</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If </a:t>
                </a:r>
                <a14:m>
                  <m:oMath xmlns:m="http://schemas.openxmlformats.org/officeDocument/2006/math">
                    <m:r>
                      <a:rPr lang="en-US" i="1" smtClean="0">
                        <a:latin typeface="Cambria Math" panose="02040503050406030204" pitchFamily="18" charset="0"/>
                        <a:cs typeface="Arial" panose="020B0604020202020204" pitchFamily="34" charset="0"/>
                      </a:rPr>
                      <m:t>𝑒</m:t>
                    </m:r>
                  </m:oMath>
                </a14:m>
                <a:r>
                  <a:rPr lang="en-US" dirty="0">
                    <a:latin typeface="Arial" panose="020B0604020202020204" pitchFamily="34" charset="0"/>
                    <a:cs typeface="Arial" panose="020B0604020202020204" pitchFamily="34" charset="0"/>
                  </a:rPr>
                  <a:t> is large </a:t>
                </a:r>
                <a:r>
                  <a:rPr lang="en-US" dirty="0">
                    <a:latin typeface="Arial" panose="020B0604020202020204" pitchFamily="34" charset="0"/>
                    <a:cs typeface="Arial" panose="020B0604020202020204" pitchFamily="34" charset="0"/>
                    <a:sym typeface="Wingdings" panose="05000000000000000000" pitchFamily="2" charset="2"/>
                  </a:rPr>
                  <a:t> The speedup is being significantly </a:t>
                </a:r>
                <a:r>
                  <a:rPr lang="en-US" b="1" dirty="0">
                    <a:solidFill>
                      <a:srgbClr val="00B050"/>
                    </a:solidFill>
                    <a:latin typeface="Arial" panose="020B0604020202020204" pitchFamily="34" charset="0"/>
                    <a:cs typeface="Arial" panose="020B0604020202020204" pitchFamily="34" charset="0"/>
                    <a:sym typeface="Wingdings" panose="05000000000000000000" pitchFamily="2" charset="2"/>
                  </a:rPr>
                  <a:t>limited by sequential execution</a:t>
                </a:r>
                <a:r>
                  <a:rPr lang="en-US" dirty="0">
                    <a:latin typeface="Arial" panose="020B0604020202020204" pitchFamily="34" charset="0"/>
                    <a:cs typeface="Arial" panose="020B0604020202020204" pitchFamily="34" charset="0"/>
                    <a:sym typeface="Wingdings" panose="05000000000000000000" pitchFamily="2" charset="2"/>
                  </a:rPr>
                  <a:t> or </a:t>
                </a:r>
                <a:r>
                  <a:rPr lang="en-US" b="1" dirty="0">
                    <a:solidFill>
                      <a:srgbClr val="00B050"/>
                    </a:solidFill>
                    <a:latin typeface="Arial" panose="020B0604020202020204" pitchFamily="34" charset="0"/>
                    <a:cs typeface="Arial" panose="020B0604020202020204" pitchFamily="34" charset="0"/>
                    <a:sym typeface="Wingdings" panose="05000000000000000000" pitchFamily="2" charset="2"/>
                  </a:rPr>
                  <a:t>parallel inefficiencies </a:t>
                </a:r>
                <a:r>
                  <a:rPr lang="en-US" dirty="0">
                    <a:latin typeface="Arial" panose="020B0604020202020204" pitchFamily="34" charset="0"/>
                    <a:cs typeface="Arial" panose="020B0604020202020204" pitchFamily="34" charset="0"/>
                    <a:sym typeface="Wingdings" panose="05000000000000000000" pitchFamily="2" charset="2"/>
                  </a:rPr>
                  <a:t>(e.g., communication, synchronization overhead).</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May either stay constant as </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increases (</a:t>
                </a:r>
                <a:r>
                  <a:rPr lang="en-US" u="sng" dirty="0">
                    <a:latin typeface="Arial" panose="020B0604020202020204" pitchFamily="34" charset="0"/>
                    <a:cs typeface="Arial" panose="020B0604020202020204" pitchFamily="34" charset="0"/>
                  </a:rPr>
                  <a:t>system constrained by Amdahl’s Law due to inherent sequential bottleneck and parallelization overhead is negligible</a:t>
                </a:r>
                <a:r>
                  <a:rPr lang="en-US" dirty="0">
                    <a:latin typeface="Arial" panose="020B0604020202020204" pitchFamily="34" charset="0"/>
                    <a:cs typeface="Arial" panose="020B0604020202020204" pitchFamily="34" charset="0"/>
                  </a:rPr>
                  <a:t>) or increase as </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increases (</a:t>
                </a:r>
                <a:r>
                  <a:rPr lang="en-US" u="sng" dirty="0">
                    <a:latin typeface="Arial" panose="020B0604020202020204" pitchFamily="34" charset="0"/>
                    <a:cs typeface="Arial" panose="020B0604020202020204" pitchFamily="34" charset="0"/>
                  </a:rPr>
                  <a:t>parallelization overhead dominates the speedup</a:t>
                </a:r>
                <a:r>
                  <a:rPr lang="en-US" dirty="0">
                    <a:latin typeface="Arial" panose="020B0604020202020204" pitchFamily="34" charset="0"/>
                    <a:cs typeface="Arial" panose="020B0604020202020204" pitchFamily="34" charset="0"/>
                  </a:rPr>
                  <a:t>) </a:t>
                </a:r>
                <a:endParaRPr lang="en-US" sz="1600" i="1"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E1E58241-067E-3EB6-0E5F-7C7459252364}"/>
                  </a:ext>
                </a:extLst>
              </p:cNvPr>
              <p:cNvSpPr txBox="1">
                <a:spLocks noRot="1" noChangeAspect="1" noMove="1" noResize="1" noEditPoints="1" noAdjustHandles="1" noChangeArrowheads="1" noChangeShapeType="1" noTextEdit="1"/>
              </p:cNvSpPr>
              <p:nvPr/>
            </p:nvSpPr>
            <p:spPr>
              <a:xfrm>
                <a:off x="632150" y="1453241"/>
                <a:ext cx="10498911" cy="5404759"/>
              </a:xfrm>
              <a:prstGeom prst="rect">
                <a:avLst/>
              </a:prstGeom>
              <a:blipFill>
                <a:blip r:embed="rId3"/>
                <a:stretch>
                  <a:fillRect t="-564" r="-755"/>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84680085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39ACC-108C-2131-5A1E-69229D7C287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35FF813-5ECC-623C-FC5E-4DDC1D6F797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Karp-Flatt Metric</a:t>
            </a:r>
          </a:p>
        </p:txBody>
      </p:sp>
      <p:sp>
        <p:nvSpPr>
          <p:cNvPr id="3" name="Slide Number Placeholder 2">
            <a:extLst>
              <a:ext uri="{FF2B5EF4-FFF2-40B4-BE49-F238E27FC236}">
                <a16:creationId xmlns:a16="http://schemas.microsoft.com/office/drawing/2014/main" id="{C01025B9-D910-4E21-4DCE-33BD1724CB46}"/>
              </a:ext>
            </a:extLst>
          </p:cNvPr>
          <p:cNvSpPr>
            <a:spLocks noGrp="1"/>
          </p:cNvSpPr>
          <p:nvPr>
            <p:ph type="sldNum" sz="quarter" idx="12"/>
          </p:nvPr>
        </p:nvSpPr>
        <p:spPr/>
        <p:txBody>
          <a:bodyPr/>
          <a:lstStyle/>
          <a:p>
            <a:fld id="{3485D9CA-6DAA-4C3C-A3E2-EDEA918D5F89}" type="slidenum">
              <a:rPr lang="en-US">
                <a:latin typeface="Calibri"/>
              </a:rPr>
              <a:pPr/>
              <a:t>61</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5BE49B12-2DF1-573F-D072-8DBA49BC6380}"/>
                  </a:ext>
                </a:extLst>
              </p:cNvPr>
              <p:cNvSpPr txBox="1">
                <a:spLocks noChangeArrowheads="1"/>
              </p:cNvSpPr>
              <p:nvPr/>
            </p:nvSpPr>
            <p:spPr>
              <a:xfrm>
                <a:off x="632150"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Example 1: </a:t>
                </a:r>
                <a:r>
                  <a:rPr lang="en-US" dirty="0">
                    <a:latin typeface="Arial" panose="020B0604020202020204" pitchFamily="34" charset="0"/>
                    <a:cs typeface="Arial" panose="020B0604020202020204" pitchFamily="34" charset="0"/>
                  </a:rPr>
                  <a:t>Suppose in a parallel program, for 5 processors, you gained a speedup of 1.25x, determine sequential fraction of your program</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Solution:</a:t>
                </a:r>
              </a:p>
              <a:p>
                <a:pPr marL="114300" indent="0" algn="just">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cs typeface="Arial" panose="020B0604020202020204" pitchFamily="34" charset="0"/>
                        </a:rPr>
                        <m:t>𝑒</m:t>
                      </m:r>
                      <m:r>
                        <a:rPr lang="en-US" sz="2800" b="0" i="1" smtClean="0">
                          <a:latin typeface="Cambria Math" panose="02040503050406030204" pitchFamily="18" charset="0"/>
                          <a:cs typeface="Arial" panose="020B0604020202020204" pitchFamily="34" charset="0"/>
                        </a:rPr>
                        <m:t>=</m:t>
                      </m:r>
                      <m:f>
                        <m:fPr>
                          <m:ctrlPr>
                            <a:rPr lang="en-US" sz="2800" i="1">
                              <a:latin typeface="Cambria Math" panose="02040503050406030204" pitchFamily="18" charset="0"/>
                              <a:ea typeface="Cambria Math" panose="02040503050406030204" pitchFamily="18" charset="0"/>
                              <a:cs typeface="Arial" panose="020B0604020202020204" pitchFamily="34" charset="0"/>
                            </a:rPr>
                          </m:ctrlPr>
                        </m:fPr>
                        <m:num>
                          <m:f>
                            <m:fPr>
                              <m:type m:val="skw"/>
                              <m:ctrlPr>
                                <a:rPr lang="en-US" sz="2800" i="1" smtClean="0">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latin typeface="Cambria Math" panose="02040503050406030204" pitchFamily="18" charset="0"/>
                                  <a:ea typeface="Cambria Math" panose="02040503050406030204" pitchFamily="18" charset="0"/>
                                  <a:cs typeface="Arial" panose="020B0604020202020204" pitchFamily="34" charset="0"/>
                                </a:rPr>
                                <m:t>1</m:t>
                              </m:r>
                            </m:num>
                            <m:den>
                              <m:r>
                                <a:rPr lang="en-US" b="1" i="1" smtClean="0">
                                  <a:latin typeface="Cambria Math" panose="02040503050406030204" pitchFamily="18" charset="0"/>
                                  <a:ea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𝟐𝟓</m:t>
                              </m:r>
                            </m:den>
                          </m:f>
                          <m:r>
                            <a:rPr lang="en-US" sz="2800" b="0" i="1" smtClean="0">
                              <a:latin typeface="Cambria Math" panose="02040503050406030204" pitchFamily="18" charset="0"/>
                              <a:ea typeface="Cambria Math" panose="02040503050406030204" pitchFamily="18" charset="0"/>
                              <a:cs typeface="Arial" panose="020B0604020202020204" pitchFamily="34" charset="0"/>
                            </a:rPr>
                            <m:t>−</m:t>
                          </m:r>
                          <m:f>
                            <m:fPr>
                              <m:type m:val="skw"/>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5</m:t>
                              </m:r>
                            </m:den>
                          </m:f>
                        </m:num>
                        <m:den>
                          <m:r>
                            <a:rPr lang="en-US" sz="2800" b="0" i="1" smtClean="0">
                              <a:latin typeface="Cambria Math" panose="02040503050406030204" pitchFamily="18" charset="0"/>
                              <a:ea typeface="Cambria Math" panose="02040503050406030204" pitchFamily="18" charset="0"/>
                              <a:cs typeface="Arial" panose="020B0604020202020204" pitchFamily="34" charset="0"/>
                            </a:rPr>
                            <m:t>1</m:t>
                          </m:r>
                          <m:r>
                            <a:rPr lang="en-US" sz="3200" i="1">
                              <a:latin typeface="Cambria Math" panose="02040503050406030204" pitchFamily="18" charset="0"/>
                              <a:ea typeface="Cambria Math" panose="02040503050406030204" pitchFamily="18" charset="0"/>
                              <a:cs typeface="Arial" panose="020B0604020202020204" pitchFamily="34" charset="0"/>
                            </a:rPr>
                            <m:t>−</m:t>
                          </m:r>
                          <m:f>
                            <m:fPr>
                              <m:type m:val="skw"/>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5</m:t>
                              </m:r>
                            </m:den>
                          </m:f>
                        </m:den>
                      </m:f>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0.75</m:t>
                      </m:r>
                    </m:oMath>
                  </m:oMathPara>
                </a14:m>
                <a:endParaRPr lang="en-US" sz="28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5BE49B12-2DF1-573F-D072-8DBA49BC6380}"/>
                  </a:ext>
                </a:extLst>
              </p:cNvPr>
              <p:cNvSpPr txBox="1">
                <a:spLocks noRot="1" noChangeAspect="1" noMove="1" noResize="1" noEditPoints="1" noAdjustHandles="1" noChangeArrowheads="1" noChangeShapeType="1" noTextEdit="1"/>
              </p:cNvSpPr>
              <p:nvPr/>
            </p:nvSpPr>
            <p:spPr>
              <a:xfrm>
                <a:off x="632150" y="1453241"/>
                <a:ext cx="10498911" cy="5252357"/>
              </a:xfrm>
              <a:prstGeom prst="rect">
                <a:avLst/>
              </a:prstGeom>
              <a:blipFill>
                <a:blip r:embed="rId3"/>
                <a:stretch>
                  <a:fillRect t="-580" r="-755"/>
                </a:stretch>
              </a:blipFill>
              <a:ln w="15875">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720239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4C3DC-D610-F6F0-8DBE-4842706DC86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8974ED9-529C-AD37-4EC3-893FBA432BE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Karp-Flatt Metric</a:t>
            </a:r>
          </a:p>
        </p:txBody>
      </p:sp>
      <p:sp>
        <p:nvSpPr>
          <p:cNvPr id="3" name="Slide Number Placeholder 2">
            <a:extLst>
              <a:ext uri="{FF2B5EF4-FFF2-40B4-BE49-F238E27FC236}">
                <a16:creationId xmlns:a16="http://schemas.microsoft.com/office/drawing/2014/main" id="{4FD0F5D9-66E2-6AEA-6A2F-9726B9864562}"/>
              </a:ext>
            </a:extLst>
          </p:cNvPr>
          <p:cNvSpPr>
            <a:spLocks noGrp="1"/>
          </p:cNvSpPr>
          <p:nvPr>
            <p:ph type="sldNum" sz="quarter" idx="12"/>
          </p:nvPr>
        </p:nvSpPr>
        <p:spPr/>
        <p:txBody>
          <a:bodyPr/>
          <a:lstStyle/>
          <a:p>
            <a:fld id="{3485D9CA-6DAA-4C3C-A3E2-EDEA918D5F89}" type="slidenum">
              <a:rPr lang="en-US">
                <a:latin typeface="Calibri"/>
              </a:rPr>
              <a:pPr/>
              <a:t>62</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7E65233E-97CA-EE8F-4E5D-754E3C275BB4}"/>
                  </a:ext>
                </a:extLst>
              </p:cNvPr>
              <p:cNvSpPr txBox="1">
                <a:spLocks noChangeArrowheads="1"/>
              </p:cNvSpPr>
              <p:nvPr/>
            </p:nvSpPr>
            <p:spPr>
              <a:xfrm>
                <a:off x="632150"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000" b="1" dirty="0">
                    <a:solidFill>
                      <a:srgbClr val="FF0000"/>
                    </a:solidFill>
                    <a:latin typeface="Arial" panose="020B0604020202020204" pitchFamily="34" charset="0"/>
                    <a:cs typeface="Arial" panose="020B0604020202020204" pitchFamily="34" charset="0"/>
                  </a:rPr>
                  <a:t>Example 2: </a:t>
                </a:r>
                <a:r>
                  <a:rPr lang="en-US" sz="2000" dirty="0">
                    <a:latin typeface="Arial" panose="020B0604020202020204" pitchFamily="34" charset="0"/>
                    <a:cs typeface="Arial" panose="020B0604020202020204" pitchFamily="34" charset="0"/>
                  </a:rPr>
                  <a:t>Benchmarking a parallel program on 1, 2,…, 8 processors produces the following speedup results:</a:t>
                </a:r>
              </a:p>
              <a:p>
                <a:pPr algn="just"/>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What is the primary reason for the parallel program achieving a speedup of only 4.71 on 8 processors? </a:t>
                </a:r>
              </a:p>
              <a:p>
                <a:pPr algn="just"/>
                <a:endParaRPr lang="en-US" sz="1100" dirty="0">
                  <a:latin typeface="Arial" panose="020B0604020202020204" pitchFamily="34" charset="0"/>
                  <a:cs typeface="Arial" panose="020B0604020202020204" pitchFamily="34" charset="0"/>
                </a:endParaRPr>
              </a:p>
              <a:p>
                <a:pPr algn="just"/>
                <a:r>
                  <a:rPr lang="en-US" sz="2000" b="1" dirty="0">
                    <a:solidFill>
                      <a:srgbClr val="FF0000"/>
                    </a:solidFill>
                    <a:latin typeface="Arial" panose="020B0604020202020204" pitchFamily="34" charset="0"/>
                    <a:cs typeface="Arial" panose="020B0604020202020204" pitchFamily="34" charset="0"/>
                  </a:rPr>
                  <a:t>Solution: </a:t>
                </a:r>
                <a:r>
                  <a:rPr lang="en-US" sz="2000" dirty="0">
                    <a:latin typeface="Arial" panose="020B0604020202020204" pitchFamily="34" charset="0"/>
                    <a:cs typeface="Arial" panose="020B0604020202020204" pitchFamily="34" charset="0"/>
                  </a:rPr>
                  <a:t>Compute </a:t>
                </a:r>
                <a14:m>
                  <m:oMath xmlns:m="http://schemas.openxmlformats.org/officeDocument/2006/math">
                    <m:r>
                      <a:rPr lang="en-US" sz="2000" b="1" i="1" smtClean="0">
                        <a:latin typeface="Cambria Math" panose="02040503050406030204" pitchFamily="18" charset="0"/>
                        <a:ea typeface="Cambria Math" panose="02040503050406030204" pitchFamily="18" charset="0"/>
                      </a:rPr>
                      <m:t>𝒆</m:t>
                    </m:r>
                    <m:d>
                      <m:dPr>
                        <m:ctrlPr>
                          <a:rPr lang="en-US" sz="2000" b="1" i="1">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𝑵</m:t>
                        </m:r>
                      </m:e>
                    </m:d>
                  </m:oMath>
                </a14:m>
                <a:r>
                  <a:rPr lang="en-US" sz="2000" dirty="0">
                    <a:latin typeface="Arial" panose="020B0604020202020204" pitchFamily="34" charset="0"/>
                    <a:cs typeface="Arial" panose="020B0604020202020204" pitchFamily="34" charset="0"/>
                  </a:rPr>
                  <a:t> corresponding to each data point:</a:t>
                </a:r>
              </a:p>
              <a:p>
                <a:pPr algn="just"/>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algn="just"/>
                <a:endParaRPr lang="en-US" sz="32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Since the experimentally determined serial fraction </a:t>
                </a:r>
                <a14:m>
                  <m:oMath xmlns:m="http://schemas.openxmlformats.org/officeDocument/2006/math">
                    <m:r>
                      <a:rPr lang="en-US" sz="2000" b="1" i="1" smtClean="0">
                        <a:latin typeface="Cambria Math" panose="02040503050406030204" pitchFamily="18" charset="0"/>
                        <a:ea typeface="Cambria Math" panose="02040503050406030204" pitchFamily="18" charset="0"/>
                      </a:rPr>
                      <m:t>𝒆</m:t>
                    </m:r>
                    <m:d>
                      <m:dPr>
                        <m:ctrlPr>
                          <a:rPr lang="en-US" sz="2000" b="1" i="1">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𝑵</m:t>
                        </m:r>
                      </m:e>
                    </m:d>
                  </m:oMath>
                </a14:m>
                <a:r>
                  <a:rPr lang="en-US" sz="2000" dirty="0">
                    <a:latin typeface="Arial" panose="020B0604020202020204" pitchFamily="34" charset="0"/>
                    <a:cs typeface="Arial" panose="020B0604020202020204" pitchFamily="34" charset="0"/>
                  </a:rPr>
                  <a:t> is not increasing with </a:t>
                </a:r>
                <a:r>
                  <a:rPr lang="en-US" sz="2000" b="1"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the primary reason for the poor speedup is the 10% of the computation that is inherently sequential. Parallel overhead is not the reason for the poor speedup.</a:t>
                </a:r>
              </a:p>
              <a:p>
                <a:pPr algn="just"/>
                <a:endParaRPr lang="en-US"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7E65233E-97CA-EE8F-4E5D-754E3C275BB4}"/>
                  </a:ext>
                </a:extLst>
              </p:cNvPr>
              <p:cNvSpPr txBox="1">
                <a:spLocks noRot="1" noChangeAspect="1" noMove="1" noResize="1" noEditPoints="1" noAdjustHandles="1" noChangeArrowheads="1" noChangeShapeType="1" noTextEdit="1"/>
              </p:cNvSpPr>
              <p:nvPr/>
            </p:nvSpPr>
            <p:spPr>
              <a:xfrm>
                <a:off x="632150" y="1453241"/>
                <a:ext cx="10498911" cy="5252357"/>
              </a:xfrm>
              <a:prstGeom prst="rect">
                <a:avLst/>
              </a:prstGeom>
              <a:blipFill>
                <a:blip r:embed="rId3"/>
                <a:stretch>
                  <a:fillRect t="-464" r="-581" b="-812"/>
                </a:stretch>
              </a:blipFill>
              <a:ln w="158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2F45AB3-A6CF-AC68-3CCA-3779E7B84F9A}"/>
                  </a:ext>
                </a:extLst>
              </p:cNvPr>
              <p:cNvGraphicFramePr>
                <a:graphicFrameLocks noGrp="1"/>
              </p:cNvGraphicFramePr>
              <p:nvPr>
                <p:extLst>
                  <p:ext uri="{D42A27DB-BD31-4B8C-83A1-F6EECF244321}">
                    <p14:modId xmlns:p14="http://schemas.microsoft.com/office/powerpoint/2010/main" val="2597985464"/>
                  </p:ext>
                </p:extLst>
              </p:nvPr>
            </p:nvGraphicFramePr>
            <p:xfrm>
              <a:off x="1897814" y="222762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141132999"/>
                        </a:ext>
                      </a:extLst>
                    </a:gridCol>
                    <a:gridCol w="1016000">
                      <a:extLst>
                        <a:ext uri="{9D8B030D-6E8A-4147-A177-3AD203B41FA5}">
                          <a16:colId xmlns:a16="http://schemas.microsoft.com/office/drawing/2014/main" val="2324792049"/>
                        </a:ext>
                      </a:extLst>
                    </a:gridCol>
                    <a:gridCol w="1016000">
                      <a:extLst>
                        <a:ext uri="{9D8B030D-6E8A-4147-A177-3AD203B41FA5}">
                          <a16:colId xmlns:a16="http://schemas.microsoft.com/office/drawing/2014/main" val="2084807765"/>
                        </a:ext>
                      </a:extLst>
                    </a:gridCol>
                    <a:gridCol w="1016000">
                      <a:extLst>
                        <a:ext uri="{9D8B030D-6E8A-4147-A177-3AD203B41FA5}">
                          <a16:colId xmlns:a16="http://schemas.microsoft.com/office/drawing/2014/main" val="2561805095"/>
                        </a:ext>
                      </a:extLst>
                    </a:gridCol>
                    <a:gridCol w="1016000">
                      <a:extLst>
                        <a:ext uri="{9D8B030D-6E8A-4147-A177-3AD203B41FA5}">
                          <a16:colId xmlns:a16="http://schemas.microsoft.com/office/drawing/2014/main" val="3691883681"/>
                        </a:ext>
                      </a:extLst>
                    </a:gridCol>
                    <a:gridCol w="1016000">
                      <a:extLst>
                        <a:ext uri="{9D8B030D-6E8A-4147-A177-3AD203B41FA5}">
                          <a16:colId xmlns:a16="http://schemas.microsoft.com/office/drawing/2014/main" val="4252576729"/>
                        </a:ext>
                      </a:extLst>
                    </a:gridCol>
                    <a:gridCol w="1016000">
                      <a:extLst>
                        <a:ext uri="{9D8B030D-6E8A-4147-A177-3AD203B41FA5}">
                          <a16:colId xmlns:a16="http://schemas.microsoft.com/office/drawing/2014/main" val="4162870208"/>
                        </a:ext>
                      </a:extLst>
                    </a:gridCol>
                    <a:gridCol w="1016000">
                      <a:extLst>
                        <a:ext uri="{9D8B030D-6E8A-4147-A177-3AD203B41FA5}">
                          <a16:colId xmlns:a16="http://schemas.microsoft.com/office/drawing/2014/main" val="190283205"/>
                        </a:ext>
                      </a:extLst>
                    </a:gridCol>
                  </a:tblGrid>
                  <a:tr h="370840">
                    <a:tc>
                      <a:txBody>
                        <a:bodyPr/>
                        <a:lstStyle/>
                        <a:p>
                          <a:pPr algn="ctr"/>
                          <a:r>
                            <a:rPr lang="en-US" i="1" dirty="0">
                              <a:solidFill>
                                <a:schemeClr val="tx1"/>
                              </a:solidFill>
                              <a:latin typeface="Arial" panose="020B0604020202020204" pitchFamily="34" charset="0"/>
                              <a:cs typeface="Arial" panose="020B0604020202020204" pitchFamily="34" charset="0"/>
                            </a:rPr>
                            <a:t>N</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5</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2797198908"/>
                      </a:ext>
                    </a:extLst>
                  </a:tr>
                  <a:tr h="370840">
                    <a:tc>
                      <a:txBody>
                        <a:bodyPr/>
                        <a:lstStyle/>
                        <a:p>
                          <a:pPr algn="ctr"/>
                          <a14:m>
                            <m:oMathPara xmlns:m="http://schemas.openxmlformats.org/officeDocument/2006/math">
                              <m:oMathParaPr>
                                <m:jc m:val="centerGroup"/>
                              </m:oMathParaPr>
                              <m:oMath xmlns:m="http://schemas.openxmlformats.org/officeDocument/2006/math">
                                <m:r>
                                  <a:rPr lang="el-GR" sz="1800" b="1" i="1" smtClean="0">
                                    <a:latin typeface="Cambria Math" panose="02040503050406030204" pitchFamily="18" charset="0"/>
                                    <a:ea typeface="Cambria Math" panose="02040503050406030204" pitchFamily="18" charset="0"/>
                                  </a:rPr>
                                  <m:t>𝜳</m:t>
                                </m:r>
                                <m:d>
                                  <m:dPr>
                                    <m:ctrlPr>
                                      <a:rPr lang="en-US" sz="1800" b="1" i="1">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𝑵</m:t>
                                    </m:r>
                                  </m:e>
                                </m:d>
                              </m:oMath>
                            </m:oMathPara>
                          </a14:m>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1.82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2.50</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3.08</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3.57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4.00</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4.38</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4.71</a:t>
                          </a:r>
                        </a:p>
                      </a:txBody>
                      <a:tcPr anchor="ctr"/>
                    </a:tc>
                    <a:extLst>
                      <a:ext uri="{0D108BD9-81ED-4DB2-BD59-A6C34878D82A}">
                        <a16:rowId xmlns:a16="http://schemas.microsoft.com/office/drawing/2014/main" val="1575370569"/>
                      </a:ext>
                    </a:extLst>
                  </a:tr>
                </a:tbl>
              </a:graphicData>
            </a:graphic>
          </p:graphicFrame>
        </mc:Choice>
        <mc:Fallback xmlns="">
          <p:graphicFrame>
            <p:nvGraphicFramePr>
              <p:cNvPr id="2" name="Table 1">
                <a:extLst>
                  <a:ext uri="{FF2B5EF4-FFF2-40B4-BE49-F238E27FC236}">
                    <a16:creationId xmlns:a16="http://schemas.microsoft.com/office/drawing/2014/main" id="{42F45AB3-A6CF-AC68-3CCA-3779E7B84F9A}"/>
                  </a:ext>
                </a:extLst>
              </p:cNvPr>
              <p:cNvGraphicFramePr>
                <a:graphicFrameLocks noGrp="1"/>
              </p:cNvGraphicFramePr>
              <p:nvPr>
                <p:extLst>
                  <p:ext uri="{D42A27DB-BD31-4B8C-83A1-F6EECF244321}">
                    <p14:modId xmlns:p14="http://schemas.microsoft.com/office/powerpoint/2010/main" val="2597985464"/>
                  </p:ext>
                </p:extLst>
              </p:nvPr>
            </p:nvGraphicFramePr>
            <p:xfrm>
              <a:off x="1897814" y="222762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141132999"/>
                        </a:ext>
                      </a:extLst>
                    </a:gridCol>
                    <a:gridCol w="1016000">
                      <a:extLst>
                        <a:ext uri="{9D8B030D-6E8A-4147-A177-3AD203B41FA5}">
                          <a16:colId xmlns:a16="http://schemas.microsoft.com/office/drawing/2014/main" val="2324792049"/>
                        </a:ext>
                      </a:extLst>
                    </a:gridCol>
                    <a:gridCol w="1016000">
                      <a:extLst>
                        <a:ext uri="{9D8B030D-6E8A-4147-A177-3AD203B41FA5}">
                          <a16:colId xmlns:a16="http://schemas.microsoft.com/office/drawing/2014/main" val="2084807765"/>
                        </a:ext>
                      </a:extLst>
                    </a:gridCol>
                    <a:gridCol w="1016000">
                      <a:extLst>
                        <a:ext uri="{9D8B030D-6E8A-4147-A177-3AD203B41FA5}">
                          <a16:colId xmlns:a16="http://schemas.microsoft.com/office/drawing/2014/main" val="2561805095"/>
                        </a:ext>
                      </a:extLst>
                    </a:gridCol>
                    <a:gridCol w="1016000">
                      <a:extLst>
                        <a:ext uri="{9D8B030D-6E8A-4147-A177-3AD203B41FA5}">
                          <a16:colId xmlns:a16="http://schemas.microsoft.com/office/drawing/2014/main" val="3691883681"/>
                        </a:ext>
                      </a:extLst>
                    </a:gridCol>
                    <a:gridCol w="1016000">
                      <a:extLst>
                        <a:ext uri="{9D8B030D-6E8A-4147-A177-3AD203B41FA5}">
                          <a16:colId xmlns:a16="http://schemas.microsoft.com/office/drawing/2014/main" val="4252576729"/>
                        </a:ext>
                      </a:extLst>
                    </a:gridCol>
                    <a:gridCol w="1016000">
                      <a:extLst>
                        <a:ext uri="{9D8B030D-6E8A-4147-A177-3AD203B41FA5}">
                          <a16:colId xmlns:a16="http://schemas.microsoft.com/office/drawing/2014/main" val="4162870208"/>
                        </a:ext>
                      </a:extLst>
                    </a:gridCol>
                    <a:gridCol w="1016000">
                      <a:extLst>
                        <a:ext uri="{9D8B030D-6E8A-4147-A177-3AD203B41FA5}">
                          <a16:colId xmlns:a16="http://schemas.microsoft.com/office/drawing/2014/main" val="190283205"/>
                        </a:ext>
                      </a:extLst>
                    </a:gridCol>
                  </a:tblGrid>
                  <a:tr h="370840">
                    <a:tc>
                      <a:txBody>
                        <a:bodyPr/>
                        <a:lstStyle/>
                        <a:p>
                          <a:pPr algn="ctr"/>
                          <a:r>
                            <a:rPr lang="en-US" i="1" dirty="0">
                              <a:solidFill>
                                <a:schemeClr val="tx1"/>
                              </a:solidFill>
                              <a:latin typeface="Arial" panose="020B0604020202020204" pitchFamily="34" charset="0"/>
                              <a:cs typeface="Arial" panose="020B0604020202020204" pitchFamily="34" charset="0"/>
                            </a:rPr>
                            <a:t>N</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5</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2797198908"/>
                      </a:ext>
                    </a:extLst>
                  </a:tr>
                  <a:tr h="370840">
                    <a:tc>
                      <a:txBody>
                        <a:bodyPr/>
                        <a:lstStyle/>
                        <a:p>
                          <a:endParaRPr lang="en-US"/>
                        </a:p>
                      </a:txBody>
                      <a:tcPr anchor="ctr">
                        <a:blipFill>
                          <a:blip r:embed="rId4"/>
                          <a:stretch>
                            <a:fillRect l="-599" t="-109836" r="-701198" b="-24590"/>
                          </a:stretch>
                        </a:blipFill>
                      </a:tcPr>
                    </a:tc>
                    <a:tc>
                      <a:txBody>
                        <a:bodyPr/>
                        <a:lstStyle/>
                        <a:p>
                          <a:pPr algn="ctr"/>
                          <a:r>
                            <a:rPr lang="en-US" dirty="0">
                              <a:solidFill>
                                <a:schemeClr val="tx1"/>
                              </a:solidFill>
                              <a:latin typeface="Arial" panose="020B0604020202020204" pitchFamily="34" charset="0"/>
                              <a:cs typeface="Arial" panose="020B0604020202020204" pitchFamily="34" charset="0"/>
                            </a:rPr>
                            <a:t>1.82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2.50</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3.08</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3.57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4.00</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4.38</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4.71</a:t>
                          </a:r>
                        </a:p>
                      </a:txBody>
                      <a:tcPr anchor="ctr"/>
                    </a:tc>
                    <a:extLst>
                      <a:ext uri="{0D108BD9-81ED-4DB2-BD59-A6C34878D82A}">
                        <a16:rowId xmlns:a16="http://schemas.microsoft.com/office/drawing/2014/main" val="157537056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D0BDC6D-A2EF-0114-D473-4A27774E983B}"/>
                  </a:ext>
                </a:extLst>
              </p:cNvPr>
              <p:cNvGraphicFramePr>
                <a:graphicFrameLocks noGrp="1"/>
              </p:cNvGraphicFramePr>
              <p:nvPr>
                <p:extLst>
                  <p:ext uri="{D42A27DB-BD31-4B8C-83A1-F6EECF244321}">
                    <p14:modId xmlns:p14="http://schemas.microsoft.com/office/powerpoint/2010/main" val="1737849383"/>
                  </p:ext>
                </p:extLst>
              </p:nvPr>
            </p:nvGraphicFramePr>
            <p:xfrm>
              <a:off x="1897814" y="4387252"/>
              <a:ext cx="8128000"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141132999"/>
                        </a:ext>
                      </a:extLst>
                    </a:gridCol>
                    <a:gridCol w="1016000">
                      <a:extLst>
                        <a:ext uri="{9D8B030D-6E8A-4147-A177-3AD203B41FA5}">
                          <a16:colId xmlns:a16="http://schemas.microsoft.com/office/drawing/2014/main" val="2324792049"/>
                        </a:ext>
                      </a:extLst>
                    </a:gridCol>
                    <a:gridCol w="1016000">
                      <a:extLst>
                        <a:ext uri="{9D8B030D-6E8A-4147-A177-3AD203B41FA5}">
                          <a16:colId xmlns:a16="http://schemas.microsoft.com/office/drawing/2014/main" val="2084807765"/>
                        </a:ext>
                      </a:extLst>
                    </a:gridCol>
                    <a:gridCol w="1016000">
                      <a:extLst>
                        <a:ext uri="{9D8B030D-6E8A-4147-A177-3AD203B41FA5}">
                          <a16:colId xmlns:a16="http://schemas.microsoft.com/office/drawing/2014/main" val="2561805095"/>
                        </a:ext>
                      </a:extLst>
                    </a:gridCol>
                    <a:gridCol w="1016000">
                      <a:extLst>
                        <a:ext uri="{9D8B030D-6E8A-4147-A177-3AD203B41FA5}">
                          <a16:colId xmlns:a16="http://schemas.microsoft.com/office/drawing/2014/main" val="3691883681"/>
                        </a:ext>
                      </a:extLst>
                    </a:gridCol>
                    <a:gridCol w="1016000">
                      <a:extLst>
                        <a:ext uri="{9D8B030D-6E8A-4147-A177-3AD203B41FA5}">
                          <a16:colId xmlns:a16="http://schemas.microsoft.com/office/drawing/2014/main" val="4252576729"/>
                        </a:ext>
                      </a:extLst>
                    </a:gridCol>
                    <a:gridCol w="1016000">
                      <a:extLst>
                        <a:ext uri="{9D8B030D-6E8A-4147-A177-3AD203B41FA5}">
                          <a16:colId xmlns:a16="http://schemas.microsoft.com/office/drawing/2014/main" val="4162870208"/>
                        </a:ext>
                      </a:extLst>
                    </a:gridCol>
                    <a:gridCol w="1016000">
                      <a:extLst>
                        <a:ext uri="{9D8B030D-6E8A-4147-A177-3AD203B41FA5}">
                          <a16:colId xmlns:a16="http://schemas.microsoft.com/office/drawing/2014/main" val="190283205"/>
                        </a:ext>
                      </a:extLst>
                    </a:gridCol>
                  </a:tblGrid>
                  <a:tr h="370840">
                    <a:tc>
                      <a:txBody>
                        <a:bodyPr/>
                        <a:lstStyle/>
                        <a:p>
                          <a:pPr algn="ctr"/>
                          <a:r>
                            <a:rPr lang="en-US" i="1" dirty="0">
                              <a:solidFill>
                                <a:schemeClr val="tx1"/>
                              </a:solidFill>
                              <a:latin typeface="Arial" panose="020B0604020202020204" pitchFamily="34" charset="0"/>
                              <a:cs typeface="Arial" panose="020B0604020202020204" pitchFamily="34" charset="0"/>
                            </a:rPr>
                            <a:t>N</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5</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2797198908"/>
                      </a:ext>
                    </a:extLst>
                  </a:tr>
                  <a:tr h="370840">
                    <a:tc>
                      <a:txBody>
                        <a:bodyPr/>
                        <a:lstStyle/>
                        <a:p>
                          <a:pPr algn="ctr"/>
                          <a14:m>
                            <m:oMathPara xmlns:m="http://schemas.openxmlformats.org/officeDocument/2006/math">
                              <m:oMathParaPr>
                                <m:jc m:val="centerGroup"/>
                              </m:oMathParaPr>
                              <m:oMath xmlns:m="http://schemas.openxmlformats.org/officeDocument/2006/math">
                                <m:r>
                                  <a:rPr lang="el-GR" sz="1800" b="1" i="1" smtClean="0">
                                    <a:latin typeface="Cambria Math" panose="02040503050406030204" pitchFamily="18" charset="0"/>
                                    <a:ea typeface="Cambria Math" panose="02040503050406030204" pitchFamily="18" charset="0"/>
                                  </a:rPr>
                                  <m:t>𝜳</m:t>
                                </m:r>
                                <m:d>
                                  <m:dPr>
                                    <m:ctrlPr>
                                      <a:rPr lang="en-US" sz="1800" b="1" i="1">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𝑵</m:t>
                                    </m:r>
                                  </m:e>
                                </m:d>
                              </m:oMath>
                            </m:oMathPara>
                          </a14:m>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1.82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2.50</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3.08</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3.57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4.00</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4.38</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4.71</a:t>
                          </a:r>
                        </a:p>
                      </a:txBody>
                      <a:tcPr anchor="ctr"/>
                    </a:tc>
                    <a:extLst>
                      <a:ext uri="{0D108BD9-81ED-4DB2-BD59-A6C34878D82A}">
                        <a16:rowId xmlns:a16="http://schemas.microsoft.com/office/drawing/2014/main" val="15753705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ea typeface="Cambria Math" panose="02040503050406030204" pitchFamily="18" charset="0"/>
                                  </a:rPr>
                                  <m:t>𝒆</m:t>
                                </m:r>
                                <m:d>
                                  <m:dPr>
                                    <m:ctrlPr>
                                      <a:rPr lang="en-US" sz="1800" b="1" i="1">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𝑵</m:t>
                                    </m:r>
                                  </m:e>
                                </m:d>
                              </m:oMath>
                            </m:oMathPara>
                          </a14:m>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0.1</a:t>
                          </a: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1502402"/>
                      </a:ext>
                    </a:extLst>
                  </a:tr>
                </a:tbl>
              </a:graphicData>
            </a:graphic>
          </p:graphicFrame>
        </mc:Choice>
        <mc:Fallback xmlns="">
          <p:graphicFrame>
            <p:nvGraphicFramePr>
              <p:cNvPr id="4" name="Table 3">
                <a:extLst>
                  <a:ext uri="{FF2B5EF4-FFF2-40B4-BE49-F238E27FC236}">
                    <a16:creationId xmlns:a16="http://schemas.microsoft.com/office/drawing/2014/main" id="{DD0BDC6D-A2EF-0114-D473-4A27774E983B}"/>
                  </a:ext>
                </a:extLst>
              </p:cNvPr>
              <p:cNvGraphicFramePr>
                <a:graphicFrameLocks noGrp="1"/>
              </p:cNvGraphicFramePr>
              <p:nvPr>
                <p:extLst>
                  <p:ext uri="{D42A27DB-BD31-4B8C-83A1-F6EECF244321}">
                    <p14:modId xmlns:p14="http://schemas.microsoft.com/office/powerpoint/2010/main" val="1737849383"/>
                  </p:ext>
                </p:extLst>
              </p:nvPr>
            </p:nvGraphicFramePr>
            <p:xfrm>
              <a:off x="1897814" y="4387252"/>
              <a:ext cx="8128000"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141132999"/>
                        </a:ext>
                      </a:extLst>
                    </a:gridCol>
                    <a:gridCol w="1016000">
                      <a:extLst>
                        <a:ext uri="{9D8B030D-6E8A-4147-A177-3AD203B41FA5}">
                          <a16:colId xmlns:a16="http://schemas.microsoft.com/office/drawing/2014/main" val="2324792049"/>
                        </a:ext>
                      </a:extLst>
                    </a:gridCol>
                    <a:gridCol w="1016000">
                      <a:extLst>
                        <a:ext uri="{9D8B030D-6E8A-4147-A177-3AD203B41FA5}">
                          <a16:colId xmlns:a16="http://schemas.microsoft.com/office/drawing/2014/main" val="2084807765"/>
                        </a:ext>
                      </a:extLst>
                    </a:gridCol>
                    <a:gridCol w="1016000">
                      <a:extLst>
                        <a:ext uri="{9D8B030D-6E8A-4147-A177-3AD203B41FA5}">
                          <a16:colId xmlns:a16="http://schemas.microsoft.com/office/drawing/2014/main" val="2561805095"/>
                        </a:ext>
                      </a:extLst>
                    </a:gridCol>
                    <a:gridCol w="1016000">
                      <a:extLst>
                        <a:ext uri="{9D8B030D-6E8A-4147-A177-3AD203B41FA5}">
                          <a16:colId xmlns:a16="http://schemas.microsoft.com/office/drawing/2014/main" val="3691883681"/>
                        </a:ext>
                      </a:extLst>
                    </a:gridCol>
                    <a:gridCol w="1016000">
                      <a:extLst>
                        <a:ext uri="{9D8B030D-6E8A-4147-A177-3AD203B41FA5}">
                          <a16:colId xmlns:a16="http://schemas.microsoft.com/office/drawing/2014/main" val="4252576729"/>
                        </a:ext>
                      </a:extLst>
                    </a:gridCol>
                    <a:gridCol w="1016000">
                      <a:extLst>
                        <a:ext uri="{9D8B030D-6E8A-4147-A177-3AD203B41FA5}">
                          <a16:colId xmlns:a16="http://schemas.microsoft.com/office/drawing/2014/main" val="4162870208"/>
                        </a:ext>
                      </a:extLst>
                    </a:gridCol>
                    <a:gridCol w="1016000">
                      <a:extLst>
                        <a:ext uri="{9D8B030D-6E8A-4147-A177-3AD203B41FA5}">
                          <a16:colId xmlns:a16="http://schemas.microsoft.com/office/drawing/2014/main" val="190283205"/>
                        </a:ext>
                      </a:extLst>
                    </a:gridCol>
                  </a:tblGrid>
                  <a:tr h="370840">
                    <a:tc>
                      <a:txBody>
                        <a:bodyPr/>
                        <a:lstStyle/>
                        <a:p>
                          <a:pPr algn="ctr"/>
                          <a:r>
                            <a:rPr lang="en-US" i="1" dirty="0">
                              <a:solidFill>
                                <a:schemeClr val="tx1"/>
                              </a:solidFill>
                              <a:latin typeface="Arial" panose="020B0604020202020204" pitchFamily="34" charset="0"/>
                              <a:cs typeface="Arial" panose="020B0604020202020204" pitchFamily="34" charset="0"/>
                            </a:rPr>
                            <a:t>N</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5</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2797198908"/>
                      </a:ext>
                    </a:extLst>
                  </a:tr>
                  <a:tr h="370840">
                    <a:tc>
                      <a:txBody>
                        <a:bodyPr/>
                        <a:lstStyle/>
                        <a:p>
                          <a:endParaRPr lang="en-US"/>
                        </a:p>
                      </a:txBody>
                      <a:tcPr anchor="ctr">
                        <a:blipFill>
                          <a:blip r:embed="rId5"/>
                          <a:stretch>
                            <a:fillRect l="-599" t="-104839" r="-701198" b="-122581"/>
                          </a:stretch>
                        </a:blipFill>
                      </a:tcPr>
                    </a:tc>
                    <a:tc>
                      <a:txBody>
                        <a:bodyPr/>
                        <a:lstStyle/>
                        <a:p>
                          <a:pPr algn="ctr"/>
                          <a:r>
                            <a:rPr lang="en-US" dirty="0">
                              <a:solidFill>
                                <a:schemeClr val="tx1"/>
                              </a:solidFill>
                              <a:latin typeface="Arial" panose="020B0604020202020204" pitchFamily="34" charset="0"/>
                              <a:cs typeface="Arial" panose="020B0604020202020204" pitchFamily="34" charset="0"/>
                            </a:rPr>
                            <a:t>1.82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2.50</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3.08</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3.57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4.00</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4.38</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4.71</a:t>
                          </a:r>
                        </a:p>
                      </a:txBody>
                      <a:tcPr anchor="ctr"/>
                    </a:tc>
                    <a:extLst>
                      <a:ext uri="{0D108BD9-81ED-4DB2-BD59-A6C34878D82A}">
                        <a16:rowId xmlns:a16="http://schemas.microsoft.com/office/drawing/2014/main" val="1575370569"/>
                      </a:ext>
                    </a:extLst>
                  </a:tr>
                  <a:tr h="370840">
                    <a:tc>
                      <a:txBody>
                        <a:bodyPr/>
                        <a:lstStyle/>
                        <a:p>
                          <a:endParaRPr lang="en-US"/>
                        </a:p>
                      </a:txBody>
                      <a:tcPr anchor="ctr">
                        <a:blipFill>
                          <a:blip r:embed="rId5"/>
                          <a:stretch>
                            <a:fillRect l="-599" t="-208197" r="-701198" b="-24590"/>
                          </a:stretch>
                        </a:blipFill>
                      </a:tcPr>
                    </a:tc>
                    <a:tc>
                      <a:txBody>
                        <a:bodyPr/>
                        <a:lstStyle/>
                        <a:p>
                          <a:pPr algn="ctr"/>
                          <a:r>
                            <a:rPr lang="en-US" dirty="0">
                              <a:solidFill>
                                <a:schemeClr val="tx1"/>
                              </a:solidFill>
                              <a:latin typeface="Arial" panose="020B0604020202020204" pitchFamily="34" charset="0"/>
                              <a:cs typeface="Arial" panose="020B0604020202020204" pitchFamily="34" charset="0"/>
                            </a:rPr>
                            <a:t>0.1</a:t>
                          </a: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1502402"/>
                      </a:ext>
                    </a:extLst>
                  </a:tr>
                </a:tbl>
              </a:graphicData>
            </a:graphic>
          </p:graphicFrame>
        </mc:Fallback>
      </mc:AlternateContent>
    </p:spTree>
    <p:custDataLst>
      <p:tags r:id="rId1"/>
    </p:custDataLst>
    <p:extLst>
      <p:ext uri="{BB962C8B-B14F-4D97-AF65-F5344CB8AC3E}">
        <p14:creationId xmlns:p14="http://schemas.microsoft.com/office/powerpoint/2010/main" val="422421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DD43-216A-A849-16D8-D76EDC49592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04CD34E-0756-E437-2FFB-B9C61EFB884F}"/>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Karp-Flatt Metric</a:t>
            </a:r>
          </a:p>
        </p:txBody>
      </p:sp>
      <p:sp>
        <p:nvSpPr>
          <p:cNvPr id="3" name="Slide Number Placeholder 2">
            <a:extLst>
              <a:ext uri="{FF2B5EF4-FFF2-40B4-BE49-F238E27FC236}">
                <a16:creationId xmlns:a16="http://schemas.microsoft.com/office/drawing/2014/main" id="{9A81BE69-040F-00C9-0FE8-39DEA44F7D9F}"/>
              </a:ext>
            </a:extLst>
          </p:cNvPr>
          <p:cNvSpPr>
            <a:spLocks noGrp="1"/>
          </p:cNvSpPr>
          <p:nvPr>
            <p:ph type="sldNum" sz="quarter" idx="12"/>
          </p:nvPr>
        </p:nvSpPr>
        <p:spPr/>
        <p:txBody>
          <a:bodyPr/>
          <a:lstStyle/>
          <a:p>
            <a:fld id="{3485D9CA-6DAA-4C3C-A3E2-EDEA918D5F89}" type="slidenum">
              <a:rPr lang="en-US">
                <a:latin typeface="Calibri"/>
              </a:rPr>
              <a:pPr/>
              <a:t>63</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C7C6F764-72C4-A932-2CBF-B75E30C240B6}"/>
                  </a:ext>
                </a:extLst>
              </p:cNvPr>
              <p:cNvSpPr txBox="1">
                <a:spLocks noChangeArrowheads="1"/>
              </p:cNvSpPr>
              <p:nvPr/>
            </p:nvSpPr>
            <p:spPr>
              <a:xfrm>
                <a:off x="632150" y="1453241"/>
                <a:ext cx="1049891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000" b="1" dirty="0">
                    <a:solidFill>
                      <a:srgbClr val="FF0000"/>
                    </a:solidFill>
                    <a:latin typeface="Arial" panose="020B0604020202020204" pitchFamily="34" charset="0"/>
                    <a:cs typeface="Arial" panose="020B0604020202020204" pitchFamily="34" charset="0"/>
                  </a:rPr>
                  <a:t>Example 3: </a:t>
                </a:r>
                <a:r>
                  <a:rPr lang="en-US" sz="2000" dirty="0">
                    <a:latin typeface="Arial" panose="020B0604020202020204" pitchFamily="34" charset="0"/>
                    <a:cs typeface="Arial" panose="020B0604020202020204" pitchFamily="34" charset="0"/>
                  </a:rPr>
                  <a:t>Benchmarking a parallel program on 1, 2,…, 8 processors produces the following speedup results:</a:t>
                </a:r>
              </a:p>
              <a:p>
                <a:pPr algn="just"/>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What is the primary reason for the parallel program achieving a speedup of only 4.71 on 8 processors? </a:t>
                </a:r>
              </a:p>
              <a:p>
                <a:pPr algn="just"/>
                <a:endParaRPr lang="en-US" sz="1100" dirty="0">
                  <a:latin typeface="Arial" panose="020B0604020202020204" pitchFamily="34" charset="0"/>
                  <a:cs typeface="Arial" panose="020B0604020202020204" pitchFamily="34" charset="0"/>
                </a:endParaRPr>
              </a:p>
              <a:p>
                <a:pPr algn="just"/>
                <a:r>
                  <a:rPr lang="en-US" sz="2000" b="1" dirty="0">
                    <a:solidFill>
                      <a:srgbClr val="FF0000"/>
                    </a:solidFill>
                    <a:latin typeface="Arial" panose="020B0604020202020204" pitchFamily="34" charset="0"/>
                    <a:cs typeface="Arial" panose="020B0604020202020204" pitchFamily="34" charset="0"/>
                  </a:rPr>
                  <a:t>Solution: </a:t>
                </a:r>
                <a:r>
                  <a:rPr lang="en-US" sz="2000" dirty="0">
                    <a:latin typeface="Arial" panose="020B0604020202020204" pitchFamily="34" charset="0"/>
                    <a:cs typeface="Arial" panose="020B0604020202020204" pitchFamily="34" charset="0"/>
                  </a:rPr>
                  <a:t>Compute </a:t>
                </a:r>
                <a14:m>
                  <m:oMath xmlns:m="http://schemas.openxmlformats.org/officeDocument/2006/math">
                    <m:r>
                      <a:rPr lang="en-US" sz="2000" b="1" i="1" smtClean="0">
                        <a:latin typeface="Cambria Math" panose="02040503050406030204" pitchFamily="18" charset="0"/>
                        <a:ea typeface="Cambria Math" panose="02040503050406030204" pitchFamily="18" charset="0"/>
                      </a:rPr>
                      <m:t>𝒆</m:t>
                    </m:r>
                    <m:d>
                      <m:dPr>
                        <m:ctrlPr>
                          <a:rPr lang="en-US" sz="2000" b="1" i="1">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𝑵</m:t>
                        </m:r>
                      </m:e>
                    </m:d>
                  </m:oMath>
                </a14:m>
                <a:r>
                  <a:rPr lang="en-US" sz="2000" dirty="0">
                    <a:latin typeface="Arial" panose="020B0604020202020204" pitchFamily="34" charset="0"/>
                    <a:cs typeface="Arial" panose="020B0604020202020204" pitchFamily="34" charset="0"/>
                  </a:rPr>
                  <a:t> corresponding to each data point:</a:t>
                </a:r>
              </a:p>
              <a:p>
                <a:pPr algn="just"/>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algn="just"/>
                <a:endParaRPr lang="en-US" sz="32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Since the experimentally determined serial fraction </a:t>
                </a:r>
                <a:r>
                  <a:rPr lang="en-US" sz="2000" b="1" dirty="0">
                    <a:latin typeface="Arial" panose="020B0604020202020204" pitchFamily="34" charset="0"/>
                    <a:cs typeface="Arial" panose="020B0604020202020204" pitchFamily="34" charset="0"/>
                  </a:rPr>
                  <a:t>𝑒</a:t>
                </a:r>
                <a:r>
                  <a:rPr lang="en-US" sz="2000" dirty="0">
                    <a:latin typeface="Arial" panose="020B0604020202020204" pitchFamily="34" charset="0"/>
                    <a:cs typeface="Arial" panose="020B0604020202020204" pitchFamily="34" charset="0"/>
                  </a:rPr>
                  <a:t> is steadily increasing with </a:t>
                </a:r>
                <a:r>
                  <a:rPr lang="en-US" sz="2000" b="1"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parallel overhead also contributes to the poor speedup.</a:t>
                </a:r>
              </a:p>
              <a:p>
                <a:pPr algn="just"/>
                <a:endParaRPr lang="en-US"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C7C6F764-72C4-A932-2CBF-B75E30C240B6}"/>
                  </a:ext>
                </a:extLst>
              </p:cNvPr>
              <p:cNvSpPr txBox="1">
                <a:spLocks noRot="1" noChangeAspect="1" noMove="1" noResize="1" noEditPoints="1" noAdjustHandles="1" noChangeArrowheads="1" noChangeShapeType="1" noTextEdit="1"/>
              </p:cNvSpPr>
              <p:nvPr/>
            </p:nvSpPr>
            <p:spPr>
              <a:xfrm>
                <a:off x="632150" y="1453241"/>
                <a:ext cx="10498911" cy="5252357"/>
              </a:xfrm>
              <a:prstGeom prst="rect">
                <a:avLst/>
              </a:prstGeom>
              <a:blipFill>
                <a:blip r:embed="rId3"/>
                <a:stretch>
                  <a:fillRect t="-464" r="-581"/>
                </a:stretch>
              </a:blipFill>
              <a:ln w="158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7E2F12BA-A9D2-9ADC-C34E-F507CE735977}"/>
                  </a:ext>
                </a:extLst>
              </p:cNvPr>
              <p:cNvGraphicFramePr>
                <a:graphicFrameLocks noGrp="1"/>
              </p:cNvGraphicFramePr>
              <p:nvPr>
                <p:extLst>
                  <p:ext uri="{D42A27DB-BD31-4B8C-83A1-F6EECF244321}">
                    <p14:modId xmlns:p14="http://schemas.microsoft.com/office/powerpoint/2010/main" val="1531967362"/>
                  </p:ext>
                </p:extLst>
              </p:nvPr>
            </p:nvGraphicFramePr>
            <p:xfrm>
              <a:off x="1897814" y="222762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141132999"/>
                        </a:ext>
                      </a:extLst>
                    </a:gridCol>
                    <a:gridCol w="1016000">
                      <a:extLst>
                        <a:ext uri="{9D8B030D-6E8A-4147-A177-3AD203B41FA5}">
                          <a16:colId xmlns:a16="http://schemas.microsoft.com/office/drawing/2014/main" val="2324792049"/>
                        </a:ext>
                      </a:extLst>
                    </a:gridCol>
                    <a:gridCol w="1016000">
                      <a:extLst>
                        <a:ext uri="{9D8B030D-6E8A-4147-A177-3AD203B41FA5}">
                          <a16:colId xmlns:a16="http://schemas.microsoft.com/office/drawing/2014/main" val="2084807765"/>
                        </a:ext>
                      </a:extLst>
                    </a:gridCol>
                    <a:gridCol w="1016000">
                      <a:extLst>
                        <a:ext uri="{9D8B030D-6E8A-4147-A177-3AD203B41FA5}">
                          <a16:colId xmlns:a16="http://schemas.microsoft.com/office/drawing/2014/main" val="2561805095"/>
                        </a:ext>
                      </a:extLst>
                    </a:gridCol>
                    <a:gridCol w="1016000">
                      <a:extLst>
                        <a:ext uri="{9D8B030D-6E8A-4147-A177-3AD203B41FA5}">
                          <a16:colId xmlns:a16="http://schemas.microsoft.com/office/drawing/2014/main" val="3691883681"/>
                        </a:ext>
                      </a:extLst>
                    </a:gridCol>
                    <a:gridCol w="1016000">
                      <a:extLst>
                        <a:ext uri="{9D8B030D-6E8A-4147-A177-3AD203B41FA5}">
                          <a16:colId xmlns:a16="http://schemas.microsoft.com/office/drawing/2014/main" val="4252576729"/>
                        </a:ext>
                      </a:extLst>
                    </a:gridCol>
                    <a:gridCol w="1016000">
                      <a:extLst>
                        <a:ext uri="{9D8B030D-6E8A-4147-A177-3AD203B41FA5}">
                          <a16:colId xmlns:a16="http://schemas.microsoft.com/office/drawing/2014/main" val="4162870208"/>
                        </a:ext>
                      </a:extLst>
                    </a:gridCol>
                    <a:gridCol w="1016000">
                      <a:extLst>
                        <a:ext uri="{9D8B030D-6E8A-4147-A177-3AD203B41FA5}">
                          <a16:colId xmlns:a16="http://schemas.microsoft.com/office/drawing/2014/main" val="190283205"/>
                        </a:ext>
                      </a:extLst>
                    </a:gridCol>
                  </a:tblGrid>
                  <a:tr h="370840">
                    <a:tc>
                      <a:txBody>
                        <a:bodyPr/>
                        <a:lstStyle/>
                        <a:p>
                          <a:pPr algn="ctr"/>
                          <a:r>
                            <a:rPr lang="en-US" i="1" dirty="0">
                              <a:solidFill>
                                <a:schemeClr val="tx1"/>
                              </a:solidFill>
                              <a:latin typeface="Arial" panose="020B0604020202020204" pitchFamily="34" charset="0"/>
                              <a:cs typeface="Arial" panose="020B0604020202020204" pitchFamily="34" charset="0"/>
                            </a:rPr>
                            <a:t>N</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5</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2797198908"/>
                      </a:ext>
                    </a:extLst>
                  </a:tr>
                  <a:tr h="370840">
                    <a:tc>
                      <a:txBody>
                        <a:bodyPr/>
                        <a:lstStyle/>
                        <a:p>
                          <a:pPr algn="ctr"/>
                          <a14:m>
                            <m:oMathPara xmlns:m="http://schemas.openxmlformats.org/officeDocument/2006/math">
                              <m:oMathParaPr>
                                <m:jc m:val="centerGroup"/>
                              </m:oMathParaPr>
                              <m:oMath xmlns:m="http://schemas.openxmlformats.org/officeDocument/2006/math">
                                <m:r>
                                  <a:rPr lang="el-GR" sz="1800" b="1" i="1" smtClean="0">
                                    <a:latin typeface="Cambria Math" panose="02040503050406030204" pitchFamily="18" charset="0"/>
                                    <a:ea typeface="Cambria Math" panose="02040503050406030204" pitchFamily="18" charset="0"/>
                                  </a:rPr>
                                  <m:t>𝜳</m:t>
                                </m:r>
                                <m:d>
                                  <m:dPr>
                                    <m:ctrlPr>
                                      <a:rPr lang="en-US" sz="1800" b="1" i="1">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𝑵</m:t>
                                    </m:r>
                                  </m:e>
                                </m:d>
                              </m:oMath>
                            </m:oMathPara>
                          </a14:m>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1.87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2.61</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3.23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3.73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4.14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4.46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4.71</a:t>
                          </a:r>
                        </a:p>
                      </a:txBody>
                      <a:tcPr anchor="ctr"/>
                    </a:tc>
                    <a:extLst>
                      <a:ext uri="{0D108BD9-81ED-4DB2-BD59-A6C34878D82A}">
                        <a16:rowId xmlns:a16="http://schemas.microsoft.com/office/drawing/2014/main" val="1575370569"/>
                      </a:ext>
                    </a:extLst>
                  </a:tr>
                </a:tbl>
              </a:graphicData>
            </a:graphic>
          </p:graphicFrame>
        </mc:Choice>
        <mc:Fallback xmlns="">
          <p:graphicFrame>
            <p:nvGraphicFramePr>
              <p:cNvPr id="2" name="Table 1">
                <a:extLst>
                  <a:ext uri="{FF2B5EF4-FFF2-40B4-BE49-F238E27FC236}">
                    <a16:creationId xmlns:a16="http://schemas.microsoft.com/office/drawing/2014/main" id="{7E2F12BA-A9D2-9ADC-C34E-F507CE735977}"/>
                  </a:ext>
                </a:extLst>
              </p:cNvPr>
              <p:cNvGraphicFramePr>
                <a:graphicFrameLocks noGrp="1"/>
              </p:cNvGraphicFramePr>
              <p:nvPr>
                <p:extLst>
                  <p:ext uri="{D42A27DB-BD31-4B8C-83A1-F6EECF244321}">
                    <p14:modId xmlns:p14="http://schemas.microsoft.com/office/powerpoint/2010/main" val="1531967362"/>
                  </p:ext>
                </p:extLst>
              </p:nvPr>
            </p:nvGraphicFramePr>
            <p:xfrm>
              <a:off x="1897814" y="222762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141132999"/>
                        </a:ext>
                      </a:extLst>
                    </a:gridCol>
                    <a:gridCol w="1016000">
                      <a:extLst>
                        <a:ext uri="{9D8B030D-6E8A-4147-A177-3AD203B41FA5}">
                          <a16:colId xmlns:a16="http://schemas.microsoft.com/office/drawing/2014/main" val="2324792049"/>
                        </a:ext>
                      </a:extLst>
                    </a:gridCol>
                    <a:gridCol w="1016000">
                      <a:extLst>
                        <a:ext uri="{9D8B030D-6E8A-4147-A177-3AD203B41FA5}">
                          <a16:colId xmlns:a16="http://schemas.microsoft.com/office/drawing/2014/main" val="2084807765"/>
                        </a:ext>
                      </a:extLst>
                    </a:gridCol>
                    <a:gridCol w="1016000">
                      <a:extLst>
                        <a:ext uri="{9D8B030D-6E8A-4147-A177-3AD203B41FA5}">
                          <a16:colId xmlns:a16="http://schemas.microsoft.com/office/drawing/2014/main" val="2561805095"/>
                        </a:ext>
                      </a:extLst>
                    </a:gridCol>
                    <a:gridCol w="1016000">
                      <a:extLst>
                        <a:ext uri="{9D8B030D-6E8A-4147-A177-3AD203B41FA5}">
                          <a16:colId xmlns:a16="http://schemas.microsoft.com/office/drawing/2014/main" val="3691883681"/>
                        </a:ext>
                      </a:extLst>
                    </a:gridCol>
                    <a:gridCol w="1016000">
                      <a:extLst>
                        <a:ext uri="{9D8B030D-6E8A-4147-A177-3AD203B41FA5}">
                          <a16:colId xmlns:a16="http://schemas.microsoft.com/office/drawing/2014/main" val="4252576729"/>
                        </a:ext>
                      </a:extLst>
                    </a:gridCol>
                    <a:gridCol w="1016000">
                      <a:extLst>
                        <a:ext uri="{9D8B030D-6E8A-4147-A177-3AD203B41FA5}">
                          <a16:colId xmlns:a16="http://schemas.microsoft.com/office/drawing/2014/main" val="4162870208"/>
                        </a:ext>
                      </a:extLst>
                    </a:gridCol>
                    <a:gridCol w="1016000">
                      <a:extLst>
                        <a:ext uri="{9D8B030D-6E8A-4147-A177-3AD203B41FA5}">
                          <a16:colId xmlns:a16="http://schemas.microsoft.com/office/drawing/2014/main" val="190283205"/>
                        </a:ext>
                      </a:extLst>
                    </a:gridCol>
                  </a:tblGrid>
                  <a:tr h="370840">
                    <a:tc>
                      <a:txBody>
                        <a:bodyPr/>
                        <a:lstStyle/>
                        <a:p>
                          <a:pPr algn="ctr"/>
                          <a:r>
                            <a:rPr lang="en-US" i="1" dirty="0">
                              <a:solidFill>
                                <a:schemeClr val="tx1"/>
                              </a:solidFill>
                              <a:latin typeface="Arial" panose="020B0604020202020204" pitchFamily="34" charset="0"/>
                              <a:cs typeface="Arial" panose="020B0604020202020204" pitchFamily="34" charset="0"/>
                            </a:rPr>
                            <a:t>N</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5</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2797198908"/>
                      </a:ext>
                    </a:extLst>
                  </a:tr>
                  <a:tr h="370840">
                    <a:tc>
                      <a:txBody>
                        <a:bodyPr/>
                        <a:lstStyle/>
                        <a:p>
                          <a:endParaRPr lang="en-US"/>
                        </a:p>
                      </a:txBody>
                      <a:tcPr anchor="ctr">
                        <a:blipFill>
                          <a:blip r:embed="rId4"/>
                          <a:stretch>
                            <a:fillRect l="-599" t="-109836" r="-701198" b="-24590"/>
                          </a:stretch>
                        </a:blipFill>
                      </a:tcPr>
                    </a:tc>
                    <a:tc>
                      <a:txBody>
                        <a:bodyPr/>
                        <a:lstStyle/>
                        <a:p>
                          <a:pPr algn="ctr"/>
                          <a:r>
                            <a:rPr lang="en-US" dirty="0">
                              <a:solidFill>
                                <a:schemeClr val="tx1"/>
                              </a:solidFill>
                              <a:latin typeface="Arial" panose="020B0604020202020204" pitchFamily="34" charset="0"/>
                              <a:cs typeface="Arial" panose="020B0604020202020204" pitchFamily="34" charset="0"/>
                            </a:rPr>
                            <a:t>1.87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2.61</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3.23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3.73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4.14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4.46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4.71</a:t>
                          </a:r>
                        </a:p>
                      </a:txBody>
                      <a:tcPr anchor="ctr"/>
                    </a:tc>
                    <a:extLst>
                      <a:ext uri="{0D108BD9-81ED-4DB2-BD59-A6C34878D82A}">
                        <a16:rowId xmlns:a16="http://schemas.microsoft.com/office/drawing/2014/main" val="157537056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BE0F695-A396-2523-6035-EA5E5E955D51}"/>
                  </a:ext>
                </a:extLst>
              </p:cNvPr>
              <p:cNvGraphicFramePr>
                <a:graphicFrameLocks noGrp="1"/>
              </p:cNvGraphicFramePr>
              <p:nvPr>
                <p:extLst>
                  <p:ext uri="{D42A27DB-BD31-4B8C-83A1-F6EECF244321}">
                    <p14:modId xmlns:p14="http://schemas.microsoft.com/office/powerpoint/2010/main" val="3957870507"/>
                  </p:ext>
                </p:extLst>
              </p:nvPr>
            </p:nvGraphicFramePr>
            <p:xfrm>
              <a:off x="1897814" y="4387252"/>
              <a:ext cx="8128000"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141132999"/>
                        </a:ext>
                      </a:extLst>
                    </a:gridCol>
                    <a:gridCol w="1016000">
                      <a:extLst>
                        <a:ext uri="{9D8B030D-6E8A-4147-A177-3AD203B41FA5}">
                          <a16:colId xmlns:a16="http://schemas.microsoft.com/office/drawing/2014/main" val="2324792049"/>
                        </a:ext>
                      </a:extLst>
                    </a:gridCol>
                    <a:gridCol w="1016000">
                      <a:extLst>
                        <a:ext uri="{9D8B030D-6E8A-4147-A177-3AD203B41FA5}">
                          <a16:colId xmlns:a16="http://schemas.microsoft.com/office/drawing/2014/main" val="2084807765"/>
                        </a:ext>
                      </a:extLst>
                    </a:gridCol>
                    <a:gridCol w="1016000">
                      <a:extLst>
                        <a:ext uri="{9D8B030D-6E8A-4147-A177-3AD203B41FA5}">
                          <a16:colId xmlns:a16="http://schemas.microsoft.com/office/drawing/2014/main" val="2561805095"/>
                        </a:ext>
                      </a:extLst>
                    </a:gridCol>
                    <a:gridCol w="1016000">
                      <a:extLst>
                        <a:ext uri="{9D8B030D-6E8A-4147-A177-3AD203B41FA5}">
                          <a16:colId xmlns:a16="http://schemas.microsoft.com/office/drawing/2014/main" val="3691883681"/>
                        </a:ext>
                      </a:extLst>
                    </a:gridCol>
                    <a:gridCol w="1016000">
                      <a:extLst>
                        <a:ext uri="{9D8B030D-6E8A-4147-A177-3AD203B41FA5}">
                          <a16:colId xmlns:a16="http://schemas.microsoft.com/office/drawing/2014/main" val="4252576729"/>
                        </a:ext>
                      </a:extLst>
                    </a:gridCol>
                    <a:gridCol w="1016000">
                      <a:extLst>
                        <a:ext uri="{9D8B030D-6E8A-4147-A177-3AD203B41FA5}">
                          <a16:colId xmlns:a16="http://schemas.microsoft.com/office/drawing/2014/main" val="4162870208"/>
                        </a:ext>
                      </a:extLst>
                    </a:gridCol>
                    <a:gridCol w="1016000">
                      <a:extLst>
                        <a:ext uri="{9D8B030D-6E8A-4147-A177-3AD203B41FA5}">
                          <a16:colId xmlns:a16="http://schemas.microsoft.com/office/drawing/2014/main" val="190283205"/>
                        </a:ext>
                      </a:extLst>
                    </a:gridCol>
                  </a:tblGrid>
                  <a:tr h="370840">
                    <a:tc>
                      <a:txBody>
                        <a:bodyPr/>
                        <a:lstStyle/>
                        <a:p>
                          <a:pPr algn="ctr"/>
                          <a:r>
                            <a:rPr lang="en-US" i="1" dirty="0">
                              <a:solidFill>
                                <a:schemeClr val="tx1"/>
                              </a:solidFill>
                              <a:latin typeface="Arial" panose="020B0604020202020204" pitchFamily="34" charset="0"/>
                              <a:cs typeface="Arial" panose="020B0604020202020204" pitchFamily="34" charset="0"/>
                            </a:rPr>
                            <a:t>N</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5</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2797198908"/>
                      </a:ext>
                    </a:extLst>
                  </a:tr>
                  <a:tr h="370840">
                    <a:tc>
                      <a:txBody>
                        <a:bodyPr/>
                        <a:lstStyle/>
                        <a:p>
                          <a:pPr algn="ctr"/>
                          <a14:m>
                            <m:oMathPara xmlns:m="http://schemas.openxmlformats.org/officeDocument/2006/math">
                              <m:oMathParaPr>
                                <m:jc m:val="centerGroup"/>
                              </m:oMathParaPr>
                              <m:oMath xmlns:m="http://schemas.openxmlformats.org/officeDocument/2006/math">
                                <m:r>
                                  <a:rPr lang="el-GR" sz="1800" b="1" i="1" smtClean="0">
                                    <a:latin typeface="Cambria Math" panose="02040503050406030204" pitchFamily="18" charset="0"/>
                                    <a:ea typeface="Cambria Math" panose="02040503050406030204" pitchFamily="18" charset="0"/>
                                  </a:rPr>
                                  <m:t>𝜳</m:t>
                                </m:r>
                                <m:d>
                                  <m:dPr>
                                    <m:ctrlPr>
                                      <a:rPr lang="en-US" sz="1800" b="1" i="1">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𝑵</m:t>
                                    </m:r>
                                  </m:e>
                                </m:d>
                              </m:oMath>
                            </m:oMathPara>
                          </a14:m>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1.87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2.61</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3.23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3.73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4.14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4.46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4.71</a:t>
                          </a:r>
                        </a:p>
                      </a:txBody>
                      <a:tcPr anchor="ctr"/>
                    </a:tc>
                    <a:extLst>
                      <a:ext uri="{0D108BD9-81ED-4DB2-BD59-A6C34878D82A}">
                        <a16:rowId xmlns:a16="http://schemas.microsoft.com/office/drawing/2014/main" val="15753705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ea typeface="Cambria Math" panose="02040503050406030204" pitchFamily="18" charset="0"/>
                                  </a:rPr>
                                  <m:t>𝒆</m:t>
                                </m:r>
                                <m:d>
                                  <m:dPr>
                                    <m:ctrlPr>
                                      <a:rPr lang="en-US" sz="1800" b="1" i="1">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𝑵</m:t>
                                    </m:r>
                                  </m:e>
                                </m:d>
                              </m:oMath>
                            </m:oMathPara>
                          </a14:m>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0.07</a:t>
                          </a: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0.075</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0.08</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0.085</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0.09</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0.095</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1502402"/>
                      </a:ext>
                    </a:extLst>
                  </a:tr>
                </a:tbl>
              </a:graphicData>
            </a:graphic>
          </p:graphicFrame>
        </mc:Choice>
        <mc:Fallback xmlns="">
          <p:graphicFrame>
            <p:nvGraphicFramePr>
              <p:cNvPr id="4" name="Table 3">
                <a:extLst>
                  <a:ext uri="{FF2B5EF4-FFF2-40B4-BE49-F238E27FC236}">
                    <a16:creationId xmlns:a16="http://schemas.microsoft.com/office/drawing/2014/main" id="{8BE0F695-A396-2523-6035-EA5E5E955D51}"/>
                  </a:ext>
                </a:extLst>
              </p:cNvPr>
              <p:cNvGraphicFramePr>
                <a:graphicFrameLocks noGrp="1"/>
              </p:cNvGraphicFramePr>
              <p:nvPr>
                <p:extLst>
                  <p:ext uri="{D42A27DB-BD31-4B8C-83A1-F6EECF244321}">
                    <p14:modId xmlns:p14="http://schemas.microsoft.com/office/powerpoint/2010/main" val="3957870507"/>
                  </p:ext>
                </p:extLst>
              </p:nvPr>
            </p:nvGraphicFramePr>
            <p:xfrm>
              <a:off x="1897814" y="4387252"/>
              <a:ext cx="8128000"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4141132999"/>
                        </a:ext>
                      </a:extLst>
                    </a:gridCol>
                    <a:gridCol w="1016000">
                      <a:extLst>
                        <a:ext uri="{9D8B030D-6E8A-4147-A177-3AD203B41FA5}">
                          <a16:colId xmlns:a16="http://schemas.microsoft.com/office/drawing/2014/main" val="2324792049"/>
                        </a:ext>
                      </a:extLst>
                    </a:gridCol>
                    <a:gridCol w="1016000">
                      <a:extLst>
                        <a:ext uri="{9D8B030D-6E8A-4147-A177-3AD203B41FA5}">
                          <a16:colId xmlns:a16="http://schemas.microsoft.com/office/drawing/2014/main" val="2084807765"/>
                        </a:ext>
                      </a:extLst>
                    </a:gridCol>
                    <a:gridCol w="1016000">
                      <a:extLst>
                        <a:ext uri="{9D8B030D-6E8A-4147-A177-3AD203B41FA5}">
                          <a16:colId xmlns:a16="http://schemas.microsoft.com/office/drawing/2014/main" val="2561805095"/>
                        </a:ext>
                      </a:extLst>
                    </a:gridCol>
                    <a:gridCol w="1016000">
                      <a:extLst>
                        <a:ext uri="{9D8B030D-6E8A-4147-A177-3AD203B41FA5}">
                          <a16:colId xmlns:a16="http://schemas.microsoft.com/office/drawing/2014/main" val="3691883681"/>
                        </a:ext>
                      </a:extLst>
                    </a:gridCol>
                    <a:gridCol w="1016000">
                      <a:extLst>
                        <a:ext uri="{9D8B030D-6E8A-4147-A177-3AD203B41FA5}">
                          <a16:colId xmlns:a16="http://schemas.microsoft.com/office/drawing/2014/main" val="4252576729"/>
                        </a:ext>
                      </a:extLst>
                    </a:gridCol>
                    <a:gridCol w="1016000">
                      <a:extLst>
                        <a:ext uri="{9D8B030D-6E8A-4147-A177-3AD203B41FA5}">
                          <a16:colId xmlns:a16="http://schemas.microsoft.com/office/drawing/2014/main" val="4162870208"/>
                        </a:ext>
                      </a:extLst>
                    </a:gridCol>
                    <a:gridCol w="1016000">
                      <a:extLst>
                        <a:ext uri="{9D8B030D-6E8A-4147-A177-3AD203B41FA5}">
                          <a16:colId xmlns:a16="http://schemas.microsoft.com/office/drawing/2014/main" val="190283205"/>
                        </a:ext>
                      </a:extLst>
                    </a:gridCol>
                  </a:tblGrid>
                  <a:tr h="370840">
                    <a:tc>
                      <a:txBody>
                        <a:bodyPr/>
                        <a:lstStyle/>
                        <a:p>
                          <a:pPr algn="ctr"/>
                          <a:r>
                            <a:rPr lang="en-US" i="1" dirty="0">
                              <a:solidFill>
                                <a:schemeClr val="tx1"/>
                              </a:solidFill>
                              <a:latin typeface="Arial" panose="020B0604020202020204" pitchFamily="34" charset="0"/>
                              <a:cs typeface="Arial" panose="020B0604020202020204" pitchFamily="34" charset="0"/>
                            </a:rPr>
                            <a:t>N</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5</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8</a:t>
                          </a:r>
                        </a:p>
                      </a:txBody>
                      <a:tcPr anchor="ctr"/>
                    </a:tc>
                    <a:extLst>
                      <a:ext uri="{0D108BD9-81ED-4DB2-BD59-A6C34878D82A}">
                        <a16:rowId xmlns:a16="http://schemas.microsoft.com/office/drawing/2014/main" val="2797198908"/>
                      </a:ext>
                    </a:extLst>
                  </a:tr>
                  <a:tr h="370840">
                    <a:tc>
                      <a:txBody>
                        <a:bodyPr/>
                        <a:lstStyle/>
                        <a:p>
                          <a:endParaRPr lang="en-US"/>
                        </a:p>
                      </a:txBody>
                      <a:tcPr anchor="ctr">
                        <a:blipFill>
                          <a:blip r:embed="rId5"/>
                          <a:stretch>
                            <a:fillRect l="-599" t="-104839" r="-701198" b="-122581"/>
                          </a:stretch>
                        </a:blipFill>
                      </a:tcPr>
                    </a:tc>
                    <a:tc>
                      <a:txBody>
                        <a:bodyPr/>
                        <a:lstStyle/>
                        <a:p>
                          <a:pPr algn="ctr"/>
                          <a:r>
                            <a:rPr lang="en-US" dirty="0">
                              <a:solidFill>
                                <a:schemeClr val="tx1"/>
                              </a:solidFill>
                              <a:latin typeface="Arial" panose="020B0604020202020204" pitchFamily="34" charset="0"/>
                              <a:cs typeface="Arial" panose="020B0604020202020204" pitchFamily="34" charset="0"/>
                            </a:rPr>
                            <a:t>1.87</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2.61</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3.23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3.73</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4.14</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4.46</a:t>
                          </a:r>
                        </a:p>
                      </a:txBody>
                      <a:tcPr anchor="ctr"/>
                    </a:tc>
                    <a:tc>
                      <a:txBody>
                        <a:bodyPr/>
                        <a:lstStyle/>
                        <a:p>
                          <a:pPr algn="ctr"/>
                          <a:r>
                            <a:rPr lang="en-US" dirty="0">
                              <a:solidFill>
                                <a:schemeClr val="tx1"/>
                              </a:solidFill>
                              <a:latin typeface="Arial" panose="020B0604020202020204" pitchFamily="34" charset="0"/>
                              <a:cs typeface="Arial" panose="020B0604020202020204" pitchFamily="34" charset="0"/>
                            </a:rPr>
                            <a:t>4.71</a:t>
                          </a:r>
                        </a:p>
                      </a:txBody>
                      <a:tcPr anchor="ctr"/>
                    </a:tc>
                    <a:extLst>
                      <a:ext uri="{0D108BD9-81ED-4DB2-BD59-A6C34878D82A}">
                        <a16:rowId xmlns:a16="http://schemas.microsoft.com/office/drawing/2014/main" val="1575370569"/>
                      </a:ext>
                    </a:extLst>
                  </a:tr>
                  <a:tr h="370840">
                    <a:tc>
                      <a:txBody>
                        <a:bodyPr/>
                        <a:lstStyle/>
                        <a:p>
                          <a:endParaRPr lang="en-US"/>
                        </a:p>
                      </a:txBody>
                      <a:tcPr anchor="ctr">
                        <a:blipFill>
                          <a:blip r:embed="rId5"/>
                          <a:stretch>
                            <a:fillRect l="-599" t="-208197" r="-701198" b="-24590"/>
                          </a:stretch>
                        </a:blipFill>
                      </a:tcPr>
                    </a:tc>
                    <a:tc>
                      <a:txBody>
                        <a:bodyPr/>
                        <a:lstStyle/>
                        <a:p>
                          <a:pPr algn="ctr"/>
                          <a:r>
                            <a:rPr lang="en-US" dirty="0">
                              <a:solidFill>
                                <a:schemeClr val="tx1"/>
                              </a:solidFill>
                              <a:latin typeface="Arial" panose="020B0604020202020204" pitchFamily="34" charset="0"/>
                              <a:cs typeface="Arial" panose="020B0604020202020204" pitchFamily="34" charset="0"/>
                            </a:rPr>
                            <a:t>0.07</a:t>
                          </a: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0.075</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0.08</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0.085</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0.09</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0.095</a:t>
                          </a:r>
                          <a:endParaRPr lang="en-US"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kumimoji="0" lang="en-US" sz="1800" b="0" i="0" u="none" strike="noStrike" kern="1200" cap="none" spc="0" normalizeH="0" baseline="0" noProof="0" dirty="0">
                              <a:ln>
                                <a:noFill/>
                              </a:ln>
                              <a:solidFill>
                                <a:srgbClr val="2F2B20"/>
                              </a:solidFill>
                              <a:effectLst/>
                              <a:uLnTx/>
                              <a:uFillTx/>
                              <a:latin typeface="Arial" panose="020B0604020202020204" pitchFamily="34" charset="0"/>
                              <a:ea typeface="+mn-ea"/>
                              <a:cs typeface="Arial" panose="020B0604020202020204" pitchFamily="34" charset="0"/>
                            </a:rPr>
                            <a:t>0.1</a:t>
                          </a:r>
                          <a:endParaRPr lang="en-US"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1502402"/>
                      </a:ext>
                    </a:extLst>
                  </a:tr>
                </a:tbl>
              </a:graphicData>
            </a:graphic>
          </p:graphicFrame>
        </mc:Fallback>
      </mc:AlternateContent>
    </p:spTree>
    <p:custDataLst>
      <p:tags r:id="rId1"/>
    </p:custDataLst>
    <p:extLst>
      <p:ext uri="{BB962C8B-B14F-4D97-AF65-F5344CB8AC3E}">
        <p14:creationId xmlns:p14="http://schemas.microsoft.com/office/powerpoint/2010/main" val="67644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88934-9DCC-78F2-D07B-279CB0E6D04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EB2CE57-BADD-E6C3-4C8A-3F6BEBF4EF30}"/>
              </a:ext>
            </a:extLst>
          </p:cNvPr>
          <p:cNvSpPr>
            <a:spLocks noGrp="1" noChangeArrowheads="1"/>
          </p:cNvSpPr>
          <p:nvPr>
            <p:ph type="title"/>
          </p:nvPr>
        </p:nvSpPr>
        <p:spPr>
          <a:xfrm>
            <a:off x="764620" y="554038"/>
            <a:ext cx="9971690" cy="407507"/>
          </a:xfrm>
        </p:spPr>
        <p:txBody>
          <a:bodyPr/>
          <a:lstStyle/>
          <a:p>
            <a:r>
              <a:rPr lang="en-US" sz="4000" dirty="0" err="1">
                <a:latin typeface="Arial" panose="020B0604020202020204" pitchFamily="34" charset="0"/>
                <a:cs typeface="Arial" panose="020B0604020202020204" pitchFamily="34" charset="0"/>
              </a:rPr>
              <a:t>Isoefficiency</a:t>
            </a:r>
            <a:r>
              <a:rPr lang="en-US" sz="4000" dirty="0">
                <a:latin typeface="Arial" panose="020B0604020202020204" pitchFamily="34" charset="0"/>
                <a:cs typeface="Arial" panose="020B0604020202020204" pitchFamily="34" charset="0"/>
              </a:rPr>
              <a:t> Metric</a:t>
            </a:r>
          </a:p>
        </p:txBody>
      </p:sp>
      <p:sp>
        <p:nvSpPr>
          <p:cNvPr id="3" name="Slide Number Placeholder 2">
            <a:extLst>
              <a:ext uri="{FF2B5EF4-FFF2-40B4-BE49-F238E27FC236}">
                <a16:creationId xmlns:a16="http://schemas.microsoft.com/office/drawing/2014/main" id="{1A825C07-9CB7-524C-0DF0-62083AADC475}"/>
              </a:ext>
            </a:extLst>
          </p:cNvPr>
          <p:cNvSpPr>
            <a:spLocks noGrp="1"/>
          </p:cNvSpPr>
          <p:nvPr>
            <p:ph type="sldNum" sz="quarter" idx="12"/>
          </p:nvPr>
        </p:nvSpPr>
        <p:spPr/>
        <p:txBody>
          <a:bodyPr/>
          <a:lstStyle/>
          <a:p>
            <a:fld id="{3485D9CA-6DAA-4C3C-A3E2-EDEA918D5F89}" type="slidenum">
              <a:rPr lang="en-US">
                <a:latin typeface="Calibri"/>
              </a:rPr>
              <a:pPr/>
              <a:t>64</a:t>
            </a:fld>
            <a:endParaRPr lang="en-US">
              <a:latin typeface="Calibri"/>
            </a:endParaRPr>
          </a:p>
        </p:txBody>
      </p:sp>
      <p:sp>
        <p:nvSpPr>
          <p:cNvPr id="12" name="Rectangle 3">
            <a:extLst>
              <a:ext uri="{FF2B5EF4-FFF2-40B4-BE49-F238E27FC236}">
                <a16:creationId xmlns:a16="http://schemas.microsoft.com/office/drawing/2014/main" id="{F091D4F3-D55E-D226-FC17-CDBA6008BB08}"/>
              </a:ext>
            </a:extLst>
          </p:cNvPr>
          <p:cNvSpPr txBox="1">
            <a:spLocks noChangeArrowheads="1"/>
          </p:cNvSpPr>
          <p:nvPr/>
        </p:nvSpPr>
        <p:spPr>
          <a:xfrm>
            <a:off x="632150" y="1453241"/>
            <a:ext cx="1049891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pPr>
            <a:r>
              <a:rPr lang="en-US" b="1" dirty="0">
                <a:solidFill>
                  <a:srgbClr val="FF0000"/>
                </a:solidFill>
                <a:latin typeface="Arial" panose="020B0604020202020204" pitchFamily="34" charset="0"/>
                <a:cs typeface="Arial" panose="020B0604020202020204" pitchFamily="34" charset="0"/>
              </a:rPr>
              <a:t>Scalability</a:t>
            </a:r>
            <a:r>
              <a:rPr lang="en-US" dirty="0">
                <a:latin typeface="Arial" panose="020B0604020202020204" pitchFamily="34" charset="0"/>
                <a:cs typeface="Arial" panose="020B0604020202020204" pitchFamily="34" charset="0"/>
              </a:rPr>
              <a:t> of a parallel system is a measure of its ability to increase performance as the number of processors increases. </a:t>
            </a:r>
            <a:r>
              <a:rPr lang="en-US" b="1" dirty="0" err="1">
                <a:solidFill>
                  <a:srgbClr val="FF0000"/>
                </a:solidFill>
                <a:latin typeface="Arial" panose="020B0604020202020204" pitchFamily="34" charset="0"/>
                <a:cs typeface="Arial" panose="020B0604020202020204" pitchFamily="34" charset="0"/>
              </a:rPr>
              <a:t>Isoefficiency</a:t>
            </a:r>
            <a:r>
              <a:rPr lang="en-US" b="1" dirty="0">
                <a:solidFill>
                  <a:srgbClr val="FF0000"/>
                </a:solidFill>
                <a:latin typeface="Arial" panose="020B0604020202020204" pitchFamily="34" charset="0"/>
                <a:cs typeface="Arial" panose="020B0604020202020204" pitchFamily="34" charset="0"/>
              </a:rPr>
              <a:t> metric</a:t>
            </a:r>
            <a:r>
              <a:rPr lang="en-US" dirty="0">
                <a:latin typeface="Arial" panose="020B0604020202020204" pitchFamily="34" charset="0"/>
                <a:cs typeface="Arial" panose="020B0604020202020204" pitchFamily="34" charset="0"/>
              </a:rPr>
              <a:t> is used to evaluate the </a:t>
            </a:r>
            <a:r>
              <a:rPr lang="en-US" b="1" dirty="0">
                <a:solidFill>
                  <a:srgbClr val="FF0000"/>
                </a:solidFill>
                <a:latin typeface="Arial" panose="020B0604020202020204" pitchFamily="34" charset="0"/>
                <a:cs typeface="Arial" panose="020B0604020202020204" pitchFamily="34" charset="0"/>
              </a:rPr>
              <a:t>scalability</a:t>
            </a:r>
            <a:r>
              <a:rPr lang="en-US" dirty="0">
                <a:latin typeface="Arial" panose="020B0604020202020204" pitchFamily="34" charset="0"/>
                <a:cs typeface="Arial" panose="020B0604020202020204" pitchFamily="34" charset="0"/>
              </a:rPr>
              <a:t> of a parallel system.</a:t>
            </a:r>
          </a:p>
          <a:p>
            <a:pPr algn="just">
              <a:spcBef>
                <a:spcPts val="0"/>
              </a:spcBef>
            </a:pPr>
            <a:endParaRPr lang="en-US" sz="1200" dirty="0">
              <a:latin typeface="Arial" panose="020B0604020202020204" pitchFamily="34" charset="0"/>
              <a:cs typeface="Arial" panose="020B0604020202020204" pitchFamily="34" charset="0"/>
            </a:endParaRPr>
          </a:p>
          <a:p>
            <a:pPr algn="just">
              <a:spcBef>
                <a:spcPts val="0"/>
              </a:spcBef>
            </a:pPr>
            <a:r>
              <a:rPr lang="en-US" dirty="0">
                <a:latin typeface="Arial" panose="020B0604020202020204" pitchFamily="34" charset="0"/>
                <a:cs typeface="Arial" panose="020B0604020202020204" pitchFamily="34" charset="0"/>
              </a:rPr>
              <a:t>A scalable system should maintain efficiency as # of processors (</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is increased. </a:t>
            </a:r>
            <a:r>
              <a:rPr lang="en-US" dirty="0" err="1">
                <a:latin typeface="Arial" panose="020B0604020202020204" pitchFamily="34" charset="0"/>
                <a:cs typeface="Arial" panose="020B0604020202020204" pitchFamily="34" charset="0"/>
              </a:rPr>
              <a:t>Isoefficiency</a:t>
            </a:r>
            <a:r>
              <a:rPr lang="en-US" dirty="0">
                <a:latin typeface="Arial" panose="020B0604020202020204" pitchFamily="34" charset="0"/>
                <a:cs typeface="Arial" panose="020B0604020202020204" pitchFamily="34" charset="0"/>
              </a:rPr>
              <a:t> metric tells us </a:t>
            </a:r>
            <a:r>
              <a:rPr lang="en-US" b="1" dirty="0">
                <a:solidFill>
                  <a:srgbClr val="00B050"/>
                </a:solidFill>
                <a:latin typeface="Arial" panose="020B0604020202020204" pitchFamily="34" charset="0"/>
                <a:cs typeface="Arial" panose="020B0604020202020204" pitchFamily="34" charset="0"/>
              </a:rPr>
              <a:t>how much we need to increase the problem size or computational work (</a:t>
            </a:r>
            <a:r>
              <a:rPr lang="en-US" b="1" i="1" dirty="0">
                <a:solidFill>
                  <a:srgbClr val="00B050"/>
                </a:solidFill>
                <a:latin typeface="Arial" panose="020B0604020202020204" pitchFamily="34" charset="0"/>
                <a:cs typeface="Arial" panose="020B0604020202020204" pitchFamily="34" charset="0"/>
              </a:rPr>
              <a:t>W</a:t>
            </a:r>
            <a:r>
              <a:rPr lang="en-US" b="1"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to maintain a constant </a:t>
            </a:r>
            <a:r>
              <a:rPr lang="en-US" b="1" dirty="0">
                <a:solidFill>
                  <a:srgbClr val="FF0000"/>
                </a:solidFill>
                <a:latin typeface="Arial" panose="020B0604020202020204" pitchFamily="34" charset="0"/>
                <a:cs typeface="Arial" panose="020B0604020202020204" pitchFamily="34" charset="0"/>
              </a:rPr>
              <a:t>efficiency (</a:t>
            </a:r>
            <a:r>
              <a:rPr lang="en-US" b="1" i="1" dirty="0">
                <a:solidFill>
                  <a:srgbClr val="FF0000"/>
                </a:solidFill>
                <a:latin typeface="Arial" panose="020B0604020202020204" pitchFamily="34" charset="0"/>
                <a:cs typeface="Arial" panose="020B0604020202020204" pitchFamily="34" charset="0"/>
              </a:rPr>
              <a:t>E)</a:t>
            </a:r>
            <a:r>
              <a:rPr lang="en-US" dirty="0">
                <a:latin typeface="Arial" panose="020B0604020202020204" pitchFamily="34" charset="0"/>
                <a:cs typeface="Arial" panose="020B0604020202020204" pitchFamily="34" charset="0"/>
              </a:rPr>
              <a:t> as we add more processors. </a:t>
            </a:r>
          </a:p>
          <a:p>
            <a:pPr algn="just">
              <a:spcBef>
                <a:spcPts val="0"/>
              </a:spcBef>
            </a:pPr>
            <a:endParaRPr lang="en-US" sz="1200" dirty="0">
              <a:latin typeface="Arial" panose="020B0604020202020204" pitchFamily="34" charset="0"/>
              <a:cs typeface="Arial" panose="020B0604020202020204" pitchFamily="34" charset="0"/>
            </a:endParaRPr>
          </a:p>
          <a:p>
            <a:pPr algn="just">
              <a:spcBef>
                <a:spcPts val="0"/>
              </a:spcBef>
            </a:pPr>
            <a:r>
              <a:rPr lang="en-US" dirty="0" err="1">
                <a:latin typeface="Arial" panose="020B0604020202020204" pitchFamily="34" charset="0"/>
                <a:cs typeface="Arial" panose="020B0604020202020204" pitchFamily="34" charset="0"/>
              </a:rPr>
              <a:t>Isoefficiency</a:t>
            </a:r>
            <a:r>
              <a:rPr lang="en-US" dirty="0">
                <a:latin typeface="Arial" panose="020B0604020202020204" pitchFamily="34" charset="0"/>
                <a:cs typeface="Arial" panose="020B0604020202020204" pitchFamily="34" charset="0"/>
              </a:rPr>
              <a:t> function (</a:t>
            </a:r>
            <a:r>
              <a:rPr lang="en-US" b="1" i="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describes how </a:t>
            </a:r>
            <a:r>
              <a:rPr lang="en-US" b="1" i="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should grow relative to </a:t>
            </a:r>
            <a:r>
              <a:rPr lang="en-US" b="1"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A lower value of </a:t>
            </a:r>
            <a:r>
              <a:rPr lang="en-US" b="1" i="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means </a:t>
            </a:r>
            <a:r>
              <a:rPr lang="en-US" b="1" dirty="0">
                <a:solidFill>
                  <a:srgbClr val="00B050"/>
                </a:solidFill>
                <a:latin typeface="Arial" panose="020B0604020202020204" pitchFamily="34" charset="0"/>
                <a:cs typeface="Arial" panose="020B0604020202020204" pitchFamily="34" charset="0"/>
              </a:rPr>
              <a:t>better scalability</a:t>
            </a:r>
            <a:r>
              <a:rPr lang="en-US" dirty="0" smtClean="0">
                <a:latin typeface="Arial" panose="020B0604020202020204" pitchFamily="34" charset="0"/>
                <a:cs typeface="Arial" panose="020B0604020202020204" pitchFamily="34" charset="0"/>
              </a:rPr>
              <a:t>.</a:t>
            </a:r>
          </a:p>
          <a:p>
            <a:pPr marL="114300" indent="0" algn="just">
              <a:spcBef>
                <a:spcPts val="0"/>
              </a:spcBef>
              <a:buNone/>
            </a:pPr>
            <a:endParaRPr lang="en-US" dirty="0" smtClean="0">
              <a:latin typeface="Arial" panose="020B0604020202020204" pitchFamily="34" charset="0"/>
              <a:cs typeface="Arial" panose="020B0604020202020204" pitchFamily="34" charset="0"/>
            </a:endParaRPr>
          </a:p>
          <a:p>
            <a:pPr algn="just">
              <a:spcBef>
                <a:spcPts val="0"/>
              </a:spcBef>
            </a:pPr>
            <a:r>
              <a:rPr lang="en-US" b="1" dirty="0" err="1">
                <a:solidFill>
                  <a:srgbClr val="FF0000"/>
                </a:solidFill>
                <a:latin typeface="Arial" panose="020B0604020202020204" pitchFamily="34" charset="0"/>
                <a:cs typeface="Arial" panose="020B0604020202020204" pitchFamily="34" charset="0"/>
              </a:rPr>
              <a:t>Isoefficiency</a:t>
            </a:r>
            <a:r>
              <a:rPr lang="en-US" b="1" dirty="0">
                <a:solidFill>
                  <a:srgbClr val="FF0000"/>
                </a:solidFill>
                <a:latin typeface="Arial" panose="020B0604020202020204" pitchFamily="34" charset="0"/>
                <a:cs typeface="Arial" panose="020B0604020202020204" pitchFamily="34" charset="0"/>
              </a:rPr>
              <a:t> tells </a:t>
            </a:r>
            <a:r>
              <a:rPr lang="en-US" b="1" dirty="0" smtClean="0">
                <a:solidFill>
                  <a:srgbClr val="FF0000"/>
                </a:solidFill>
                <a:latin typeface="Arial" panose="020B0604020202020204" pitchFamily="34" charset="0"/>
                <a:cs typeface="Arial" panose="020B0604020202020204" pitchFamily="34" charset="0"/>
              </a:rPr>
              <a:t>us </a:t>
            </a:r>
            <a:r>
              <a:rPr lang="en-US" b="1" dirty="0">
                <a:solidFill>
                  <a:srgbClr val="FF0000"/>
                </a:solidFill>
                <a:latin typeface="Arial" panose="020B0604020202020204" pitchFamily="34" charset="0"/>
                <a:cs typeface="Arial" panose="020B0604020202020204" pitchFamily="34" charset="0"/>
              </a:rPr>
              <a:t>how much harder </a:t>
            </a:r>
            <a:r>
              <a:rPr lang="en-US" b="1" dirty="0" smtClean="0">
                <a:solidFill>
                  <a:srgbClr val="FF0000"/>
                </a:solidFill>
                <a:latin typeface="Arial" panose="020B0604020202020204" pitchFamily="34" charset="0"/>
                <a:cs typeface="Arial" panose="020B0604020202020204" pitchFamily="34" charset="0"/>
              </a:rPr>
              <a:t>we </a:t>
            </a:r>
            <a:r>
              <a:rPr lang="en-US" b="1" dirty="0">
                <a:solidFill>
                  <a:srgbClr val="FF0000"/>
                </a:solidFill>
                <a:latin typeface="Arial" panose="020B0604020202020204" pitchFamily="34" charset="0"/>
                <a:cs typeface="Arial" panose="020B0604020202020204" pitchFamily="34" charset="0"/>
              </a:rPr>
              <a:t>need to work (increase W) to make use of more processors without losing efficiency.</a:t>
            </a:r>
          </a:p>
          <a:p>
            <a:pPr algn="just">
              <a:spcBef>
                <a:spcPts val="0"/>
              </a:spcBef>
            </a:pPr>
            <a:endParaRPr lang="en-US" sz="1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20911585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88934-9DCC-78F2-D07B-279CB0E6D04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EB2CE57-BADD-E6C3-4C8A-3F6BEBF4EF30}"/>
              </a:ext>
            </a:extLst>
          </p:cNvPr>
          <p:cNvSpPr>
            <a:spLocks noGrp="1" noChangeArrowheads="1"/>
          </p:cNvSpPr>
          <p:nvPr>
            <p:ph type="title"/>
          </p:nvPr>
        </p:nvSpPr>
        <p:spPr>
          <a:xfrm>
            <a:off x="764620" y="554038"/>
            <a:ext cx="9971690" cy="407507"/>
          </a:xfrm>
        </p:spPr>
        <p:txBody>
          <a:bodyPr/>
          <a:lstStyle/>
          <a:p>
            <a:r>
              <a:rPr lang="en-US" sz="4000" dirty="0" err="1">
                <a:latin typeface="Arial" panose="020B0604020202020204" pitchFamily="34" charset="0"/>
                <a:cs typeface="Arial" panose="020B0604020202020204" pitchFamily="34" charset="0"/>
              </a:rPr>
              <a:t>Isoefficiency</a:t>
            </a:r>
            <a:r>
              <a:rPr lang="en-US" sz="4000" dirty="0">
                <a:latin typeface="Arial" panose="020B0604020202020204" pitchFamily="34" charset="0"/>
                <a:cs typeface="Arial" panose="020B0604020202020204" pitchFamily="34" charset="0"/>
              </a:rPr>
              <a:t> </a:t>
            </a:r>
            <a:r>
              <a:rPr lang="en-US" sz="4000" dirty="0" smtClean="0">
                <a:latin typeface="Arial" panose="020B0604020202020204" pitchFamily="34" charset="0"/>
                <a:cs typeface="Arial" panose="020B0604020202020204" pitchFamily="34" charset="0"/>
              </a:rPr>
              <a:t>Metric Equation</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1A825C07-9CB7-524C-0DF0-62083AADC475}"/>
              </a:ext>
            </a:extLst>
          </p:cNvPr>
          <p:cNvSpPr>
            <a:spLocks noGrp="1"/>
          </p:cNvSpPr>
          <p:nvPr>
            <p:ph type="sldNum" sz="quarter" idx="12"/>
          </p:nvPr>
        </p:nvSpPr>
        <p:spPr/>
        <p:txBody>
          <a:bodyPr/>
          <a:lstStyle/>
          <a:p>
            <a:fld id="{3485D9CA-6DAA-4C3C-A3E2-EDEA918D5F89}" type="slidenum">
              <a:rPr lang="en-US">
                <a:latin typeface="Calibri"/>
              </a:rPr>
              <a:pPr/>
              <a:t>65</a:t>
            </a:fld>
            <a:endParaRPr lang="en-US">
              <a:latin typeface="Calibri"/>
            </a:endParaRPr>
          </a:p>
        </p:txBody>
      </p:sp>
      <p:sp>
        <p:nvSpPr>
          <p:cNvPr id="12" name="Rectangle 3">
            <a:extLst>
              <a:ext uri="{FF2B5EF4-FFF2-40B4-BE49-F238E27FC236}">
                <a16:creationId xmlns:a16="http://schemas.microsoft.com/office/drawing/2014/main" id="{F091D4F3-D55E-D226-FC17-CDBA6008BB08}"/>
              </a:ext>
            </a:extLst>
          </p:cNvPr>
          <p:cNvSpPr txBox="1">
            <a:spLocks noChangeArrowheads="1"/>
          </p:cNvSpPr>
          <p:nvPr/>
        </p:nvSpPr>
        <p:spPr>
          <a:xfrm>
            <a:off x="632150" y="1453241"/>
            <a:ext cx="1049891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pPr>
            <a:endParaRPr lang="en-US"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632150" y="1318985"/>
            <a:ext cx="10348816" cy="4726215"/>
          </a:xfrm>
          <a:prstGeom prst="rect">
            <a:avLst/>
          </a:prstGeom>
        </p:spPr>
      </p:pic>
    </p:spTree>
    <p:custDataLst>
      <p:tags r:id="rId1"/>
    </p:custDataLst>
    <p:extLst>
      <p:ext uri="{BB962C8B-B14F-4D97-AF65-F5344CB8AC3E}">
        <p14:creationId xmlns:p14="http://schemas.microsoft.com/office/powerpoint/2010/main" val="416348315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6664C-C479-90C1-E3D5-0CAC420AF67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61A0828-6A71-33D3-7092-CEB1317EE227}"/>
              </a:ext>
            </a:extLst>
          </p:cNvPr>
          <p:cNvSpPr>
            <a:spLocks noGrp="1" noChangeArrowheads="1"/>
          </p:cNvSpPr>
          <p:nvPr>
            <p:ph type="title"/>
          </p:nvPr>
        </p:nvSpPr>
        <p:spPr>
          <a:xfrm>
            <a:off x="764620" y="554038"/>
            <a:ext cx="9971690" cy="407507"/>
          </a:xfrm>
        </p:spPr>
        <p:txBody>
          <a:bodyPr/>
          <a:lstStyle/>
          <a:p>
            <a:r>
              <a:rPr lang="en-US" sz="4000" dirty="0" err="1">
                <a:latin typeface="Arial" panose="020B0604020202020204" pitchFamily="34" charset="0"/>
                <a:cs typeface="Arial" panose="020B0604020202020204" pitchFamily="34" charset="0"/>
              </a:rPr>
              <a:t>Isoefficiency</a:t>
            </a:r>
            <a:r>
              <a:rPr lang="en-US" sz="4000" dirty="0">
                <a:latin typeface="Arial" panose="020B0604020202020204" pitchFamily="34" charset="0"/>
                <a:cs typeface="Arial" panose="020B0604020202020204" pitchFamily="34" charset="0"/>
              </a:rPr>
              <a:t> Metric</a:t>
            </a:r>
          </a:p>
        </p:txBody>
      </p:sp>
      <p:sp>
        <p:nvSpPr>
          <p:cNvPr id="3" name="Slide Number Placeholder 2">
            <a:extLst>
              <a:ext uri="{FF2B5EF4-FFF2-40B4-BE49-F238E27FC236}">
                <a16:creationId xmlns:a16="http://schemas.microsoft.com/office/drawing/2014/main" id="{EC14A5B5-E483-C606-360E-3096D2891022}"/>
              </a:ext>
            </a:extLst>
          </p:cNvPr>
          <p:cNvSpPr>
            <a:spLocks noGrp="1"/>
          </p:cNvSpPr>
          <p:nvPr>
            <p:ph type="sldNum" sz="quarter" idx="12"/>
          </p:nvPr>
        </p:nvSpPr>
        <p:spPr/>
        <p:txBody>
          <a:bodyPr/>
          <a:lstStyle/>
          <a:p>
            <a:fld id="{3485D9CA-6DAA-4C3C-A3E2-EDEA918D5F89}" type="slidenum">
              <a:rPr lang="en-US">
                <a:latin typeface="Calibri"/>
              </a:rPr>
              <a:pPr/>
              <a:t>66</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B89C4B5D-D399-BDC0-E5E3-B6CAEDE3F1C9}"/>
                  </a:ext>
                </a:extLst>
              </p:cNvPr>
              <p:cNvSpPr txBox="1">
                <a:spLocks noChangeArrowheads="1"/>
              </p:cNvSpPr>
              <p:nvPr/>
            </p:nvSpPr>
            <p:spPr>
              <a:xfrm>
                <a:off x="624512" y="1103371"/>
                <a:ext cx="1051711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114300" indent="0" algn="just">
                  <a:spcBef>
                    <a:spcPts val="0"/>
                  </a:spcBef>
                  <a:buNone/>
                </a:pPr>
                <a:r>
                  <a:rPr lang="en-US" sz="2000" dirty="0">
                    <a:latin typeface="Arial" panose="020B0604020202020204" pitchFamily="34" charset="0"/>
                    <a:cs typeface="Arial" panose="020B0604020202020204" pitchFamily="34" charset="0"/>
                  </a:rPr>
                  <a:t>For a system to be scalable, the problem size (</a:t>
                </a:r>
                <a:r>
                  <a:rPr lang="en-US" sz="2000" b="1" i="1" dirty="0">
                    <a:latin typeface="Arial" panose="020B0604020202020204" pitchFamily="34" charset="0"/>
                    <a:cs typeface="Arial" panose="020B0604020202020204" pitchFamily="34" charset="0"/>
                  </a:rPr>
                  <a:t>W</a:t>
                </a:r>
                <a:r>
                  <a:rPr lang="en-US" sz="2000" dirty="0">
                    <a:latin typeface="Arial" panose="020B0604020202020204" pitchFamily="34" charset="0"/>
                    <a:cs typeface="Arial" panose="020B0604020202020204" pitchFamily="34" charset="0"/>
                  </a:rPr>
                  <a:t>) must grow at least as fast as the total parallelization overhead </a:t>
                </a:r>
                <a14:m>
                  <m:oMath xmlns:m="http://schemas.openxmlformats.org/officeDocument/2006/math">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𝑻</m:t>
                        </m:r>
                      </m:e>
                      <m:sub>
                        <m:r>
                          <a:rPr lang="en-US" sz="2000" b="1" i="1">
                            <a:latin typeface="Cambria Math" panose="02040503050406030204" pitchFamily="18" charset="0"/>
                            <a:ea typeface="Cambria Math" panose="02040503050406030204" pitchFamily="18" charset="0"/>
                          </a:rPr>
                          <m:t>𝟎</m:t>
                        </m:r>
                      </m:sub>
                    </m:sSub>
                    <m:d>
                      <m:dPr>
                        <m:ctrlPr>
                          <a:rPr lang="en-US" sz="2000" b="1" i="1">
                            <a:latin typeface="Cambria Math" panose="02040503050406030204" pitchFamily="18" charset="0"/>
                            <a:ea typeface="Cambria Math" panose="02040503050406030204" pitchFamily="18" charset="0"/>
                          </a:rPr>
                        </m:ctrlPr>
                      </m:dPr>
                      <m:e>
                        <m:r>
                          <a:rPr lang="en-US" sz="2000" b="1" i="1">
                            <a:latin typeface="Cambria Math" panose="02040503050406030204" pitchFamily="18" charset="0"/>
                            <a:ea typeface="Cambria Math" panose="02040503050406030204" pitchFamily="18" charset="0"/>
                          </a:rPr>
                          <m:t>𝑵</m:t>
                        </m:r>
                      </m:e>
                    </m:d>
                  </m:oMath>
                </a14:m>
                <a:r>
                  <a:rPr lang="en-US" sz="2000" dirty="0">
                    <a:latin typeface="Arial" panose="020B0604020202020204" pitchFamily="34" charset="0"/>
                    <a:cs typeface="Arial" panose="020B0604020202020204" pitchFamily="34" charset="0"/>
                  </a:rPr>
                  <a:t>.</a:t>
                </a:r>
              </a:p>
              <a:p>
                <a:pPr marL="114300" indent="0" algn="just">
                  <a:spcBef>
                    <a:spcPts val="0"/>
                  </a:spcBef>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𝑊</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m:rPr>
                          <m:nor/>
                        </m:rPr>
                        <a:rPr lang="el-GR" sz="2000"/>
                        <m:t>Θ</m:t>
                      </m:r>
                      <m:r>
                        <a:rPr lang="en-US" sz="2000" b="1" i="1" smtClean="0">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𝑻</m:t>
                          </m:r>
                        </m:e>
                        <m:sub>
                          <m:r>
                            <a:rPr lang="en-US" sz="2000" b="1" i="1">
                              <a:latin typeface="Cambria Math" panose="02040503050406030204" pitchFamily="18" charset="0"/>
                              <a:ea typeface="Cambria Math" panose="02040503050406030204" pitchFamily="18" charset="0"/>
                            </a:rPr>
                            <m:t>𝟎</m:t>
                          </m:r>
                        </m:sub>
                      </m:sSub>
                      <m:d>
                        <m:dPr>
                          <m:ctrlPr>
                            <a:rPr lang="en-US" sz="2000" b="1" i="1">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𝑵</m:t>
                          </m:r>
                        </m:e>
                      </m:d>
                      <m:r>
                        <a:rPr lang="en-US" sz="2000" b="1" i="1" smtClean="0">
                          <a:latin typeface="Cambria Math" panose="02040503050406030204" pitchFamily="18" charset="0"/>
                          <a:ea typeface="Cambria Math" panose="02040503050406030204" pitchFamily="18" charset="0"/>
                        </a:rPr>
                        <m:t>)</m:t>
                      </m:r>
                    </m:oMath>
                  </m:oMathPara>
                </a14:m>
                <a:endParaRPr lang="en-US" sz="2000" dirty="0" smtClean="0">
                  <a:latin typeface="Arial" panose="020B0604020202020204" pitchFamily="34" charset="0"/>
                  <a:cs typeface="Arial" panose="020B0604020202020204" pitchFamily="34" charset="0"/>
                </a:endParaRPr>
              </a:p>
              <a:p>
                <a:pPr marL="114300" indent="0" algn="just">
                  <a:spcBef>
                    <a:spcPts val="0"/>
                  </a:spcBef>
                  <a:buNone/>
                </a:pPr>
                <a:endParaRPr lang="en-US" sz="2000" dirty="0">
                  <a:latin typeface="Arial" panose="020B0604020202020204" pitchFamily="34" charset="0"/>
                  <a:cs typeface="Arial" panose="020B0604020202020204" pitchFamily="34" charset="0"/>
                </a:endParaRPr>
              </a:p>
              <a:p>
                <a:pPr marL="114300" indent="0" algn="just">
                  <a:spcBef>
                    <a:spcPts val="0"/>
                  </a:spcBef>
                  <a:buNone/>
                </a:pPr>
                <a:r>
                  <a:rPr lang="en-US" sz="2000" dirty="0" smtClean="0">
                    <a:latin typeface="Arial" panose="020B0604020202020204" pitchFamily="34" charset="0"/>
                    <a:cs typeface="Arial" panose="020B0604020202020204" pitchFamily="34" charset="0"/>
                  </a:rPr>
                  <a:t>Remarks </a:t>
                </a:r>
                <a:r>
                  <a:rPr lang="en-US" sz="2000" dirty="0">
                    <a:latin typeface="Arial" panose="020B0604020202020204" pitchFamily="34" charset="0"/>
                    <a:cs typeface="Arial" panose="020B0604020202020204" pitchFamily="34" charset="0"/>
                  </a:rPr>
                  <a:t>on </a:t>
                </a:r>
                <a:r>
                  <a:rPr lang="en-US" sz="2000" dirty="0" err="1">
                    <a:latin typeface="Arial" panose="020B0604020202020204" pitchFamily="34" charset="0"/>
                    <a:cs typeface="Arial" panose="020B0604020202020204" pitchFamily="34" charset="0"/>
                  </a:rPr>
                  <a:t>Isoefficiency</a:t>
                </a:r>
                <a:r>
                  <a:rPr lang="en-US" sz="2000" dirty="0">
                    <a:latin typeface="Arial" panose="020B0604020202020204" pitchFamily="34" charset="0"/>
                    <a:cs typeface="Arial" panose="020B0604020202020204" pitchFamily="34" charset="0"/>
                  </a:rPr>
                  <a:t>:</a:t>
                </a:r>
              </a:p>
              <a:p>
                <a:pPr lvl="1" algn="just">
                  <a:spcBef>
                    <a:spcPts val="0"/>
                  </a:spcBef>
                </a:pPr>
                <a:r>
                  <a:rPr lang="en-US" sz="1800" dirty="0">
                    <a:latin typeface="Arial" panose="020B0604020202020204" pitchFamily="34" charset="0"/>
                    <a:cs typeface="Arial" panose="020B0604020202020204" pitchFamily="34" charset="0"/>
                  </a:rPr>
                  <a:t>Determines if adding more processors is beneficial.</a:t>
                </a:r>
              </a:p>
              <a:p>
                <a:pPr lvl="1" algn="just">
                  <a:spcBef>
                    <a:spcPts val="0"/>
                  </a:spcBef>
                </a:pPr>
                <a:r>
                  <a:rPr lang="en-US" sz="1800" dirty="0">
                    <a:latin typeface="Arial" panose="020B0604020202020204" pitchFamily="34" charset="0"/>
                    <a:cs typeface="Arial" panose="020B0604020202020204" pitchFamily="34" charset="0"/>
                  </a:rPr>
                  <a:t>Helps in designing scalable parallel algorithms.</a:t>
                </a:r>
              </a:p>
              <a:p>
                <a:pPr lvl="1" algn="just">
                  <a:spcBef>
                    <a:spcPts val="0"/>
                  </a:spcBef>
                </a:pPr>
                <a:r>
                  <a:rPr lang="en-US" sz="1800" dirty="0">
                    <a:latin typeface="Arial" panose="020B0604020202020204" pitchFamily="34" charset="0"/>
                    <a:cs typeface="Arial" panose="020B0604020202020204" pitchFamily="34" charset="0"/>
                  </a:rPr>
                  <a:t>Shows the cost of parallelization overhead (communication, load balancing, etc.).</a:t>
                </a:r>
              </a:p>
              <a:p>
                <a:pPr marL="114300" indent="0" algn="just">
                  <a:spcBef>
                    <a:spcPts val="0"/>
                  </a:spcBef>
                  <a:buNone/>
                </a:pPr>
                <a:endParaRPr lang="en-US" sz="2000"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B89C4B5D-D399-BDC0-E5E3-B6CAEDE3F1C9}"/>
                  </a:ext>
                </a:extLst>
              </p:cNvPr>
              <p:cNvSpPr txBox="1">
                <a:spLocks noRot="1" noChangeAspect="1" noMove="1" noResize="1" noEditPoints="1" noAdjustHandles="1" noChangeArrowheads="1" noChangeShapeType="1" noTextEdit="1"/>
              </p:cNvSpPr>
              <p:nvPr/>
            </p:nvSpPr>
            <p:spPr>
              <a:xfrm>
                <a:off x="624512" y="1103371"/>
                <a:ext cx="10517113" cy="5404759"/>
              </a:xfrm>
              <a:prstGeom prst="rect">
                <a:avLst/>
              </a:prstGeom>
              <a:blipFill>
                <a:blip r:embed="rId3"/>
                <a:stretch>
                  <a:fillRect t="-451" r="-579"/>
                </a:stretch>
              </a:blipFill>
              <a:ln w="158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87D4361-5B3A-219F-9E83-862B9F6FDF5B}"/>
                  </a:ext>
                </a:extLst>
              </p:cNvPr>
              <p:cNvGraphicFramePr>
                <a:graphicFrameLocks noGrp="1"/>
              </p:cNvGraphicFramePr>
              <p:nvPr>
                <p:extLst>
                  <p:ext uri="{D42A27DB-BD31-4B8C-83A1-F6EECF244321}">
                    <p14:modId xmlns:p14="http://schemas.microsoft.com/office/powerpoint/2010/main" val="626398773"/>
                  </p:ext>
                </p:extLst>
              </p:nvPr>
            </p:nvGraphicFramePr>
            <p:xfrm>
              <a:off x="764620" y="3850640"/>
              <a:ext cx="8869681" cy="2194560"/>
            </p:xfrm>
            <a:graphic>
              <a:graphicData uri="http://schemas.openxmlformats.org/drawingml/2006/table">
                <a:tbl>
                  <a:tblPr firstRow="1" bandRow="1">
                    <a:tableStyleId>{2D5ABB26-0587-4C30-8999-92F81FD0307C}</a:tableStyleId>
                  </a:tblPr>
                  <a:tblGrid>
                    <a:gridCol w="2871365">
                      <a:extLst>
                        <a:ext uri="{9D8B030D-6E8A-4147-A177-3AD203B41FA5}">
                          <a16:colId xmlns:a16="http://schemas.microsoft.com/office/drawing/2014/main" val="3129515945"/>
                        </a:ext>
                      </a:extLst>
                    </a:gridCol>
                    <a:gridCol w="5998316">
                      <a:extLst>
                        <a:ext uri="{9D8B030D-6E8A-4147-A177-3AD203B41FA5}">
                          <a16:colId xmlns:a16="http://schemas.microsoft.com/office/drawing/2014/main" val="412306474"/>
                        </a:ext>
                      </a:extLst>
                    </a:gridCol>
                  </a:tblGrid>
                  <a:tr h="350520">
                    <a:tc>
                      <a:txBody>
                        <a:bodyPr/>
                        <a:lstStyle/>
                        <a:p>
                          <a:pPr algn="ctr"/>
                          <a:r>
                            <a:rPr lang="en-US" sz="1800" b="1" kern="1200" dirty="0" err="1">
                              <a:solidFill>
                                <a:schemeClr val="tx1"/>
                              </a:solidFill>
                              <a:latin typeface="Arial" panose="020B0604020202020204" pitchFamily="34" charset="0"/>
                              <a:cs typeface="Arial" panose="020B0604020202020204" pitchFamily="34" charset="0"/>
                            </a:rPr>
                            <a:t>Isoefficiency</a:t>
                          </a:r>
                          <a:r>
                            <a:rPr lang="en-US" sz="1800" b="1" kern="1200" dirty="0">
                              <a:solidFill>
                                <a:schemeClr val="tx1"/>
                              </a:solidFill>
                              <a:latin typeface="Arial" panose="020B0604020202020204" pitchFamily="34" charset="0"/>
                              <a:cs typeface="Arial" panose="020B0604020202020204" pitchFamily="34" charset="0"/>
                            </a:rPr>
                            <a:t> Function</a:t>
                          </a:r>
                          <a:endParaRPr lang="en-US" sz="1800" b="1"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b="1" dirty="0">
                              <a:solidFill>
                                <a:schemeClr val="tx1"/>
                              </a:solidFill>
                              <a:latin typeface="Arial" panose="020B0604020202020204" pitchFamily="34" charset="0"/>
                              <a:cs typeface="Arial" panose="020B0604020202020204" pitchFamily="34" charset="0"/>
                            </a:rPr>
                            <a:t>Problem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944326718"/>
                      </a:ext>
                    </a:extLst>
                  </a:tr>
                  <a:tr h="350520">
                    <a:tc>
                      <a:txBody>
                        <a:bodyPr/>
                        <a:lstStyle/>
                        <a:p>
                          <a:pPr algn="ctr"/>
                          <a14:m>
                            <m:oMath xmlns:m="http://schemas.openxmlformats.org/officeDocument/2006/math">
                              <m:r>
                                <m:rPr>
                                  <m:sty m:val="p"/>
                                </m:rPr>
                                <a:rPr lang="en-US" b="0" smtClean="0">
                                  <a:solidFill>
                                    <a:schemeClr val="tx1"/>
                                  </a:solidFill>
                                  <a:latin typeface="Cambria Math" panose="02040503050406030204" pitchFamily="18" charset="0"/>
                                </a:rPr>
                                <m:t>W</m:t>
                              </m:r>
                              <m:r>
                                <a:rPr lang="en-US" b="0" smtClean="0">
                                  <a:solidFill>
                                    <a:schemeClr val="tx1"/>
                                  </a:solidFill>
                                  <a:latin typeface="Cambria Math" panose="02040503050406030204" pitchFamily="18" charset="0"/>
                                </a:rPr>
                                <m:t>=</m:t>
                              </m:r>
                              <m:r>
                                <m:rPr>
                                  <m:nor/>
                                </m:rPr>
                                <a:rPr lang="en-US" sz="1800" dirty="0" smtClean="0">
                                  <a:latin typeface="Arial" panose="020B0604020202020204" pitchFamily="34" charset="0"/>
                                  <a:cs typeface="Arial" panose="020B0604020202020204" pitchFamily="34" charset="0"/>
                                </a:rPr>
                                <m:t>O</m:t>
                              </m:r>
                              <m:r>
                                <a:rPr lang="en-US" b="0" smtClean="0">
                                  <a:solidFill>
                                    <a:schemeClr val="tx1"/>
                                  </a:solidFill>
                                  <a:latin typeface="Cambria Math" panose="02040503050406030204" pitchFamily="18" charset="0"/>
                                </a:rPr>
                                <m:t>(1)</m:t>
                              </m:r>
                            </m:oMath>
                          </a14:m>
                          <a:r>
                            <a:rPr lang="en-US" b="0" dirty="0">
                              <a:solidFill>
                                <a:schemeClr val="tx1"/>
                              </a:solidFill>
                              <a:latin typeface="Arial" panose="020B0604020202020204" pitchFamily="34" charset="0"/>
                              <a:cs typeface="Arial" panose="020B0604020202020204" pitchFamily="34" charset="0"/>
                            </a:rPr>
                            <a:t> (constant)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latin typeface="Arial" panose="020B0604020202020204" pitchFamily="34" charset="0"/>
                              <a:cs typeface="Arial" panose="020B0604020202020204" pitchFamily="34" charset="0"/>
                            </a:rPr>
                            <a:t>Perfect scalability (ideal but unrealistic)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0172438"/>
                      </a:ext>
                    </a:extLst>
                  </a:tr>
                  <a:tr h="350520">
                    <a:tc>
                      <a:txBody>
                        <a:bodyPr/>
                        <a:lstStyle/>
                        <a:p>
                          <a:pPr algn="ctr"/>
                          <a14:m>
                            <m:oMath xmlns:m="http://schemas.openxmlformats.org/officeDocument/2006/math">
                              <m:r>
                                <m:rPr>
                                  <m:sty m:val="p"/>
                                </m:rP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W</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r>
                                <m:rPr>
                                  <m:nor/>
                                </m:rPr>
                                <a:rPr lang="en-US" sz="1800" dirty="0" smtClean="0">
                                  <a:latin typeface="Arial" panose="020B0604020202020204" pitchFamily="34" charset="0"/>
                                  <a:cs typeface="Arial" panose="020B0604020202020204" pitchFamily="34" charset="0"/>
                                </a:rPr>
                                <m:t>O</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r>
                                <m:rPr>
                                  <m:sty m:val="p"/>
                                </m:rP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log</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 </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𝑁</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oMath>
                          </a14:m>
                          <a:r>
                            <a:rPr kumimoji="0" lang="en-US" sz="1800" b="0" u="none" strike="noStrike" kern="1200" cap="none" spc="0" normalizeH="0" baseline="0" noProof="0" dirty="0">
                              <a:ln>
                                <a:noFill/>
                              </a:ln>
                              <a:solidFill>
                                <a:srgbClr val="2F2B20"/>
                              </a:solidFill>
                              <a:effectLst/>
                              <a:uLnTx/>
                              <a:uFillTx/>
                              <a:latin typeface="Arial" panose="020B0604020202020204" pitchFamily="34" charset="0"/>
                              <a:cs typeface="Arial" panose="020B0604020202020204" pitchFamily="34" charset="0"/>
                            </a:rPr>
                            <a:t> </a:t>
                          </a:r>
                          <a:endParaRPr 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latin typeface="Arial" panose="020B0604020202020204" pitchFamily="34" charset="0"/>
                              <a:cs typeface="Arial" panose="020B0604020202020204" pitchFamily="34" charset="0"/>
                            </a:rPr>
                            <a:t>Excellent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079551"/>
                      </a:ext>
                    </a:extLst>
                  </a:tr>
                  <a:tr h="350520">
                    <a:tc>
                      <a:txBody>
                        <a:bodyPr/>
                        <a:lstStyle/>
                        <a:p>
                          <a:pPr algn="ctr"/>
                          <a14:m>
                            <m:oMath xmlns:m="http://schemas.openxmlformats.org/officeDocument/2006/math">
                              <m:r>
                                <m:rPr>
                                  <m:sty m:val="p"/>
                                </m:rP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W</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r>
                                <m:rPr>
                                  <m:nor/>
                                </m:rPr>
                                <a:rPr lang="en-US" sz="1800" dirty="0" smtClean="0">
                                  <a:latin typeface="Arial" panose="020B0604020202020204" pitchFamily="34" charset="0"/>
                                  <a:cs typeface="Arial" panose="020B0604020202020204" pitchFamily="34" charset="0"/>
                                </a:rPr>
                                <m:t>O</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𝑁</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oMath>
                          </a14:m>
                          <a:r>
                            <a:rPr kumimoji="0" lang="en-US" sz="1800" b="0" u="none" strike="noStrike" kern="1200" cap="none" spc="0" normalizeH="0" baseline="0" noProof="0" dirty="0">
                              <a:ln>
                                <a:noFill/>
                              </a:ln>
                              <a:solidFill>
                                <a:srgbClr val="2F2B20"/>
                              </a:solidFill>
                              <a:effectLst/>
                              <a:uLnTx/>
                              <a:uFillTx/>
                              <a:latin typeface="Arial" panose="020B0604020202020204" pitchFamily="34" charset="0"/>
                              <a:cs typeface="Arial" panose="020B0604020202020204" pitchFamily="34" charset="0"/>
                            </a:rPr>
                            <a:t> </a:t>
                          </a:r>
                          <a:endParaRPr 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latin typeface="Arial" panose="020B0604020202020204" pitchFamily="34" charset="0"/>
                              <a:cs typeface="Arial" panose="020B0604020202020204" pitchFamily="34" charset="0"/>
                            </a:rPr>
                            <a:t>Good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7775690"/>
                      </a:ext>
                    </a:extLst>
                  </a:tr>
                  <a:tr h="350520">
                    <a:tc>
                      <a:txBody>
                        <a:bodyPr/>
                        <a:lstStyle/>
                        <a:p>
                          <a:pPr algn="ctr"/>
                          <a14:m>
                            <m:oMath xmlns:m="http://schemas.openxmlformats.org/officeDocument/2006/math">
                              <m:r>
                                <m:rPr>
                                  <m:sty m:val="p"/>
                                </m:rP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W</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r>
                                <m:rPr>
                                  <m:nor/>
                                </m:rPr>
                                <a:rPr lang="en-US" sz="1800" dirty="0" smtClean="0">
                                  <a:latin typeface="Arial" panose="020B0604020202020204" pitchFamily="34" charset="0"/>
                                  <a:cs typeface="Arial" panose="020B0604020202020204" pitchFamily="34" charset="0"/>
                                </a:rPr>
                                <m:t>O</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sSup>
                                <m:sSupPr>
                                  <m:ctrlPr>
                                    <a:rPr kumimoji="0" lang="en-US" sz="1800" b="0" i="1" u="none" strike="noStrike" kern="1200" cap="none" spc="0" normalizeH="0" baseline="0" noProof="0" smtClean="0">
                                      <a:ln>
                                        <a:noFill/>
                                      </a:ln>
                                      <a:solidFill>
                                        <a:srgbClr val="2F2B20"/>
                                      </a:solidFill>
                                      <a:effectLst/>
                                      <a:uLnTx/>
                                      <a:uFillTx/>
                                      <a:latin typeface="Cambria Math" panose="02040503050406030204" pitchFamily="18" charset="0"/>
                                    </a:rPr>
                                  </m:ctrlPr>
                                </m:sSupPr>
                                <m:e>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𝑁</m:t>
                                  </m:r>
                                </m:e>
                                <m:sup>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2</m:t>
                                  </m:r>
                                </m:sup>
                              </m:sSup>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oMath>
                          </a14:m>
                          <a:r>
                            <a:rPr kumimoji="0" lang="en-US" sz="1800" b="0" u="none" strike="noStrike" kern="1200" cap="none" spc="0" normalizeH="0" baseline="0" noProof="0" dirty="0">
                              <a:ln>
                                <a:noFill/>
                              </a:ln>
                              <a:solidFill>
                                <a:srgbClr val="2F2B20"/>
                              </a:solidFill>
                              <a:effectLst/>
                              <a:uLnTx/>
                              <a:uFillTx/>
                              <a:latin typeface="Arial" panose="020B0604020202020204" pitchFamily="34" charset="0"/>
                              <a:cs typeface="Arial" panose="020B0604020202020204" pitchFamily="34" charset="0"/>
                            </a:rPr>
                            <a:t> </a:t>
                          </a:r>
                          <a:endParaRPr 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latin typeface="Arial" panose="020B0604020202020204" pitchFamily="34" charset="0"/>
                              <a:cs typeface="Arial" panose="020B0604020202020204" pitchFamily="34" charset="0"/>
                            </a:rPr>
                            <a:t>Poor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7098981"/>
                      </a:ext>
                    </a:extLst>
                  </a:tr>
                  <a:tr h="350520">
                    <a:tc>
                      <a:txBody>
                        <a:bodyPr/>
                        <a:lstStyle/>
                        <a:p>
                          <a:pPr algn="ctr"/>
                          <a14:m>
                            <m:oMath xmlns:m="http://schemas.openxmlformats.org/officeDocument/2006/math">
                              <m:r>
                                <m:rPr>
                                  <m:sty m:val="p"/>
                                </m:rP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W</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r>
                                <m:rPr>
                                  <m:nor/>
                                </m:rPr>
                                <a:rPr lang="en-US" sz="1800" dirty="0" smtClean="0">
                                  <a:latin typeface="Arial" panose="020B0604020202020204" pitchFamily="34" charset="0"/>
                                  <a:cs typeface="Arial" panose="020B0604020202020204" pitchFamily="34" charset="0"/>
                                </a:rPr>
                                <m:t>O</m:t>
                              </m:r>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sSup>
                                <m:sSupPr>
                                  <m:ctrlPr>
                                    <a:rPr kumimoji="0" lang="en-US" sz="1800" b="0" i="1" u="none" strike="noStrike" kern="1200" cap="none" spc="0" normalizeH="0" baseline="0" noProof="0" smtClean="0">
                                      <a:ln>
                                        <a:noFill/>
                                      </a:ln>
                                      <a:solidFill>
                                        <a:srgbClr val="2F2B20"/>
                                      </a:solidFill>
                                      <a:effectLst/>
                                      <a:uLnTx/>
                                      <a:uFillTx/>
                                      <a:latin typeface="Cambria Math" panose="02040503050406030204" pitchFamily="18" charset="0"/>
                                    </a:rPr>
                                  </m:ctrlPr>
                                </m:sSupPr>
                                <m:e>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𝑒</m:t>
                                  </m:r>
                                </m:e>
                                <m:sup>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𝑁</m:t>
                                  </m:r>
                                </m:sup>
                              </m:sSup>
                              <m:r>
                                <a:rPr kumimoji="0" lang="en-US" sz="1800" b="0" u="none" strike="noStrike" kern="1200" cap="none" spc="0" normalizeH="0" baseline="0" noProof="0" smtClean="0">
                                  <a:ln>
                                    <a:noFill/>
                                  </a:ln>
                                  <a:solidFill>
                                    <a:srgbClr val="2F2B20"/>
                                  </a:solidFill>
                                  <a:effectLst/>
                                  <a:uLnTx/>
                                  <a:uFillTx/>
                                  <a:latin typeface="Cambria Math" panose="02040503050406030204" pitchFamily="18" charset="0"/>
                                </a:rPr>
                                <m:t>)</m:t>
                              </m:r>
                            </m:oMath>
                          </a14:m>
                          <a:r>
                            <a:rPr kumimoji="0" lang="en-US" sz="1800" b="0" u="none" strike="noStrike" kern="1200" cap="none" spc="0" normalizeH="0" baseline="0" noProof="0" dirty="0">
                              <a:ln>
                                <a:noFill/>
                              </a:ln>
                              <a:solidFill>
                                <a:srgbClr val="2F2B20"/>
                              </a:solidFill>
                              <a:effectLst/>
                              <a:uLnTx/>
                              <a:uFillTx/>
                              <a:latin typeface="Arial" panose="020B0604020202020204" pitchFamily="34" charset="0"/>
                              <a:cs typeface="Arial" panose="020B0604020202020204" pitchFamily="34" charset="0"/>
                            </a:rPr>
                            <a:t> </a:t>
                          </a:r>
                          <a:endParaRPr lang="en-US"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latin typeface="Arial" panose="020B0604020202020204" pitchFamily="34" charset="0"/>
                              <a:cs typeface="Arial" panose="020B0604020202020204" pitchFamily="34" charset="0"/>
                            </a:rPr>
                            <a:t>Extremely poor scalability (unscalable)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4902749"/>
                      </a:ext>
                    </a:extLst>
                  </a:tr>
                </a:tbl>
              </a:graphicData>
            </a:graphic>
          </p:graphicFrame>
        </mc:Choice>
        <mc:Fallback xmlns="">
          <p:graphicFrame>
            <p:nvGraphicFramePr>
              <p:cNvPr id="2" name="Table 1">
                <a:extLst>
                  <a:ext uri="{FF2B5EF4-FFF2-40B4-BE49-F238E27FC236}">
                    <a16:creationId xmlns:a16="http://schemas.microsoft.com/office/drawing/2014/main" id="{A87D4361-5B3A-219F-9E83-862B9F6FDF5B}"/>
                  </a:ext>
                </a:extLst>
              </p:cNvPr>
              <p:cNvGraphicFramePr>
                <a:graphicFrameLocks noGrp="1"/>
              </p:cNvGraphicFramePr>
              <p:nvPr>
                <p:extLst>
                  <p:ext uri="{D42A27DB-BD31-4B8C-83A1-F6EECF244321}">
                    <p14:modId xmlns:p14="http://schemas.microsoft.com/office/powerpoint/2010/main" val="626398773"/>
                  </p:ext>
                </p:extLst>
              </p:nvPr>
            </p:nvGraphicFramePr>
            <p:xfrm>
              <a:off x="764620" y="3850640"/>
              <a:ext cx="8869681" cy="2194560"/>
            </p:xfrm>
            <a:graphic>
              <a:graphicData uri="http://schemas.openxmlformats.org/drawingml/2006/table">
                <a:tbl>
                  <a:tblPr firstRow="1" bandRow="1">
                    <a:tableStyleId>{2D5ABB26-0587-4C30-8999-92F81FD0307C}</a:tableStyleId>
                  </a:tblPr>
                  <a:tblGrid>
                    <a:gridCol w="2871365">
                      <a:extLst>
                        <a:ext uri="{9D8B030D-6E8A-4147-A177-3AD203B41FA5}">
                          <a16:colId xmlns:a16="http://schemas.microsoft.com/office/drawing/2014/main" val="3129515945"/>
                        </a:ext>
                      </a:extLst>
                    </a:gridCol>
                    <a:gridCol w="5998316">
                      <a:extLst>
                        <a:ext uri="{9D8B030D-6E8A-4147-A177-3AD203B41FA5}">
                          <a16:colId xmlns:a16="http://schemas.microsoft.com/office/drawing/2014/main" val="412306474"/>
                        </a:ext>
                      </a:extLst>
                    </a:gridCol>
                  </a:tblGrid>
                  <a:tr h="365760">
                    <a:tc>
                      <a:txBody>
                        <a:bodyPr/>
                        <a:lstStyle/>
                        <a:p>
                          <a:pPr algn="ctr"/>
                          <a:r>
                            <a:rPr lang="en-US" sz="1800" b="1" kern="1200" dirty="0" err="1">
                              <a:solidFill>
                                <a:schemeClr val="tx1"/>
                              </a:solidFill>
                              <a:latin typeface="Arial" panose="020B0604020202020204" pitchFamily="34" charset="0"/>
                              <a:cs typeface="Arial" panose="020B0604020202020204" pitchFamily="34" charset="0"/>
                            </a:rPr>
                            <a:t>Isoefficiency</a:t>
                          </a:r>
                          <a:r>
                            <a:rPr lang="en-US" sz="1800" b="1" kern="1200" dirty="0">
                              <a:solidFill>
                                <a:schemeClr val="tx1"/>
                              </a:solidFill>
                              <a:latin typeface="Arial" panose="020B0604020202020204" pitchFamily="34" charset="0"/>
                              <a:cs typeface="Arial" panose="020B0604020202020204" pitchFamily="34" charset="0"/>
                            </a:rPr>
                            <a:t> Function</a:t>
                          </a:r>
                          <a:endParaRPr lang="en-US" sz="1800" b="1"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b="1" dirty="0">
                              <a:solidFill>
                                <a:schemeClr val="tx1"/>
                              </a:solidFill>
                              <a:latin typeface="Arial" panose="020B0604020202020204" pitchFamily="34" charset="0"/>
                              <a:cs typeface="Arial" panose="020B0604020202020204" pitchFamily="34" charset="0"/>
                            </a:rPr>
                            <a:t>Problem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944326718"/>
                      </a:ext>
                    </a:extLst>
                  </a:tr>
                  <a:tr h="3657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2" t="-108333" r="-209554" b="-428333"/>
                          </a:stretch>
                        </a:blipFill>
                      </a:tcPr>
                    </a:tc>
                    <a:tc>
                      <a:txBody>
                        <a:bodyPr/>
                        <a:lstStyle/>
                        <a:p>
                          <a:pPr algn="ctr"/>
                          <a:r>
                            <a:rPr lang="en-US" b="0" dirty="0">
                              <a:solidFill>
                                <a:schemeClr val="tx1"/>
                              </a:solidFill>
                              <a:latin typeface="Arial" panose="020B0604020202020204" pitchFamily="34" charset="0"/>
                              <a:cs typeface="Arial" panose="020B0604020202020204" pitchFamily="34" charset="0"/>
                            </a:rPr>
                            <a:t>Perfect scalability (ideal but unrealistic)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0172438"/>
                      </a:ext>
                    </a:extLst>
                  </a:tr>
                  <a:tr h="3657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2" t="-204918" r="-209554" b="-321311"/>
                          </a:stretch>
                        </a:blipFill>
                      </a:tcPr>
                    </a:tc>
                    <a:tc>
                      <a:txBody>
                        <a:bodyPr/>
                        <a:lstStyle/>
                        <a:p>
                          <a:pPr algn="ctr"/>
                          <a:r>
                            <a:rPr lang="en-US" b="0" dirty="0">
                              <a:solidFill>
                                <a:schemeClr val="tx1"/>
                              </a:solidFill>
                              <a:latin typeface="Arial" panose="020B0604020202020204" pitchFamily="34" charset="0"/>
                              <a:cs typeface="Arial" panose="020B0604020202020204" pitchFamily="34" charset="0"/>
                            </a:rPr>
                            <a:t>Excellent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079551"/>
                      </a:ext>
                    </a:extLst>
                  </a:tr>
                  <a:tr h="3657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2" t="-310000" r="-209554" b="-226667"/>
                          </a:stretch>
                        </a:blipFill>
                      </a:tcPr>
                    </a:tc>
                    <a:tc>
                      <a:txBody>
                        <a:bodyPr/>
                        <a:lstStyle/>
                        <a:p>
                          <a:pPr algn="ctr"/>
                          <a:r>
                            <a:rPr lang="en-US" b="0" dirty="0">
                              <a:solidFill>
                                <a:schemeClr val="tx1"/>
                              </a:solidFill>
                              <a:latin typeface="Arial" panose="020B0604020202020204" pitchFamily="34" charset="0"/>
                              <a:cs typeface="Arial" panose="020B0604020202020204" pitchFamily="34" charset="0"/>
                            </a:rPr>
                            <a:t>Good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7775690"/>
                      </a:ext>
                    </a:extLst>
                  </a:tr>
                  <a:tr h="3657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2" t="-410000" r="-209554" b="-126667"/>
                          </a:stretch>
                        </a:blipFill>
                      </a:tcPr>
                    </a:tc>
                    <a:tc>
                      <a:txBody>
                        <a:bodyPr/>
                        <a:lstStyle/>
                        <a:p>
                          <a:pPr algn="ctr"/>
                          <a:r>
                            <a:rPr lang="en-US" b="0" dirty="0">
                              <a:solidFill>
                                <a:schemeClr val="tx1"/>
                              </a:solidFill>
                              <a:latin typeface="Arial" panose="020B0604020202020204" pitchFamily="34" charset="0"/>
                              <a:cs typeface="Arial" panose="020B0604020202020204" pitchFamily="34" charset="0"/>
                            </a:rPr>
                            <a:t>Poor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7098981"/>
                      </a:ext>
                    </a:extLst>
                  </a:tr>
                  <a:tr h="3657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2" t="-510000" r="-209554" b="-26667"/>
                          </a:stretch>
                        </a:blipFill>
                      </a:tcPr>
                    </a:tc>
                    <a:tc>
                      <a:txBody>
                        <a:bodyPr/>
                        <a:lstStyle/>
                        <a:p>
                          <a:pPr algn="ctr"/>
                          <a:r>
                            <a:rPr lang="en-US" b="0" dirty="0">
                              <a:solidFill>
                                <a:schemeClr val="tx1"/>
                              </a:solidFill>
                              <a:latin typeface="Arial" panose="020B0604020202020204" pitchFamily="34" charset="0"/>
                              <a:cs typeface="Arial" panose="020B0604020202020204" pitchFamily="34" charset="0"/>
                            </a:rPr>
                            <a:t>Extremely poor scalability (unscalable)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4902749"/>
                      </a:ext>
                    </a:extLst>
                  </a:tr>
                </a:tbl>
              </a:graphicData>
            </a:graphic>
          </p:graphicFrame>
        </mc:Fallback>
      </mc:AlternateContent>
    </p:spTree>
    <p:custDataLst>
      <p:tags r:id="rId1"/>
    </p:custDataLst>
    <p:extLst>
      <p:ext uri="{BB962C8B-B14F-4D97-AF65-F5344CB8AC3E}">
        <p14:creationId xmlns:p14="http://schemas.microsoft.com/office/powerpoint/2010/main" val="358397652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DAA26-A33D-51AA-CC37-2F01B660B61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54A69FA-ABD6-48C0-6349-742E4CA48C25}"/>
              </a:ext>
            </a:extLst>
          </p:cNvPr>
          <p:cNvSpPr>
            <a:spLocks noGrp="1" noChangeArrowheads="1"/>
          </p:cNvSpPr>
          <p:nvPr>
            <p:ph type="title"/>
          </p:nvPr>
        </p:nvSpPr>
        <p:spPr>
          <a:xfrm>
            <a:off x="764620" y="554038"/>
            <a:ext cx="9971690" cy="407507"/>
          </a:xfrm>
        </p:spPr>
        <p:txBody>
          <a:bodyPr/>
          <a:lstStyle/>
          <a:p>
            <a:r>
              <a:rPr lang="en-US" sz="4000" dirty="0" err="1">
                <a:latin typeface="Arial" panose="020B0604020202020204" pitchFamily="34" charset="0"/>
                <a:cs typeface="Arial" panose="020B0604020202020204" pitchFamily="34" charset="0"/>
              </a:rPr>
              <a:t>Isoefficiency</a:t>
            </a:r>
            <a:r>
              <a:rPr lang="en-US" sz="4000" dirty="0">
                <a:latin typeface="Arial" panose="020B0604020202020204" pitchFamily="34" charset="0"/>
                <a:cs typeface="Arial" panose="020B0604020202020204" pitchFamily="34" charset="0"/>
              </a:rPr>
              <a:t> Metric</a:t>
            </a:r>
          </a:p>
        </p:txBody>
      </p:sp>
      <p:sp>
        <p:nvSpPr>
          <p:cNvPr id="3" name="Slide Number Placeholder 2">
            <a:extLst>
              <a:ext uri="{FF2B5EF4-FFF2-40B4-BE49-F238E27FC236}">
                <a16:creationId xmlns:a16="http://schemas.microsoft.com/office/drawing/2014/main" id="{B4203AE5-2D98-F657-22E2-4B88B6778A40}"/>
              </a:ext>
            </a:extLst>
          </p:cNvPr>
          <p:cNvSpPr>
            <a:spLocks noGrp="1"/>
          </p:cNvSpPr>
          <p:nvPr>
            <p:ph type="sldNum" sz="quarter" idx="12"/>
          </p:nvPr>
        </p:nvSpPr>
        <p:spPr/>
        <p:txBody>
          <a:bodyPr/>
          <a:lstStyle/>
          <a:p>
            <a:fld id="{3485D9CA-6DAA-4C3C-A3E2-EDEA918D5F89}" type="slidenum">
              <a:rPr lang="en-US">
                <a:latin typeface="Calibri"/>
              </a:rPr>
              <a:pPr/>
              <a:t>67</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C9C003EB-E910-D9C3-0ABC-026C8574A2D3}"/>
                  </a:ext>
                </a:extLst>
              </p:cNvPr>
              <p:cNvSpPr txBox="1">
                <a:spLocks noChangeArrowheads="1"/>
              </p:cNvSpPr>
              <p:nvPr/>
            </p:nvSpPr>
            <p:spPr>
              <a:xfrm>
                <a:off x="501009" y="1161141"/>
                <a:ext cx="1049891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pPr>
                <a:r>
                  <a:rPr lang="en-US" sz="2000" b="1" dirty="0">
                    <a:solidFill>
                      <a:srgbClr val="FF0000"/>
                    </a:solidFill>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The Explicit Finite Difference problem is solved on a </a:t>
                </a:r>
                <a14:m>
                  <m:oMath xmlns:m="http://schemas.openxmlformats.org/officeDocument/2006/math">
                    <m:r>
                      <a:rPr lang="en-US" sz="2000" b="1" i="1" smtClean="0">
                        <a:latin typeface="Cambria Math" panose="02040503050406030204" pitchFamily="18" charset="0"/>
                        <a:ea typeface="Cambria Math" panose="02040503050406030204" pitchFamily="18" charset="0"/>
                      </a:rPr>
                      <m:t>𝒎</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𝒎</m:t>
                    </m:r>
                  </m:oMath>
                </a14:m>
                <a:r>
                  <a:rPr lang="en-US" sz="2000" dirty="0">
                    <a:latin typeface="Arial" panose="020B0604020202020204" pitchFamily="34" charset="0"/>
                    <a:cs typeface="Arial" panose="020B0604020202020204" pitchFamily="34" charset="0"/>
                  </a:rPr>
                  <a:t> grid using </a:t>
                </a:r>
                <a14:m>
                  <m:oMath xmlns:m="http://schemas.openxmlformats.org/officeDocument/2006/math">
                    <m:r>
                      <a:rPr lang="en-US" sz="2000" b="1" i="1" smtClean="0">
                        <a:latin typeface="Cambria Math" panose="02040503050406030204" pitchFamily="18" charset="0"/>
                        <a:ea typeface="Cambria Math" panose="02040503050406030204" pitchFamily="18" charset="0"/>
                      </a:rPr>
                      <m:t>𝑵</m:t>
                    </m:r>
                  </m:oMath>
                </a14:m>
                <a:r>
                  <a:rPr lang="en-US" sz="2000" dirty="0">
                    <a:latin typeface="Arial" panose="020B0604020202020204" pitchFamily="34" charset="0"/>
                    <a:cs typeface="Arial" panose="020B0604020202020204" pitchFamily="34" charset="0"/>
                  </a:rPr>
                  <a:t> processors. Each processor is responsible for a </a:t>
                </a:r>
                <a:r>
                  <a:rPr lang="en-US" sz="2000" dirty="0" err="1">
                    <a:latin typeface="Arial" panose="020B0604020202020204" pitchFamily="34" charset="0"/>
                    <a:cs typeface="Arial" panose="020B0604020202020204" pitchFamily="34" charset="0"/>
                  </a:rPr>
                  <a:t>subgrid</a:t>
                </a:r>
                <a:r>
                  <a:rPr lang="en-US" sz="2000" dirty="0">
                    <a:latin typeface="Arial" panose="020B0604020202020204" pitchFamily="34" charset="0"/>
                    <a:cs typeface="Arial" panose="020B0604020202020204" pitchFamily="34" charset="0"/>
                  </a:rPr>
                  <a:t> of size </a:t>
                </a:r>
                <a14:m>
                  <m:oMath xmlns:m="http://schemas.openxmlformats.org/officeDocument/2006/math">
                    <m:d>
                      <m:dPr>
                        <m:ctrlPr>
                          <a:rPr lang="en-US" sz="2000" b="1" i="1">
                            <a:latin typeface="Cambria Math" panose="02040503050406030204" pitchFamily="18" charset="0"/>
                            <a:ea typeface="Cambria Math" panose="02040503050406030204" pitchFamily="18" charset="0"/>
                          </a:rPr>
                        </m:ctrlPr>
                      </m:dPr>
                      <m:e>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𝒎</m:t>
                            </m:r>
                          </m:num>
                          <m:den>
                            <m:rad>
                              <m:radPr>
                                <m:degHide m:val="on"/>
                                <m:ctrlPr>
                                  <a:rPr lang="en-US" sz="2000" b="1" i="1">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𝑵</m:t>
                                </m:r>
                              </m:e>
                            </m:rad>
                          </m:den>
                        </m:f>
                        <m:r>
                          <a:rPr lang="en-US" sz="2000" b="1" i="1" smtClean="0">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m:t>
                        </m:r>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𝒎</m:t>
                            </m:r>
                          </m:num>
                          <m:den>
                            <m:rad>
                              <m:radPr>
                                <m:degHide m:val="on"/>
                                <m:ctrlPr>
                                  <a:rPr lang="en-US" sz="2000" b="1" i="1">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𝑵</m:t>
                                </m:r>
                              </m:e>
                            </m:rad>
                          </m:den>
                        </m:f>
                      </m:e>
                    </m:d>
                    <m:r>
                      <a:rPr lang="en-US" sz="2000" b="0" i="0" smtClean="0">
                        <a:latin typeface="Cambria Math" panose="02040503050406030204" pitchFamily="18" charset="0"/>
                        <a:ea typeface="Cambria Math" panose="02040503050406030204" pitchFamily="18" charset="0"/>
                      </a:rPr>
                      <m:t>.</m:t>
                    </m:r>
                  </m:oMath>
                </a14:m>
                <a:r>
                  <a:rPr lang="en-US" sz="2000" dirty="0">
                    <a:latin typeface="Arial" panose="020B0604020202020204" pitchFamily="34" charset="0"/>
                    <a:cs typeface="Arial" panose="020B0604020202020204" pitchFamily="34" charset="0"/>
                  </a:rPr>
                  <a:t> During each time step, every processor sends boundary values to its four neighbors for which the required communication time is </a:t>
                </a:r>
                <a14:m>
                  <m:oMath xmlns:m="http://schemas.openxmlformats.org/officeDocument/2006/math">
                    <m:f>
                      <m:fPr>
                        <m:type m:val="lin"/>
                        <m:ctrlPr>
                          <a:rPr lang="en-US" sz="2000" b="1" i="1">
                            <a:latin typeface="Cambria Math" panose="02040503050406030204" pitchFamily="18" charset="0"/>
                            <a:ea typeface="Cambria Math" panose="02040503050406030204" pitchFamily="18" charset="0"/>
                          </a:rPr>
                        </m:ctrlPr>
                      </m:fPr>
                      <m:num>
                        <m:r>
                          <m:rPr>
                            <m:nor/>
                          </m:rPr>
                          <a:rPr lang="en-US" sz="2000" i="1" dirty="0">
                            <a:latin typeface="Arial" panose="020B0604020202020204" pitchFamily="34" charset="0"/>
                            <a:cs typeface="Arial" panose="020B0604020202020204" pitchFamily="34" charset="0"/>
                          </a:rPr>
                          <m:t>O</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𝒎</m:t>
                        </m:r>
                      </m:num>
                      <m:den>
                        <m:rad>
                          <m:radPr>
                            <m:degHide m:val="on"/>
                            <m:ctrlPr>
                              <a:rPr lang="en-US" sz="2000" b="1" i="1">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𝑵</m:t>
                            </m:r>
                          </m:e>
                        </m:rad>
                      </m:den>
                    </m:f>
                    <m:r>
                      <a:rPr lang="en-US" sz="2000" b="1" i="1">
                        <a:latin typeface="Cambria Math" panose="02040503050406030204" pitchFamily="18" charset="0"/>
                        <a:ea typeface="Cambria Math" panose="02040503050406030204" pitchFamily="18" charset="0"/>
                      </a:rPr>
                      <m:t>)</m:t>
                    </m:r>
                  </m:oMath>
                </a14:m>
                <a:r>
                  <a:rPr lang="en-US" sz="2000" dirty="0">
                    <a:latin typeface="Arial" panose="020B0604020202020204" pitchFamily="34" charset="0"/>
                    <a:cs typeface="Arial" panose="020B0604020202020204" pitchFamily="34" charset="0"/>
                  </a:rPr>
                  <a:t>. Find the </a:t>
                </a:r>
                <a:r>
                  <a:rPr lang="en-US" sz="2000" dirty="0" err="1">
                    <a:latin typeface="Arial" panose="020B0604020202020204" pitchFamily="34" charset="0"/>
                    <a:cs typeface="Arial" panose="020B0604020202020204" pitchFamily="34" charset="0"/>
                  </a:rPr>
                  <a:t>isoefficiency</a:t>
                </a:r>
                <a:r>
                  <a:rPr lang="en-US" sz="2000" dirty="0">
                    <a:latin typeface="Arial" panose="020B0604020202020204" pitchFamily="34" charset="0"/>
                    <a:cs typeface="Arial" panose="020B0604020202020204" pitchFamily="34" charset="0"/>
                  </a:rPr>
                  <a:t> function.</a:t>
                </a:r>
              </a:p>
              <a:p>
                <a:pPr lvl="1" algn="just">
                  <a:spcBef>
                    <a:spcPts val="0"/>
                  </a:spcBef>
                </a:pPr>
                <a:endParaRPr lang="en-US" sz="1000" dirty="0">
                  <a:latin typeface="Arial" panose="020B0604020202020204" pitchFamily="34" charset="0"/>
                  <a:cs typeface="Arial" panose="020B0604020202020204" pitchFamily="34" charset="0"/>
                </a:endParaRPr>
              </a:p>
              <a:p>
                <a:pPr algn="just">
                  <a:spcBef>
                    <a:spcPts val="0"/>
                  </a:spcBef>
                </a:pPr>
                <a:r>
                  <a:rPr lang="en-US" b="1" dirty="0">
                    <a:solidFill>
                      <a:srgbClr val="FF0000"/>
                    </a:solidFill>
                    <a:latin typeface="Arial" panose="020B0604020202020204" pitchFamily="34" charset="0"/>
                    <a:cs typeface="Arial" panose="020B0604020202020204" pitchFamily="34" charset="0"/>
                  </a:rPr>
                  <a:t>Solution</a:t>
                </a:r>
                <a:r>
                  <a:rPr lang="en-US" dirty="0">
                    <a:latin typeface="Arial" panose="020B0604020202020204" pitchFamily="34" charset="0"/>
                    <a:cs typeface="Arial" panose="020B0604020202020204" pitchFamily="34" charset="0"/>
                  </a:rPr>
                  <a:t>: </a:t>
                </a:r>
              </a:p>
              <a:p>
                <a:pPr algn="just">
                  <a:spcBef>
                    <a:spcPts val="0"/>
                  </a:spcBef>
                </a:pPr>
                <a:endParaRPr lang="en-US" sz="1800"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C9C003EB-E910-D9C3-0ABC-026C8574A2D3}"/>
                  </a:ext>
                </a:extLst>
              </p:cNvPr>
              <p:cNvSpPr txBox="1">
                <a:spLocks noRot="1" noChangeAspect="1" noMove="1" noResize="1" noEditPoints="1" noAdjustHandles="1" noChangeArrowheads="1" noChangeShapeType="1" noTextEdit="1"/>
              </p:cNvSpPr>
              <p:nvPr/>
            </p:nvSpPr>
            <p:spPr>
              <a:xfrm>
                <a:off x="501009" y="1161141"/>
                <a:ext cx="10498911" cy="5404759"/>
              </a:xfrm>
              <a:prstGeom prst="rect">
                <a:avLst/>
              </a:prstGeom>
              <a:blipFill>
                <a:blip r:embed="rId3"/>
                <a:stretch>
                  <a:fillRect t="-2368" r="-1800"/>
                </a:stretch>
              </a:blipFill>
              <a:ln w="15875">
                <a:no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71667109-7C60-EB84-2A94-65B541A9113D}"/>
              </a:ext>
            </a:extLst>
          </p:cNvPr>
          <p:cNvPicPr>
            <a:picLocks noChangeAspect="1"/>
          </p:cNvPicPr>
          <p:nvPr/>
        </p:nvPicPr>
        <p:blipFill>
          <a:blip r:embed="rId4"/>
          <a:stretch>
            <a:fillRect/>
          </a:stretch>
        </p:blipFill>
        <p:spPr>
          <a:xfrm>
            <a:off x="9390829" y="2963779"/>
            <a:ext cx="1457776" cy="1439779"/>
          </a:xfrm>
          <a:prstGeom prst="rect">
            <a:avLst/>
          </a:prstGeom>
        </p:spPr>
      </p:pic>
      <p:pic>
        <p:nvPicPr>
          <p:cNvPr id="2" name="Picture 1"/>
          <p:cNvPicPr>
            <a:picLocks noChangeAspect="1"/>
          </p:cNvPicPr>
          <p:nvPr/>
        </p:nvPicPr>
        <p:blipFill>
          <a:blip r:embed="rId5"/>
          <a:stretch>
            <a:fillRect/>
          </a:stretch>
        </p:blipFill>
        <p:spPr>
          <a:xfrm>
            <a:off x="2341562" y="2669222"/>
            <a:ext cx="6673470" cy="3957638"/>
          </a:xfrm>
          <a:prstGeom prst="rect">
            <a:avLst/>
          </a:prstGeom>
        </p:spPr>
      </p:pic>
    </p:spTree>
    <p:custDataLst>
      <p:tags r:id="rId1"/>
    </p:custDataLst>
    <p:extLst>
      <p:ext uri="{BB962C8B-B14F-4D97-AF65-F5344CB8AC3E}">
        <p14:creationId xmlns:p14="http://schemas.microsoft.com/office/powerpoint/2010/main" val="115762630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DAA26-A33D-51AA-CC37-2F01B660B61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54A69FA-ABD6-48C0-6349-742E4CA48C25}"/>
              </a:ext>
            </a:extLst>
          </p:cNvPr>
          <p:cNvSpPr>
            <a:spLocks noGrp="1" noChangeArrowheads="1"/>
          </p:cNvSpPr>
          <p:nvPr>
            <p:ph type="title"/>
          </p:nvPr>
        </p:nvSpPr>
        <p:spPr>
          <a:xfrm>
            <a:off x="648505" y="192552"/>
            <a:ext cx="9971690" cy="407507"/>
          </a:xfrm>
        </p:spPr>
        <p:txBody>
          <a:bodyPr/>
          <a:lstStyle/>
          <a:p>
            <a:r>
              <a:rPr lang="en-US" sz="4000" dirty="0" err="1">
                <a:latin typeface="Arial" panose="020B0604020202020204" pitchFamily="34" charset="0"/>
                <a:cs typeface="Arial" panose="020B0604020202020204" pitchFamily="34" charset="0"/>
              </a:rPr>
              <a:t>Isoefficiency</a:t>
            </a:r>
            <a:r>
              <a:rPr lang="en-US" sz="4000" dirty="0">
                <a:latin typeface="Arial" panose="020B0604020202020204" pitchFamily="34" charset="0"/>
                <a:cs typeface="Arial" panose="020B0604020202020204" pitchFamily="34" charset="0"/>
              </a:rPr>
              <a:t> Metric</a:t>
            </a:r>
          </a:p>
        </p:txBody>
      </p:sp>
      <p:sp>
        <p:nvSpPr>
          <p:cNvPr id="3" name="Slide Number Placeholder 2">
            <a:extLst>
              <a:ext uri="{FF2B5EF4-FFF2-40B4-BE49-F238E27FC236}">
                <a16:creationId xmlns:a16="http://schemas.microsoft.com/office/drawing/2014/main" id="{B4203AE5-2D98-F657-22E2-4B88B6778A40}"/>
              </a:ext>
            </a:extLst>
          </p:cNvPr>
          <p:cNvSpPr>
            <a:spLocks noGrp="1"/>
          </p:cNvSpPr>
          <p:nvPr>
            <p:ph type="sldNum" sz="quarter" idx="12"/>
          </p:nvPr>
        </p:nvSpPr>
        <p:spPr/>
        <p:txBody>
          <a:bodyPr/>
          <a:lstStyle/>
          <a:p>
            <a:fld id="{3485D9CA-6DAA-4C3C-A3E2-EDEA918D5F89}" type="slidenum">
              <a:rPr lang="en-US">
                <a:latin typeface="Calibri"/>
              </a:rPr>
              <a:pPr/>
              <a:t>68</a:t>
            </a:fld>
            <a:endParaRPr lang="en-US">
              <a:latin typeface="Calibri"/>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C9C003EB-E910-D9C3-0ABC-026C8574A2D3}"/>
                  </a:ext>
                </a:extLst>
              </p:cNvPr>
              <p:cNvSpPr txBox="1">
                <a:spLocks noChangeArrowheads="1"/>
              </p:cNvSpPr>
              <p:nvPr/>
            </p:nvSpPr>
            <p:spPr>
              <a:xfrm>
                <a:off x="384894" y="781955"/>
                <a:ext cx="1049891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pPr>
                <a:r>
                  <a:rPr lang="en-US" sz="2000" b="1" dirty="0">
                    <a:solidFill>
                      <a:srgbClr val="FF0000"/>
                    </a:solidFill>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The Explicit Finite Difference problem is solved on a </a:t>
                </a:r>
                <a14:m>
                  <m:oMath xmlns:m="http://schemas.openxmlformats.org/officeDocument/2006/math">
                    <m:r>
                      <a:rPr lang="en-US" sz="2000" b="1" i="1" smtClean="0">
                        <a:latin typeface="Cambria Math" panose="02040503050406030204" pitchFamily="18" charset="0"/>
                        <a:ea typeface="Cambria Math" panose="02040503050406030204" pitchFamily="18" charset="0"/>
                      </a:rPr>
                      <m:t>𝒎</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𝒎</m:t>
                    </m:r>
                  </m:oMath>
                </a14:m>
                <a:r>
                  <a:rPr lang="en-US" sz="2000" dirty="0">
                    <a:latin typeface="Arial" panose="020B0604020202020204" pitchFamily="34" charset="0"/>
                    <a:cs typeface="Arial" panose="020B0604020202020204" pitchFamily="34" charset="0"/>
                  </a:rPr>
                  <a:t> grid using </a:t>
                </a:r>
                <a14:m>
                  <m:oMath xmlns:m="http://schemas.openxmlformats.org/officeDocument/2006/math">
                    <m:r>
                      <a:rPr lang="en-US" sz="2000" b="1" i="1" smtClean="0">
                        <a:latin typeface="Cambria Math" panose="02040503050406030204" pitchFamily="18" charset="0"/>
                        <a:ea typeface="Cambria Math" panose="02040503050406030204" pitchFamily="18" charset="0"/>
                      </a:rPr>
                      <m:t>𝑵</m:t>
                    </m:r>
                  </m:oMath>
                </a14:m>
                <a:r>
                  <a:rPr lang="en-US" sz="2000" dirty="0">
                    <a:latin typeface="Arial" panose="020B0604020202020204" pitchFamily="34" charset="0"/>
                    <a:cs typeface="Arial" panose="020B0604020202020204" pitchFamily="34" charset="0"/>
                  </a:rPr>
                  <a:t> processors. Each processor is responsible for a </a:t>
                </a:r>
                <a:r>
                  <a:rPr lang="en-US" sz="2000" dirty="0" err="1">
                    <a:latin typeface="Arial" panose="020B0604020202020204" pitchFamily="34" charset="0"/>
                    <a:cs typeface="Arial" panose="020B0604020202020204" pitchFamily="34" charset="0"/>
                  </a:rPr>
                  <a:t>subgrid</a:t>
                </a:r>
                <a:r>
                  <a:rPr lang="en-US" sz="2000" dirty="0">
                    <a:latin typeface="Arial" panose="020B0604020202020204" pitchFamily="34" charset="0"/>
                    <a:cs typeface="Arial" panose="020B0604020202020204" pitchFamily="34" charset="0"/>
                  </a:rPr>
                  <a:t> of size </a:t>
                </a:r>
                <a14:m>
                  <m:oMath xmlns:m="http://schemas.openxmlformats.org/officeDocument/2006/math">
                    <m:d>
                      <m:dPr>
                        <m:ctrlPr>
                          <a:rPr lang="en-US" sz="2000" b="1" i="1">
                            <a:latin typeface="Cambria Math" panose="02040503050406030204" pitchFamily="18" charset="0"/>
                            <a:ea typeface="Cambria Math" panose="02040503050406030204" pitchFamily="18" charset="0"/>
                          </a:rPr>
                        </m:ctrlPr>
                      </m:dPr>
                      <m:e>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𝒎</m:t>
                            </m:r>
                          </m:num>
                          <m:den>
                            <m:rad>
                              <m:radPr>
                                <m:degHide m:val="on"/>
                                <m:ctrlPr>
                                  <a:rPr lang="en-US" sz="2000" b="1" i="1">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𝑵</m:t>
                                </m:r>
                              </m:e>
                            </m:rad>
                          </m:den>
                        </m:f>
                        <m:r>
                          <a:rPr lang="en-US" sz="2000" b="1" i="1" smtClean="0">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m:t>
                        </m:r>
                        <m:f>
                          <m:fPr>
                            <m:type m:val="lin"/>
                            <m:ctrlPr>
                              <a:rPr lang="en-US" sz="2000" b="1" i="1" smtClean="0">
                                <a:latin typeface="Cambria Math" panose="02040503050406030204" pitchFamily="18" charset="0"/>
                                <a:ea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𝒎</m:t>
                            </m:r>
                          </m:num>
                          <m:den>
                            <m:rad>
                              <m:radPr>
                                <m:degHide m:val="on"/>
                                <m:ctrlPr>
                                  <a:rPr lang="en-US" sz="2000" b="1" i="1">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𝑵</m:t>
                                </m:r>
                              </m:e>
                            </m:rad>
                          </m:den>
                        </m:f>
                      </m:e>
                    </m:d>
                    <m:r>
                      <a:rPr lang="en-US" sz="2000" b="0" i="0" smtClean="0">
                        <a:latin typeface="Cambria Math" panose="02040503050406030204" pitchFamily="18" charset="0"/>
                        <a:ea typeface="Cambria Math" panose="02040503050406030204" pitchFamily="18" charset="0"/>
                      </a:rPr>
                      <m:t>.</m:t>
                    </m:r>
                  </m:oMath>
                </a14:m>
                <a:r>
                  <a:rPr lang="en-US" sz="2000" dirty="0">
                    <a:latin typeface="Arial" panose="020B0604020202020204" pitchFamily="34" charset="0"/>
                    <a:cs typeface="Arial" panose="020B0604020202020204" pitchFamily="34" charset="0"/>
                  </a:rPr>
                  <a:t> During each time step, every processor sends boundary values to its four neighbors for which the required communication time is </a:t>
                </a:r>
                <a14:m>
                  <m:oMath xmlns:m="http://schemas.openxmlformats.org/officeDocument/2006/math">
                    <m:f>
                      <m:fPr>
                        <m:type m:val="lin"/>
                        <m:ctrlPr>
                          <a:rPr lang="en-US" sz="2000" b="1" i="1">
                            <a:latin typeface="Cambria Math" panose="02040503050406030204" pitchFamily="18" charset="0"/>
                            <a:ea typeface="Cambria Math" panose="02040503050406030204" pitchFamily="18" charset="0"/>
                          </a:rPr>
                        </m:ctrlPr>
                      </m:fPr>
                      <m:num>
                        <m:r>
                          <m:rPr>
                            <m:nor/>
                          </m:rPr>
                          <a:rPr lang="en-US" sz="2000" i="1" dirty="0">
                            <a:latin typeface="Arial" panose="020B0604020202020204" pitchFamily="34" charset="0"/>
                            <a:cs typeface="Arial" panose="020B0604020202020204" pitchFamily="34" charset="0"/>
                          </a:rPr>
                          <m:t>O</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𝒎</m:t>
                        </m:r>
                      </m:num>
                      <m:den>
                        <m:rad>
                          <m:radPr>
                            <m:degHide m:val="on"/>
                            <m:ctrlPr>
                              <a:rPr lang="en-US" sz="2000" b="1" i="1">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𝑵</m:t>
                            </m:r>
                          </m:e>
                        </m:rad>
                      </m:den>
                    </m:f>
                    <m:r>
                      <a:rPr lang="en-US" sz="2000" b="1" i="1">
                        <a:latin typeface="Cambria Math" panose="02040503050406030204" pitchFamily="18" charset="0"/>
                        <a:ea typeface="Cambria Math" panose="02040503050406030204" pitchFamily="18" charset="0"/>
                      </a:rPr>
                      <m:t>)</m:t>
                    </m:r>
                  </m:oMath>
                </a14:m>
                <a:r>
                  <a:rPr lang="en-US" sz="2000" dirty="0">
                    <a:latin typeface="Arial" panose="020B0604020202020204" pitchFamily="34" charset="0"/>
                    <a:cs typeface="Arial" panose="020B0604020202020204" pitchFamily="34" charset="0"/>
                  </a:rPr>
                  <a:t>. Find the </a:t>
                </a:r>
                <a:r>
                  <a:rPr lang="en-US" sz="2000" dirty="0" err="1">
                    <a:latin typeface="Arial" panose="020B0604020202020204" pitchFamily="34" charset="0"/>
                    <a:cs typeface="Arial" panose="020B0604020202020204" pitchFamily="34" charset="0"/>
                  </a:rPr>
                  <a:t>isoefficiency</a:t>
                </a:r>
                <a:r>
                  <a:rPr lang="en-US" sz="2000" dirty="0">
                    <a:latin typeface="Arial" panose="020B0604020202020204" pitchFamily="34" charset="0"/>
                    <a:cs typeface="Arial" panose="020B0604020202020204" pitchFamily="34" charset="0"/>
                  </a:rPr>
                  <a:t> function.</a:t>
                </a:r>
              </a:p>
              <a:p>
                <a:pPr lvl="1" algn="just">
                  <a:spcBef>
                    <a:spcPts val="0"/>
                  </a:spcBef>
                </a:pPr>
                <a:endParaRPr lang="en-US" sz="1000" dirty="0">
                  <a:latin typeface="Arial" panose="020B0604020202020204" pitchFamily="34" charset="0"/>
                  <a:cs typeface="Arial" panose="020B0604020202020204" pitchFamily="34" charset="0"/>
                </a:endParaRPr>
              </a:p>
              <a:p>
                <a:pPr algn="just">
                  <a:spcBef>
                    <a:spcPts val="0"/>
                  </a:spcBef>
                </a:pPr>
                <a:r>
                  <a:rPr lang="en-US" b="1" dirty="0">
                    <a:solidFill>
                      <a:srgbClr val="FF0000"/>
                    </a:solidFill>
                    <a:latin typeface="Arial" panose="020B0604020202020204" pitchFamily="34" charset="0"/>
                    <a:cs typeface="Arial" panose="020B0604020202020204" pitchFamily="34" charset="0"/>
                  </a:rPr>
                  <a:t>Solution</a:t>
                </a:r>
                <a:r>
                  <a:rPr lang="en-US" dirty="0">
                    <a:latin typeface="Arial" panose="020B0604020202020204" pitchFamily="34" charset="0"/>
                    <a:cs typeface="Arial" panose="020B0604020202020204" pitchFamily="34" charset="0"/>
                  </a:rPr>
                  <a:t>: </a:t>
                </a:r>
              </a:p>
              <a:p>
                <a:pPr algn="just">
                  <a:spcBef>
                    <a:spcPts val="0"/>
                  </a:spcBef>
                </a:pPr>
                <a:endParaRPr lang="en-US" sz="1800" dirty="0">
                  <a:latin typeface="Arial" panose="020B0604020202020204" pitchFamily="34" charset="0"/>
                  <a:cs typeface="Arial" panose="020B0604020202020204" pitchFamily="34" charset="0"/>
                </a:endParaRPr>
              </a:p>
            </p:txBody>
          </p:sp>
        </mc:Choice>
        <mc:Fallback xmlns="">
          <p:sp>
            <p:nvSpPr>
              <p:cNvPr id="12" name="Rectangle 3">
                <a:extLst>
                  <a:ext uri="{FF2B5EF4-FFF2-40B4-BE49-F238E27FC236}">
                    <a16:creationId xmlns:a16="http://schemas.microsoft.com/office/drawing/2014/main" id="{C9C003EB-E910-D9C3-0ABC-026C8574A2D3}"/>
                  </a:ext>
                </a:extLst>
              </p:cNvPr>
              <p:cNvSpPr txBox="1">
                <a:spLocks noRot="1" noChangeAspect="1" noMove="1" noResize="1" noEditPoints="1" noAdjustHandles="1" noChangeArrowheads="1" noChangeShapeType="1" noTextEdit="1"/>
              </p:cNvSpPr>
              <p:nvPr/>
            </p:nvSpPr>
            <p:spPr>
              <a:xfrm>
                <a:off x="384894" y="781955"/>
                <a:ext cx="10498911" cy="5404759"/>
              </a:xfrm>
              <a:prstGeom prst="rect">
                <a:avLst/>
              </a:prstGeom>
              <a:blipFill>
                <a:blip r:embed="rId3"/>
                <a:stretch>
                  <a:fillRect t="-2368" r="-1800"/>
                </a:stretch>
              </a:blipFill>
              <a:ln w="15875">
                <a:noFill/>
              </a:ln>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2691945" y="2741383"/>
            <a:ext cx="5465083" cy="1250045"/>
          </a:xfrm>
          <a:prstGeom prst="rect">
            <a:avLst/>
          </a:prstGeom>
        </p:spPr>
      </p:pic>
      <p:pic>
        <p:nvPicPr>
          <p:cNvPr id="5" name="Picture 4"/>
          <p:cNvPicPr>
            <a:picLocks noChangeAspect="1"/>
          </p:cNvPicPr>
          <p:nvPr/>
        </p:nvPicPr>
        <p:blipFill>
          <a:blip r:embed="rId5"/>
          <a:stretch>
            <a:fillRect/>
          </a:stretch>
        </p:blipFill>
        <p:spPr>
          <a:xfrm>
            <a:off x="2425472" y="4051632"/>
            <a:ext cx="7241042" cy="2450768"/>
          </a:xfrm>
          <a:prstGeom prst="rect">
            <a:avLst/>
          </a:prstGeom>
        </p:spPr>
      </p:pic>
    </p:spTree>
    <p:custDataLst>
      <p:tags r:id="rId1"/>
    </p:custDataLst>
    <p:extLst>
      <p:ext uri="{BB962C8B-B14F-4D97-AF65-F5344CB8AC3E}">
        <p14:creationId xmlns:p14="http://schemas.microsoft.com/office/powerpoint/2010/main" val="35097776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DAA26-A33D-51AA-CC37-2F01B660B61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54A69FA-ABD6-48C0-6349-742E4CA48C25}"/>
              </a:ext>
            </a:extLst>
          </p:cNvPr>
          <p:cNvSpPr>
            <a:spLocks noGrp="1" noChangeArrowheads="1"/>
          </p:cNvSpPr>
          <p:nvPr>
            <p:ph type="title"/>
          </p:nvPr>
        </p:nvSpPr>
        <p:spPr>
          <a:xfrm>
            <a:off x="648505" y="192552"/>
            <a:ext cx="9971690" cy="407507"/>
          </a:xfrm>
        </p:spPr>
        <p:txBody>
          <a:bodyPr/>
          <a:lstStyle/>
          <a:p>
            <a:r>
              <a:rPr lang="en-US" sz="4000" dirty="0" err="1">
                <a:latin typeface="Arial" panose="020B0604020202020204" pitchFamily="34" charset="0"/>
                <a:cs typeface="Arial" panose="020B0604020202020204" pitchFamily="34" charset="0"/>
              </a:rPr>
              <a:t>Isoefficiency</a:t>
            </a:r>
            <a:r>
              <a:rPr lang="en-US" sz="4000" dirty="0">
                <a:latin typeface="Arial" panose="020B0604020202020204" pitchFamily="34" charset="0"/>
                <a:cs typeface="Arial" panose="020B0604020202020204" pitchFamily="34" charset="0"/>
              </a:rPr>
              <a:t> Metric</a:t>
            </a:r>
          </a:p>
        </p:txBody>
      </p:sp>
      <p:sp>
        <p:nvSpPr>
          <p:cNvPr id="3" name="Slide Number Placeholder 2">
            <a:extLst>
              <a:ext uri="{FF2B5EF4-FFF2-40B4-BE49-F238E27FC236}">
                <a16:creationId xmlns:a16="http://schemas.microsoft.com/office/drawing/2014/main" id="{B4203AE5-2D98-F657-22E2-4B88B6778A40}"/>
              </a:ext>
            </a:extLst>
          </p:cNvPr>
          <p:cNvSpPr>
            <a:spLocks noGrp="1"/>
          </p:cNvSpPr>
          <p:nvPr>
            <p:ph type="sldNum" sz="quarter" idx="12"/>
          </p:nvPr>
        </p:nvSpPr>
        <p:spPr/>
        <p:txBody>
          <a:bodyPr/>
          <a:lstStyle/>
          <a:p>
            <a:fld id="{3485D9CA-6DAA-4C3C-A3E2-EDEA918D5F89}" type="slidenum">
              <a:rPr lang="en-US">
                <a:latin typeface="Calibri"/>
              </a:rPr>
              <a:pPr/>
              <a:t>69</a:t>
            </a:fld>
            <a:endParaRPr lang="en-US">
              <a:latin typeface="Calibri"/>
            </a:endParaRPr>
          </a:p>
        </p:txBody>
      </p:sp>
      <p:pic>
        <p:nvPicPr>
          <p:cNvPr id="2" name="Picture 1"/>
          <p:cNvPicPr>
            <a:picLocks noChangeAspect="1"/>
          </p:cNvPicPr>
          <p:nvPr/>
        </p:nvPicPr>
        <p:blipFill>
          <a:blip r:embed="rId3"/>
          <a:stretch>
            <a:fillRect/>
          </a:stretch>
        </p:blipFill>
        <p:spPr>
          <a:xfrm>
            <a:off x="524101" y="684884"/>
            <a:ext cx="2245632" cy="1097643"/>
          </a:xfrm>
          <a:prstGeom prst="rect">
            <a:avLst/>
          </a:prstGeom>
        </p:spPr>
      </p:pic>
      <p:pic>
        <p:nvPicPr>
          <p:cNvPr id="6" name="Picture 5"/>
          <p:cNvPicPr>
            <a:picLocks noChangeAspect="1"/>
          </p:cNvPicPr>
          <p:nvPr/>
        </p:nvPicPr>
        <p:blipFill>
          <a:blip r:embed="rId4"/>
          <a:stretch>
            <a:fillRect/>
          </a:stretch>
        </p:blipFill>
        <p:spPr>
          <a:xfrm>
            <a:off x="524101" y="1479095"/>
            <a:ext cx="5781675" cy="990600"/>
          </a:xfrm>
          <a:prstGeom prst="rect">
            <a:avLst/>
          </a:prstGeom>
        </p:spPr>
      </p:pic>
      <p:pic>
        <p:nvPicPr>
          <p:cNvPr id="7" name="Picture 6"/>
          <p:cNvPicPr>
            <a:picLocks noChangeAspect="1"/>
          </p:cNvPicPr>
          <p:nvPr/>
        </p:nvPicPr>
        <p:blipFill>
          <a:blip r:embed="rId5"/>
          <a:stretch>
            <a:fillRect/>
          </a:stretch>
        </p:blipFill>
        <p:spPr>
          <a:xfrm>
            <a:off x="524101" y="2275800"/>
            <a:ext cx="4648200" cy="771525"/>
          </a:xfrm>
          <a:prstGeom prst="rect">
            <a:avLst/>
          </a:prstGeom>
        </p:spPr>
      </p:pic>
      <p:pic>
        <p:nvPicPr>
          <p:cNvPr id="8" name="Picture 7"/>
          <p:cNvPicPr>
            <a:picLocks noChangeAspect="1"/>
          </p:cNvPicPr>
          <p:nvPr/>
        </p:nvPicPr>
        <p:blipFill>
          <a:blip r:embed="rId6"/>
          <a:stretch>
            <a:fillRect/>
          </a:stretch>
        </p:blipFill>
        <p:spPr>
          <a:xfrm>
            <a:off x="847724" y="3083832"/>
            <a:ext cx="6569075" cy="2269672"/>
          </a:xfrm>
          <a:prstGeom prst="rect">
            <a:avLst/>
          </a:prstGeom>
        </p:spPr>
      </p:pic>
      <p:pic>
        <p:nvPicPr>
          <p:cNvPr id="9" name="Picture 8"/>
          <p:cNvPicPr>
            <a:picLocks noChangeAspect="1"/>
          </p:cNvPicPr>
          <p:nvPr/>
        </p:nvPicPr>
        <p:blipFill>
          <a:blip r:embed="rId7"/>
          <a:stretch>
            <a:fillRect/>
          </a:stretch>
        </p:blipFill>
        <p:spPr>
          <a:xfrm>
            <a:off x="524101" y="5289997"/>
            <a:ext cx="4895850" cy="781050"/>
          </a:xfrm>
          <a:prstGeom prst="rect">
            <a:avLst/>
          </a:prstGeom>
        </p:spPr>
      </p:pic>
      <p:pic>
        <p:nvPicPr>
          <p:cNvPr id="10" name="Picture 9"/>
          <p:cNvPicPr>
            <a:picLocks noChangeAspect="1"/>
          </p:cNvPicPr>
          <p:nvPr/>
        </p:nvPicPr>
        <p:blipFill>
          <a:blip r:embed="rId8"/>
          <a:stretch>
            <a:fillRect/>
          </a:stretch>
        </p:blipFill>
        <p:spPr>
          <a:xfrm>
            <a:off x="828898" y="5967641"/>
            <a:ext cx="4419600" cy="793839"/>
          </a:xfrm>
          <a:prstGeom prst="rect">
            <a:avLst/>
          </a:prstGeom>
        </p:spPr>
      </p:pic>
    </p:spTree>
    <p:custDataLst>
      <p:tags r:id="rId1"/>
    </p:custDataLst>
    <p:extLst>
      <p:ext uri="{BB962C8B-B14F-4D97-AF65-F5344CB8AC3E}">
        <p14:creationId xmlns:p14="http://schemas.microsoft.com/office/powerpoint/2010/main" val="67139528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ags/tag22.xml><?xml version="1.0" encoding="utf-8"?>
<p:tagLst xmlns:a="http://schemas.openxmlformats.org/drawingml/2006/main" xmlns:r="http://schemas.openxmlformats.org/officeDocument/2006/relationships" xmlns:p="http://schemas.openxmlformats.org/presentationml/2006/main">
  <p:tag name="TIMING" val="|38.5"/>
</p:tagLst>
</file>

<file path=ppt/tags/tag23.xml><?xml version="1.0" encoding="utf-8"?>
<p:tagLst xmlns:a="http://schemas.openxmlformats.org/drawingml/2006/main" xmlns:r="http://schemas.openxmlformats.org/officeDocument/2006/relationships" xmlns:p="http://schemas.openxmlformats.org/presentationml/2006/main">
  <p:tag name="TIMING" val="|38.5"/>
</p:tagLst>
</file>

<file path=ppt/tags/tag24.xml><?xml version="1.0" encoding="utf-8"?>
<p:tagLst xmlns:a="http://schemas.openxmlformats.org/drawingml/2006/main" xmlns:r="http://schemas.openxmlformats.org/officeDocument/2006/relationships" xmlns:p="http://schemas.openxmlformats.org/presentationml/2006/main">
  <p:tag name="TIMING" val="|38.5"/>
</p:tagLst>
</file>

<file path=ppt/tags/tag25.xml><?xml version="1.0" encoding="utf-8"?>
<p:tagLst xmlns:a="http://schemas.openxmlformats.org/drawingml/2006/main" xmlns:r="http://schemas.openxmlformats.org/officeDocument/2006/relationships" xmlns:p="http://schemas.openxmlformats.org/presentationml/2006/main">
  <p:tag name="TIMING" val="|38.5"/>
</p:tagLst>
</file>

<file path=ppt/tags/tag26.xml><?xml version="1.0" encoding="utf-8"?>
<p:tagLst xmlns:a="http://schemas.openxmlformats.org/drawingml/2006/main" xmlns:r="http://schemas.openxmlformats.org/officeDocument/2006/relationships" xmlns:p="http://schemas.openxmlformats.org/presentationml/2006/main">
  <p:tag name="TIMING" val="|38.5"/>
</p:tagLst>
</file>

<file path=ppt/tags/tag27.xml><?xml version="1.0" encoding="utf-8"?>
<p:tagLst xmlns:a="http://schemas.openxmlformats.org/drawingml/2006/main" xmlns:r="http://schemas.openxmlformats.org/officeDocument/2006/relationships" xmlns:p="http://schemas.openxmlformats.org/presentationml/2006/main">
  <p:tag name="TIMING" val="|38.5"/>
</p:tagLst>
</file>

<file path=ppt/tags/tag28.xml><?xml version="1.0" encoding="utf-8"?>
<p:tagLst xmlns:a="http://schemas.openxmlformats.org/drawingml/2006/main" xmlns:r="http://schemas.openxmlformats.org/officeDocument/2006/relationships" xmlns:p="http://schemas.openxmlformats.org/presentationml/2006/main">
  <p:tag name="TIMING" val="|38.5"/>
</p:tagLst>
</file>

<file path=ppt/tags/tag29.xml><?xml version="1.0" encoding="utf-8"?>
<p:tagLst xmlns:a="http://schemas.openxmlformats.org/drawingml/2006/main" xmlns:r="http://schemas.openxmlformats.org/officeDocument/2006/relationships" xmlns:p="http://schemas.openxmlformats.org/presentationml/2006/main">
  <p:tag name="TIMING" val="|38.5"/>
</p:tagLst>
</file>

<file path=ppt/tags/tag30.xml><?xml version="1.0" encoding="utf-8"?>
<p:tagLst xmlns:a="http://schemas.openxmlformats.org/drawingml/2006/main" xmlns:r="http://schemas.openxmlformats.org/officeDocument/2006/relationships" xmlns:p="http://schemas.openxmlformats.org/presentationml/2006/main">
  <p:tag name="TIMING" val="|38.5"/>
</p:tagLst>
</file>

<file path=ppt/tags/tag31.xml><?xml version="1.0" encoding="utf-8"?>
<p:tagLst xmlns:a="http://schemas.openxmlformats.org/drawingml/2006/main" xmlns:r="http://schemas.openxmlformats.org/officeDocument/2006/relationships" xmlns:p="http://schemas.openxmlformats.org/presentationml/2006/main">
  <p:tag name="TIMING" val="|38.5"/>
</p:tagLst>
</file>

<file path=ppt/tags/tag32.xml><?xml version="1.0" encoding="utf-8"?>
<p:tagLst xmlns:a="http://schemas.openxmlformats.org/drawingml/2006/main" xmlns:r="http://schemas.openxmlformats.org/officeDocument/2006/relationships" xmlns:p="http://schemas.openxmlformats.org/presentationml/2006/main">
  <p:tag name="TIMING" val="|38.5"/>
</p:tagLst>
</file>

<file path=ppt/tags/tag33.xml><?xml version="1.0" encoding="utf-8"?>
<p:tagLst xmlns:a="http://schemas.openxmlformats.org/drawingml/2006/main" xmlns:r="http://schemas.openxmlformats.org/officeDocument/2006/relationships" xmlns:p="http://schemas.openxmlformats.org/presentationml/2006/main">
  <p:tag name="TIMING" val="|38.5"/>
</p:tagLst>
</file>

<file path=ppt/tags/tag34.xml><?xml version="1.0" encoding="utf-8"?>
<p:tagLst xmlns:a="http://schemas.openxmlformats.org/drawingml/2006/main" xmlns:r="http://schemas.openxmlformats.org/officeDocument/2006/relationships" xmlns:p="http://schemas.openxmlformats.org/presentationml/2006/main">
  <p:tag name="TIMING" val="|38.5"/>
</p:tagLst>
</file>

<file path=ppt/tags/tag35.xml><?xml version="1.0" encoding="utf-8"?>
<p:tagLst xmlns:a="http://schemas.openxmlformats.org/drawingml/2006/main" xmlns:r="http://schemas.openxmlformats.org/officeDocument/2006/relationships" xmlns:p="http://schemas.openxmlformats.org/presentationml/2006/main">
  <p:tag name="TIMING" val="|38.5"/>
</p:tagLst>
</file>

<file path=ppt/tags/tag36.xml><?xml version="1.0" encoding="utf-8"?>
<p:tagLst xmlns:a="http://schemas.openxmlformats.org/drawingml/2006/main" xmlns:r="http://schemas.openxmlformats.org/officeDocument/2006/relationships" xmlns:p="http://schemas.openxmlformats.org/presentationml/2006/main">
  <p:tag name="TIMING" val="|38.5"/>
</p:tagLst>
</file>

<file path=ppt/tags/tag37.xml><?xml version="1.0" encoding="utf-8"?>
<p:tagLst xmlns:a="http://schemas.openxmlformats.org/drawingml/2006/main" xmlns:r="http://schemas.openxmlformats.org/officeDocument/2006/relationships" xmlns:p="http://schemas.openxmlformats.org/presentationml/2006/main">
  <p:tag name="TIMING" val="|38.5"/>
</p:tagLst>
</file>

<file path=ppt/tags/tag38.xml><?xml version="1.0" encoding="utf-8"?>
<p:tagLst xmlns:a="http://schemas.openxmlformats.org/drawingml/2006/main" xmlns:r="http://schemas.openxmlformats.org/officeDocument/2006/relationships" xmlns:p="http://schemas.openxmlformats.org/presentationml/2006/main">
  <p:tag name="TIMING" val="|38.5"/>
</p:tagLst>
</file>

<file path=ppt/tags/tag39.xml><?xml version="1.0" encoding="utf-8"?>
<p:tagLst xmlns:a="http://schemas.openxmlformats.org/drawingml/2006/main" xmlns:r="http://schemas.openxmlformats.org/officeDocument/2006/relationships" xmlns:p="http://schemas.openxmlformats.org/presentationml/2006/main">
  <p:tag name="TIMING" val="|38.5"/>
</p:tagLst>
</file>

<file path=ppt/tags/tag40.xml><?xml version="1.0" encoding="utf-8"?>
<p:tagLst xmlns:a="http://schemas.openxmlformats.org/drawingml/2006/main" xmlns:r="http://schemas.openxmlformats.org/officeDocument/2006/relationships" xmlns:p="http://schemas.openxmlformats.org/presentationml/2006/main">
  <p:tag name="TIMING" val="|38.5"/>
</p:tagLst>
</file>

<file path=ppt/tags/tag41.xml><?xml version="1.0" encoding="utf-8"?>
<p:tagLst xmlns:a="http://schemas.openxmlformats.org/drawingml/2006/main" xmlns:r="http://schemas.openxmlformats.org/officeDocument/2006/relationships" xmlns:p="http://schemas.openxmlformats.org/presentationml/2006/main">
  <p:tag name="TIMING" val="|38.5"/>
</p:tagLst>
</file>

<file path=ppt/tags/tag42.xml><?xml version="1.0" encoding="utf-8"?>
<p:tagLst xmlns:a="http://schemas.openxmlformats.org/drawingml/2006/main" xmlns:r="http://schemas.openxmlformats.org/officeDocument/2006/relationships" xmlns:p="http://schemas.openxmlformats.org/presentationml/2006/main">
  <p:tag name="TIMING" val="|38.5"/>
</p:tagLst>
</file>

<file path=ppt/tags/tag43.xml><?xml version="1.0" encoding="utf-8"?>
<p:tagLst xmlns:a="http://schemas.openxmlformats.org/drawingml/2006/main" xmlns:r="http://schemas.openxmlformats.org/officeDocument/2006/relationships" xmlns:p="http://schemas.openxmlformats.org/presentationml/2006/main">
  <p:tag name="TIMING" val="|38.5"/>
</p:tagLst>
</file>

<file path=ppt/tags/tag44.xml><?xml version="1.0" encoding="utf-8"?>
<p:tagLst xmlns:a="http://schemas.openxmlformats.org/drawingml/2006/main" xmlns:r="http://schemas.openxmlformats.org/officeDocument/2006/relationships" xmlns:p="http://schemas.openxmlformats.org/presentationml/2006/main">
  <p:tag name="TIMING" val="|38.5"/>
</p:tagLst>
</file>

<file path=ppt/tags/tag45.xml><?xml version="1.0" encoding="utf-8"?>
<p:tagLst xmlns:a="http://schemas.openxmlformats.org/drawingml/2006/main" xmlns:r="http://schemas.openxmlformats.org/officeDocument/2006/relationships" xmlns:p="http://schemas.openxmlformats.org/presentationml/2006/main">
  <p:tag name="TIMING" val="|38.5"/>
</p:tagLst>
</file>

<file path=ppt/tags/tag46.xml><?xml version="1.0" encoding="utf-8"?>
<p:tagLst xmlns:a="http://schemas.openxmlformats.org/drawingml/2006/main" xmlns:r="http://schemas.openxmlformats.org/officeDocument/2006/relationships" xmlns:p="http://schemas.openxmlformats.org/presentationml/2006/main">
  <p:tag name="TIMING" val="|38.5"/>
</p:tagLst>
</file>

<file path=ppt/tags/tag47.xml><?xml version="1.0" encoding="utf-8"?>
<p:tagLst xmlns:a="http://schemas.openxmlformats.org/drawingml/2006/main" xmlns:r="http://schemas.openxmlformats.org/officeDocument/2006/relationships" xmlns:p="http://schemas.openxmlformats.org/presentationml/2006/main">
  <p:tag name="TIMING" val="|38.5"/>
</p:tagLst>
</file>

<file path=ppt/tags/tag48.xml><?xml version="1.0" encoding="utf-8"?>
<p:tagLst xmlns:a="http://schemas.openxmlformats.org/drawingml/2006/main" xmlns:r="http://schemas.openxmlformats.org/officeDocument/2006/relationships" xmlns:p="http://schemas.openxmlformats.org/presentationml/2006/main">
  <p:tag name="TIMING" val="|38.5"/>
</p:tagLst>
</file>

<file path=ppt/tags/tag49.xml><?xml version="1.0" encoding="utf-8"?>
<p:tagLst xmlns:a="http://schemas.openxmlformats.org/drawingml/2006/main" xmlns:r="http://schemas.openxmlformats.org/officeDocument/2006/relationships" xmlns:p="http://schemas.openxmlformats.org/presentationml/2006/main">
  <p:tag name="TIMING" val="|38.5"/>
</p:tagLst>
</file>

<file path=ppt/tags/tag50.xml><?xml version="1.0" encoding="utf-8"?>
<p:tagLst xmlns:a="http://schemas.openxmlformats.org/drawingml/2006/main" xmlns:r="http://schemas.openxmlformats.org/officeDocument/2006/relationships" xmlns:p="http://schemas.openxmlformats.org/presentationml/2006/main">
  <p:tag name="TIMING" val="|38.5"/>
</p:tagLst>
</file>

<file path=ppt/tags/tag51.xml><?xml version="1.0" encoding="utf-8"?>
<p:tagLst xmlns:a="http://schemas.openxmlformats.org/drawingml/2006/main" xmlns:r="http://schemas.openxmlformats.org/officeDocument/2006/relationships" xmlns:p="http://schemas.openxmlformats.org/presentationml/2006/main">
  <p:tag name="TIMING" val="|38.5"/>
</p:tagLst>
</file>

<file path=ppt/tags/tag52.xml><?xml version="1.0" encoding="utf-8"?>
<p:tagLst xmlns:a="http://schemas.openxmlformats.org/drawingml/2006/main" xmlns:r="http://schemas.openxmlformats.org/officeDocument/2006/relationships" xmlns:p="http://schemas.openxmlformats.org/presentationml/2006/main">
  <p:tag name="TIMING" val="|38.5"/>
</p:tagLst>
</file>

<file path=ppt/tags/tag53.xml><?xml version="1.0" encoding="utf-8"?>
<p:tagLst xmlns:a="http://schemas.openxmlformats.org/drawingml/2006/main" xmlns:r="http://schemas.openxmlformats.org/officeDocument/2006/relationships" xmlns:p="http://schemas.openxmlformats.org/presentationml/2006/main">
  <p:tag name="TIMING" val="|38.5"/>
</p:tagLst>
</file>

<file path=ppt/tags/tag54.xml><?xml version="1.0" encoding="utf-8"?>
<p:tagLst xmlns:a="http://schemas.openxmlformats.org/drawingml/2006/main" xmlns:r="http://schemas.openxmlformats.org/officeDocument/2006/relationships" xmlns:p="http://schemas.openxmlformats.org/presentationml/2006/main">
  <p:tag name="TIMING" val="|38.5"/>
</p:tagLst>
</file>

<file path=ppt/tags/tag55.xml><?xml version="1.0" encoding="utf-8"?>
<p:tagLst xmlns:a="http://schemas.openxmlformats.org/drawingml/2006/main" xmlns:r="http://schemas.openxmlformats.org/officeDocument/2006/relationships" xmlns:p="http://schemas.openxmlformats.org/presentationml/2006/main">
  <p:tag name="TIMING" val="|38.5"/>
</p:tagLst>
</file>

<file path=ppt/tags/tag56.xml><?xml version="1.0" encoding="utf-8"?>
<p:tagLst xmlns:a="http://schemas.openxmlformats.org/drawingml/2006/main" xmlns:r="http://schemas.openxmlformats.org/officeDocument/2006/relationships" xmlns:p="http://schemas.openxmlformats.org/presentationml/2006/main">
  <p:tag name="TIMING" val="|38.5"/>
</p:tagLst>
</file>

<file path=ppt/tags/tag57.xml><?xml version="1.0" encoding="utf-8"?>
<p:tagLst xmlns:a="http://schemas.openxmlformats.org/drawingml/2006/main" xmlns:r="http://schemas.openxmlformats.org/officeDocument/2006/relationships" xmlns:p="http://schemas.openxmlformats.org/presentationml/2006/main">
  <p:tag name="TIMING" val="|38.5"/>
</p:tagLst>
</file>

<file path=ppt/tags/tag58.xml><?xml version="1.0" encoding="utf-8"?>
<p:tagLst xmlns:a="http://schemas.openxmlformats.org/drawingml/2006/main" xmlns:r="http://schemas.openxmlformats.org/officeDocument/2006/relationships" xmlns:p="http://schemas.openxmlformats.org/presentationml/2006/main">
  <p:tag name="TIMING" val="|38.5"/>
</p:tagLst>
</file>

<file path=ppt/tags/tag59.xml><?xml version="1.0" encoding="utf-8"?>
<p:tagLst xmlns:a="http://schemas.openxmlformats.org/drawingml/2006/main" xmlns:r="http://schemas.openxmlformats.org/officeDocument/2006/relationships" xmlns:p="http://schemas.openxmlformats.org/presentationml/2006/main">
  <p:tag name="TIMING" val="|38.5"/>
</p:tagLst>
</file>

<file path=ppt/tags/tag60.xml><?xml version="1.0" encoding="utf-8"?>
<p:tagLst xmlns:a="http://schemas.openxmlformats.org/drawingml/2006/main" xmlns:r="http://schemas.openxmlformats.org/officeDocument/2006/relationships" xmlns:p="http://schemas.openxmlformats.org/presentationml/2006/main">
  <p:tag name="TIMING" val="|38.5"/>
</p:tagLst>
</file>

<file path=ppt/tags/tag61.xml><?xml version="1.0" encoding="utf-8"?>
<p:tagLst xmlns:a="http://schemas.openxmlformats.org/drawingml/2006/main" xmlns:r="http://schemas.openxmlformats.org/officeDocument/2006/relationships" xmlns:p="http://schemas.openxmlformats.org/presentationml/2006/main">
  <p:tag name="TIMING" val="|38.5"/>
</p:tagLst>
</file>

<file path=ppt/tags/tag62.xml><?xml version="1.0" encoding="utf-8"?>
<p:tagLst xmlns:a="http://schemas.openxmlformats.org/drawingml/2006/main" xmlns:r="http://schemas.openxmlformats.org/officeDocument/2006/relationships" xmlns:p="http://schemas.openxmlformats.org/presentationml/2006/main">
  <p:tag name="TIMING" val="|38.5"/>
</p:tagLst>
</file>

<file path=ppt/tags/tag63.xml><?xml version="1.0" encoding="utf-8"?>
<p:tagLst xmlns:a="http://schemas.openxmlformats.org/drawingml/2006/main" xmlns:r="http://schemas.openxmlformats.org/officeDocument/2006/relationships" xmlns:p="http://schemas.openxmlformats.org/presentationml/2006/main">
  <p:tag name="TIMING" val="|38.5"/>
</p:tagLst>
</file>

<file path=ppt/tags/tag64.xml><?xml version="1.0" encoding="utf-8"?>
<p:tagLst xmlns:a="http://schemas.openxmlformats.org/drawingml/2006/main" xmlns:r="http://schemas.openxmlformats.org/officeDocument/2006/relationships" xmlns:p="http://schemas.openxmlformats.org/presentationml/2006/main">
  <p:tag name="TIMING" val="|38.5"/>
</p:tagLst>
</file>

<file path=ppt/tags/tag65.xml><?xml version="1.0" encoding="utf-8"?>
<p:tagLst xmlns:a="http://schemas.openxmlformats.org/drawingml/2006/main" xmlns:r="http://schemas.openxmlformats.org/officeDocument/2006/relationships" xmlns:p="http://schemas.openxmlformats.org/presentationml/2006/main">
  <p:tag name="TIMING" val="|38.5"/>
</p:tagLst>
</file>

<file path=ppt/tags/tag66.xml><?xml version="1.0" encoding="utf-8"?>
<p:tagLst xmlns:a="http://schemas.openxmlformats.org/drawingml/2006/main" xmlns:r="http://schemas.openxmlformats.org/officeDocument/2006/relationships" xmlns:p="http://schemas.openxmlformats.org/presentationml/2006/main">
  <p:tag name="TIMING" val="|38.5"/>
</p:tagLst>
</file>

<file path=ppt/tags/tag67.xml><?xml version="1.0" encoding="utf-8"?>
<p:tagLst xmlns:a="http://schemas.openxmlformats.org/drawingml/2006/main" xmlns:r="http://schemas.openxmlformats.org/officeDocument/2006/relationships" xmlns:p="http://schemas.openxmlformats.org/presentationml/2006/main">
  <p:tag name="TIMING" val="|38.5"/>
</p:tagLst>
</file>

<file path=ppt/tags/tag68.xml><?xml version="1.0" encoding="utf-8"?>
<p:tagLst xmlns:a="http://schemas.openxmlformats.org/drawingml/2006/main" xmlns:r="http://schemas.openxmlformats.org/officeDocument/2006/relationships" xmlns:p="http://schemas.openxmlformats.org/presentationml/2006/main">
  <p:tag name="TIMING" val="|38.5"/>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33815</TotalTime>
  <Words>5531</Words>
  <Application>Microsoft Office PowerPoint</Application>
  <PresentationFormat>Widescreen</PresentationFormat>
  <Paragraphs>660</Paragraphs>
  <Slides>69</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69</vt:i4>
      </vt:variant>
    </vt:vector>
  </HeadingPairs>
  <TitlesOfParts>
    <vt:vector size="79" baseType="lpstr">
      <vt:lpstr>Arial</vt:lpstr>
      <vt:lpstr>Calibri</vt:lpstr>
      <vt:lpstr>Calibri Light</vt:lpstr>
      <vt:lpstr>Cambria</vt:lpstr>
      <vt:lpstr>Cambria Math</vt:lpstr>
      <vt:lpstr>Courier New</vt:lpstr>
      <vt:lpstr>Wingdings</vt:lpstr>
      <vt:lpstr>ヒラギノ角ゴ Pro W3</vt:lpstr>
      <vt:lpstr>Office Theme</vt:lpstr>
      <vt:lpstr>Adjacency</vt:lpstr>
      <vt:lpstr>CSC 334 – Parallel and Distributed Computing</vt:lpstr>
      <vt:lpstr>Agenda</vt:lpstr>
      <vt:lpstr>Automatic vs. Manual Parallelization</vt:lpstr>
      <vt:lpstr>Automatic vs. Manual Parallelization</vt:lpstr>
      <vt:lpstr>Automatic vs. Manual Parallelization</vt:lpstr>
      <vt:lpstr>Understand the Problem and the Program</vt:lpstr>
      <vt:lpstr>Understand the Problem and the Program</vt:lpstr>
      <vt:lpstr>Understand the Problem and the Program</vt:lpstr>
      <vt:lpstr>Partitioning</vt:lpstr>
      <vt:lpstr>Partitioning</vt:lpstr>
      <vt:lpstr>Partitioning</vt:lpstr>
      <vt:lpstr>Partitioning</vt:lpstr>
      <vt:lpstr>Partitioning</vt:lpstr>
      <vt:lpstr>Partitioning</vt:lpstr>
      <vt:lpstr>Partitioning</vt:lpstr>
      <vt:lpstr>Who Needs Communications?</vt:lpstr>
      <vt:lpstr>Who Needs Communications?</vt:lpstr>
      <vt:lpstr>Factors to Consider (1)</vt:lpstr>
      <vt:lpstr>Factors to Consider (2)</vt:lpstr>
      <vt:lpstr>Factors to Consider (3)</vt:lpstr>
      <vt:lpstr>Factors to Consider (4)</vt:lpstr>
      <vt:lpstr>Factors to Consider (5)</vt:lpstr>
      <vt:lpstr>Factors to Consider (6)</vt:lpstr>
      <vt:lpstr>Factors to Consider (7)</vt:lpstr>
      <vt:lpstr>Types of Synchronization</vt:lpstr>
      <vt:lpstr>Data Dependencies</vt:lpstr>
      <vt:lpstr>Example 1: Loop Carried Data Dependence</vt:lpstr>
      <vt:lpstr>Example 2: Loop Independent Data Dependence</vt:lpstr>
      <vt:lpstr>How to Handle Data Dependencies?</vt:lpstr>
      <vt:lpstr>Load Balancing</vt:lpstr>
      <vt:lpstr>How to Achieve Load Balance? (1)</vt:lpstr>
      <vt:lpstr>How to Achieve Load Balance? (2)</vt:lpstr>
      <vt:lpstr>Granularity</vt:lpstr>
      <vt:lpstr>Fine-grain Parallelism </vt:lpstr>
      <vt:lpstr>Coarse-grain Parallelism </vt:lpstr>
      <vt:lpstr>Which is Best?</vt:lpstr>
      <vt:lpstr>I/O</vt:lpstr>
      <vt:lpstr>I/O</vt:lpstr>
      <vt:lpstr>Some Options</vt:lpstr>
      <vt:lpstr>Performance Analysis and Tuning</vt:lpstr>
      <vt:lpstr>Limits and Costs of Parallel Programming</vt:lpstr>
      <vt:lpstr>Limits and Costs of Parallel Programming</vt:lpstr>
      <vt:lpstr>Limits and Costs of Parallel Programming</vt:lpstr>
      <vt:lpstr>Limits and Costs of Parallel Programming</vt:lpstr>
      <vt:lpstr>Limits and Costs of Parallel Programming</vt:lpstr>
      <vt:lpstr>Limits and Costs of Parallel Programming</vt:lpstr>
      <vt:lpstr>Limits and Costs of Parallel Programming</vt:lpstr>
      <vt:lpstr>Limits and Costs of Parallel Programming</vt:lpstr>
      <vt:lpstr>Amdahl’s Law</vt:lpstr>
      <vt:lpstr>Amdahl’s Law</vt:lpstr>
      <vt:lpstr>Speedup vs. P</vt:lpstr>
      <vt:lpstr>Amdahl’s Law</vt:lpstr>
      <vt:lpstr>Amdahl’s Law</vt:lpstr>
      <vt:lpstr>Amdahl’s Law</vt:lpstr>
      <vt:lpstr>Amdahl’s Law: Remarks</vt:lpstr>
      <vt:lpstr>Gustafson-Barsis’s Law</vt:lpstr>
      <vt:lpstr>Gustafson-Barsis’s Law: Remarks</vt:lpstr>
      <vt:lpstr>Gustafson-Barsis’s Law: Remarks</vt:lpstr>
      <vt:lpstr>Karp-Flatt Metric</vt:lpstr>
      <vt:lpstr>Karp-Flatt Metric</vt:lpstr>
      <vt:lpstr>Karp-Flatt Metric</vt:lpstr>
      <vt:lpstr>Karp-Flatt Metric</vt:lpstr>
      <vt:lpstr>Karp-Flatt Metric</vt:lpstr>
      <vt:lpstr>Isoefficiency Metric</vt:lpstr>
      <vt:lpstr>Isoefficiency Metric Equation</vt:lpstr>
      <vt:lpstr>Isoefficiency Metric</vt:lpstr>
      <vt:lpstr>Isoefficiency Metric</vt:lpstr>
      <vt:lpstr>Isoefficiency Metric</vt:lpstr>
      <vt:lpstr>Isoefficiency Metric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334 – Parallel and Distributed Computing</dc:title>
  <dc:creator>Hasan Jamal</dc:creator>
  <cp:lastModifiedBy>INFO TECH</cp:lastModifiedBy>
  <cp:revision>150</cp:revision>
  <dcterms:created xsi:type="dcterms:W3CDTF">2020-06-08T03:46:58Z</dcterms:created>
  <dcterms:modified xsi:type="dcterms:W3CDTF">2025-09-25T10:09:08Z</dcterms:modified>
</cp:coreProperties>
</file>