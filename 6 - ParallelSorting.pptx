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7" r:id="rId3"/>
    <p:sldId id="715" r:id="rId4"/>
    <p:sldId id="716" r:id="rId5"/>
    <p:sldId id="724" r:id="rId6"/>
    <p:sldId id="717" r:id="rId7"/>
    <p:sldId id="718" r:id="rId8"/>
    <p:sldId id="719" r:id="rId9"/>
    <p:sldId id="720" r:id="rId10"/>
    <p:sldId id="721" r:id="rId11"/>
    <p:sldId id="723" r:id="rId12"/>
    <p:sldId id="722" r:id="rId13"/>
    <p:sldId id="7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F41AC-23D9-4DAF-938C-610805449A32}" v="2260" dt="2025-04-09T05:38:01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28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8D2F41AC-23D9-4DAF-938C-610805449A32}"/>
    <pc:docChg chg="undo redo custSel addSld delSld modSld sldOrd">
      <pc:chgData name="Hasan Jamal" userId="6724a5da2ffd1b8f" providerId="LiveId" clId="{8D2F41AC-23D9-4DAF-938C-610805449A32}" dt="2025-04-09T05:38:01.428" v="7296" actId="113"/>
      <pc:docMkLst>
        <pc:docMk/>
      </pc:docMkLst>
      <pc:sldChg chg="del">
        <pc:chgData name="Hasan Jamal" userId="6724a5da2ffd1b8f" providerId="LiveId" clId="{8D2F41AC-23D9-4DAF-938C-610805449A32}" dt="2025-04-06T06:25:42.472" v="0" actId="47"/>
        <pc:sldMkLst>
          <pc:docMk/>
          <pc:sldMk cId="3466068394" sldId="536"/>
        </pc:sldMkLst>
      </pc:sldChg>
      <pc:sldChg chg="addSp delSp modSp mod ord modAnim">
        <pc:chgData name="Hasan Jamal" userId="6724a5da2ffd1b8f" providerId="LiveId" clId="{8D2F41AC-23D9-4DAF-938C-610805449A32}" dt="2025-04-08T05:48:16.386" v="4854"/>
        <pc:sldMkLst>
          <pc:docMk/>
          <pc:sldMk cId="3989475214" sldId="681"/>
        </pc:sldMkLst>
        <pc:spChg chg="mod">
          <ac:chgData name="Hasan Jamal" userId="6724a5da2ffd1b8f" providerId="LiveId" clId="{8D2F41AC-23D9-4DAF-938C-610805449A32}" dt="2025-04-07T05:57:15.644" v="2545" actId="164"/>
          <ac:spMkLst>
            <pc:docMk/>
            <pc:sldMk cId="3989475214" sldId="681"/>
            <ac:spMk id="6" creationId="{E300FC86-0FD4-54B5-5D39-016EABC8EE0A}"/>
          </ac:spMkLst>
        </pc:spChg>
        <pc:spChg chg="mod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7" creationId="{62D5B727-3B27-C550-68A9-B4993543F524}"/>
          </ac:spMkLst>
        </pc:spChg>
        <pc:spChg chg="mod topLvl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8" creationId="{1A9927A9-161D-CDC6-FE22-B4DA99109440}"/>
          </ac:spMkLst>
        </pc:spChg>
        <pc:spChg chg="mod topLvl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9" creationId="{68E2E465-40EB-03B8-30BF-2C10FEA648DB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10" creationId="{2ECC9114-E21C-4DCB-60E1-98BD2D9FE1B6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11" creationId="{CACDAEE9-86E0-456A-5F2D-9FFA8B7CDB6D}"/>
          </ac:spMkLst>
        </pc:spChg>
        <pc:spChg chg="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12" creationId="{65010F4C-1389-D870-6868-BAC025207C00}"/>
          </ac:spMkLst>
        </pc:spChg>
        <pc:spChg chg="mod topLvl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13" creationId="{9D7EAE8E-D06D-DBF6-0156-880278208FA6}"/>
          </ac:spMkLst>
        </pc:spChg>
        <pc:spChg chg="mod topLvl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14" creationId="{E5AB1678-C97D-6C70-ECD8-534B0D70B761}"/>
          </ac:spMkLst>
        </pc:spChg>
        <pc:spChg chg="mod topLvl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15" creationId="{5ACEBA2E-5B7C-9611-4D6A-21A55E1D32D7}"/>
          </ac:spMkLst>
        </pc:spChg>
        <pc:spChg chg="mod">
          <ac:chgData name="Hasan Jamal" userId="6724a5da2ffd1b8f" providerId="LiveId" clId="{8D2F41AC-23D9-4DAF-938C-610805449A32}" dt="2025-04-07T05:53:37.201" v="2374" actId="164"/>
          <ac:spMkLst>
            <pc:docMk/>
            <pc:sldMk cId="3989475214" sldId="681"/>
            <ac:spMk id="16" creationId="{B41985FC-34E5-078D-63C7-0E822493CE0A}"/>
          </ac:spMkLst>
        </pc:spChg>
        <pc:spChg chg="mod topLvl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17" creationId="{7135C34A-2B90-1494-C8EA-31FA7F84537F}"/>
          </ac:spMkLst>
        </pc:spChg>
        <pc:spChg chg="mod topLvl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18" creationId="{DBC08B6C-5EEF-6C31-0F45-EBBBF6ED7F2F}"/>
          </ac:spMkLst>
        </pc:spChg>
        <pc:spChg chg="mod topLvl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19" creationId="{08A20D59-EFDE-234F-10C2-7057DE0B264C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20" creationId="{CEB25989-972C-07AF-3F7D-C8D7594812EE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23" creationId="{176BCF4C-AC01-890F-340D-0F16487A0759}"/>
          </ac:spMkLst>
        </pc:spChg>
        <pc:spChg chg="mod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34" creationId="{F165CCB4-3F2A-575A-4471-7DDB92C807EF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5" creationId="{087F238F-9304-E79D-7109-AB5F9C5440AA}"/>
          </ac:spMkLst>
        </pc:spChg>
        <pc:spChg chg="add 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48" creationId="{438F1975-E30F-9A20-644B-92CE5E220ADA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1" creationId="{2BBDA353-10AC-0729-6566-E03CA87C2FB5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2" creationId="{69DDA364-432C-36D2-63BB-AE6271F10FAA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3" creationId="{54223603-BF74-A383-5510-40F7574C6055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072" creationId="{FA277633-D058-7412-D69F-EFA69D3FF4F0}"/>
          </ac:spMkLst>
        </pc:spChg>
        <pc:spChg chg="mod">
          <ac:chgData name="Hasan Jamal" userId="6724a5da2ffd1b8f" providerId="LiveId" clId="{8D2F41AC-23D9-4DAF-938C-610805449A32}" dt="2025-04-07T06:02:28.718" v="2631"/>
          <ac:spMkLst>
            <pc:docMk/>
            <pc:sldMk cId="3989475214" sldId="681"/>
            <ac:spMk id="3074" creationId="{F688411B-DFDA-D328-103A-C2748DB5F4F3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6" creationId="{E755B818-3DC1-7C1D-87C3-39B4074B99B9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8" creationId="{78EAAD2A-AF88-362E-41B8-181AF8DE0938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9" creationId="{6162E506-29E8-AF12-36D8-4A01623C6F5C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080" creationId="{EB286B53-9B07-C50F-ACF9-846116B71DD1}"/>
          </ac:spMkLst>
        </pc:spChg>
        <pc:spChg chg="mod">
          <ac:chgData name="Hasan Jamal" userId="6724a5da2ffd1b8f" providerId="LiveId" clId="{8D2F41AC-23D9-4DAF-938C-610805449A32}" dt="2025-04-07T05:56:06.483" v="2447" actId="1076"/>
          <ac:spMkLst>
            <pc:docMk/>
            <pc:sldMk cId="3989475214" sldId="681"/>
            <ac:spMk id="3081" creationId="{64963E0A-6BC7-BCCE-6801-02BB022BB049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3" creationId="{BD995731-6115-D289-3A62-F638948E48F6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3084" creationId="{F36FAF79-A413-A76C-374B-D921F5B83CD0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5" creationId="{23B3ABF1-6F10-50CF-4F6C-3C5555F67E46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3087" creationId="{57055568-3389-83C8-9DA4-11CB32FD328C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8" creationId="{1A44AEF0-EBE3-06E0-A4A3-8F38061E8B57}"/>
          </ac:spMkLst>
        </pc:spChg>
        <pc:spChg chg="add 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3089" creationId="{468E15D0-A280-4407-E75B-EF68B79FDBEE}"/>
          </ac:spMkLst>
        </pc:spChg>
        <pc:spChg chg="add 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3090" creationId="{4435DBB7-5382-BB7A-479D-9B539DB09897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096" creationId="{AABF2407-ECC9-0EBF-D6FC-84844B4F18CC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097" creationId="{16FD762F-1E1B-265D-8CE5-77641AE078FB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098" creationId="{354B049B-8BD5-20BA-E12D-085C93C1BAA8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1" creationId="{133029C3-248A-2FDB-869D-BE5D9EF962F3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2" creationId="{BA6DF0F7-FC9B-6D07-1EAD-B845ECD38A88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107" creationId="{61CF9AD9-DFDA-C835-3569-04EC5BD60248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9" creationId="{FAC0F22D-6BBE-4488-9887-0B45F61207C7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0" creationId="{D4338569-FEA8-4BEA-0162-D993BFC91759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1" creationId="{01B43C88-A1F8-6F85-3CC4-07346CFCE9BE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3" creationId="{82CE1784-972A-30CA-2919-78F92F199D50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114" creationId="{6EB523D8-822E-2E7B-C467-6088A42FC209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7" creationId="{A376C118-5BC7-40BA-AE54-6CFD26839081}"/>
          </ac:spMkLst>
        </pc:spChg>
        <pc:spChg chg="add 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119" creationId="{A3E3759D-0858-910C-B028-C68C616BA7B8}"/>
          </ac:spMkLst>
        </pc:spChg>
        <pc:spChg chg="add mod">
          <ac:chgData name="Hasan Jamal" userId="6724a5da2ffd1b8f" providerId="LiveId" clId="{8D2F41AC-23D9-4DAF-938C-610805449A32}" dt="2025-04-07T05:57:15.644" v="2545" actId="164"/>
          <ac:spMkLst>
            <pc:docMk/>
            <pc:sldMk cId="3989475214" sldId="681"/>
            <ac:spMk id="3120" creationId="{4AB111D4-9394-A301-534E-68CAB771D197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7" creationId="{9966D326-5B87-7924-9DEC-45C8A70EC536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8" creationId="{7296D6B0-E7DF-FE16-C9DA-17123D843E79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9" creationId="{CDEB0DF5-509A-AA67-9F55-E7259E620CE0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34" creationId="{F98A4682-36A7-B3F5-38A2-D26226221387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097" creationId="{08447286-9703-DC26-B605-5985E06B210B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099" creationId="{5D7A40A5-E28D-06BE-1690-D13E624092B2}"/>
          </ac:spMkLst>
        </pc:spChg>
        <pc:spChg chg="mod">
          <ac:chgData name="Hasan Jamal" userId="6724a5da2ffd1b8f" providerId="LiveId" clId="{8D2F41AC-23D9-4DAF-938C-610805449A32}" dt="2025-04-07T05:50:56.313" v="2202" actId="1076"/>
          <ac:spMkLst>
            <pc:docMk/>
            <pc:sldMk cId="3989475214" sldId="681"/>
            <ac:spMk id="4103" creationId="{ECE4F358-C057-F05E-B946-F00AC12FB8DC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4" creationId="{999A187F-1610-278C-4535-CC22339A58DD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05" creationId="{72AEEF33-61F9-C21E-98C5-D332960410B6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6" creationId="{E7C973E1-D8C6-3791-E715-03A1EEA58625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8" creationId="{941475DC-A79C-8151-D0C6-063E81572CEE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9" creationId="{BA491CD9-22C0-A3AF-6545-6B5530F1A59A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10" creationId="{33759870-D8C2-DA04-A4BC-A7A4A1A266B7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2" creationId="{FD584D01-7F9E-DAD4-1E98-45428F8B9017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3" creationId="{82FDD102-2CBC-3B40-01B3-90B43325F5B7}"/>
          </ac:spMkLst>
        </pc:spChg>
        <pc:spChg chg="add 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4" creationId="{882813D8-554E-202C-F608-CA062DDDBDF6}"/>
          </ac:spMkLst>
        </pc:spChg>
        <pc:spChg chg="add mod">
          <ac:chgData name="Hasan Jamal" userId="6724a5da2ffd1b8f" providerId="LiveId" clId="{8D2F41AC-23D9-4DAF-938C-610805449A32}" dt="2025-04-07T05:52:12.092" v="2245" actId="164"/>
          <ac:spMkLst>
            <pc:docMk/>
            <pc:sldMk cId="3989475214" sldId="681"/>
            <ac:spMk id="4115" creationId="{0CE3EAE4-8807-1E29-C29C-F23CF3222F14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18" creationId="{64139067-580B-0439-EED7-3342C81E8309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119" creationId="{AFCEB6D8-202C-16B6-04CE-BED63634879E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1" creationId="{68E34167-AD96-4621-1296-EF926A22584F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2" creationId="{35EF3651-8600-362C-CA75-EDDD1FCB3BE7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3" creationId="{873D25A7-E1B4-E71F-FC99-80E60D7609BD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24" creationId="{27213CAA-B8FF-63A2-118E-A6ADA86FF183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5" creationId="{D646C119-60EF-5F0B-6296-BD75EC10A0FE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8" creationId="{B06EF1B3-8F8C-1B31-2063-884B9689380C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9" creationId="{7FC551F0-B248-A2B2-2357-FE5FB2D97F4E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30" creationId="{F3F6BFB7-C010-A215-0FCB-5AC7D898A966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32" creationId="{DA253208-3220-A6F3-F891-9F8C562C8D71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33" creationId="{3F8FDB40-3517-D34A-902E-5CCB10CBE89B}"/>
          </ac:spMkLst>
        </pc:spChg>
        <pc:spChg chg="add 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51" creationId="{D69699A8-81E6-00F5-20EF-385DDFED0BD0}"/>
          </ac:spMkLst>
        </pc:spChg>
        <pc:spChg chg="add mod">
          <ac:chgData name="Hasan Jamal" userId="6724a5da2ffd1b8f" providerId="LiveId" clId="{8D2F41AC-23D9-4DAF-938C-610805449A32}" dt="2025-04-07T05:53:37.201" v="2374" actId="164"/>
          <ac:spMkLst>
            <pc:docMk/>
            <pc:sldMk cId="3989475214" sldId="681"/>
            <ac:spMk id="4152" creationId="{D795A01D-0251-2212-6C76-E1F0B5DBCEF5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4155" creationId="{895D5A60-E783-E8A7-5B88-DA8FC6C84A9B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156" creationId="{741CF12C-273E-DC67-F0B8-634A8A88705B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4158" creationId="{145E2F4F-F954-2FCD-5BA9-184788CEFF64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4159" creationId="{EDC8A3E4-8758-EFCD-7A7E-BB50167801D1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60" creationId="{CD111C1C-261A-0D99-D176-E8DE9F00266D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61" creationId="{7A745F7E-B2C8-945C-3C97-47DFE8872549}"/>
          </ac:spMkLst>
        </pc:spChg>
        <pc:spChg chg="mod">
          <ac:chgData name="Hasan Jamal" userId="6724a5da2ffd1b8f" providerId="LiveId" clId="{8D2F41AC-23D9-4DAF-938C-610805449A32}" dt="2025-04-07T05:57:24.495" v="2547" actId="1076"/>
          <ac:spMkLst>
            <pc:docMk/>
            <pc:sldMk cId="3989475214" sldId="681"/>
            <ac:spMk id="4162" creationId="{89067D83-C275-3F06-8290-C8A45B298EDC}"/>
          </ac:spMkLst>
        </pc:spChg>
        <pc:spChg chg="mod">
          <ac:chgData name="Hasan Jamal" userId="6724a5da2ffd1b8f" providerId="LiveId" clId="{8D2F41AC-23D9-4DAF-938C-610805449A32}" dt="2025-04-07T05:57:24.495" v="2547" actId="1076"/>
          <ac:spMkLst>
            <pc:docMk/>
            <pc:sldMk cId="3989475214" sldId="681"/>
            <ac:spMk id="4166" creationId="{81E46161-B456-EC04-82D5-8FAE574AD4E2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70" creationId="{FD808604-4F6B-24E0-F6D2-39D79652BFEC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74" creationId="{88904B00-24E1-526F-7DD2-89778EF18F24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77" creationId="{5730C6B3-8C95-6FA6-D023-55157A88983A}"/>
          </ac:spMkLst>
        </pc:spChg>
        <pc:spChg chg="add mod">
          <ac:chgData name="Hasan Jamal" userId="6724a5da2ffd1b8f" providerId="LiveId" clId="{8D2F41AC-23D9-4DAF-938C-610805449A32}" dt="2025-04-07T05:58:09.088" v="2587" actId="164"/>
          <ac:spMkLst>
            <pc:docMk/>
            <pc:sldMk cId="3989475214" sldId="681"/>
            <ac:spMk id="4178" creationId="{830B0592-DBE4-11FD-78C1-447D7CC7681F}"/>
          </ac:spMkLst>
        </pc:spChg>
        <pc:spChg chg="add mod">
          <ac:chgData name="Hasan Jamal" userId="6724a5da2ffd1b8f" providerId="LiveId" clId="{8D2F41AC-23D9-4DAF-938C-610805449A32}" dt="2025-04-07T05:58:09.088" v="2587" actId="164"/>
          <ac:spMkLst>
            <pc:docMk/>
            <pc:sldMk cId="3989475214" sldId="681"/>
            <ac:spMk id="4179" creationId="{0AC72558-C56D-8790-3438-3FD05FC794CE}"/>
          </ac:spMkLst>
        </pc:spChg>
        <pc:spChg chg="add mod">
          <ac:chgData name="Hasan Jamal" userId="6724a5da2ffd1b8f" providerId="LiveId" clId="{8D2F41AC-23D9-4DAF-938C-610805449A32}" dt="2025-04-07T06:05:17.419" v="2715" actId="1036"/>
          <ac:spMkLst>
            <pc:docMk/>
            <pc:sldMk cId="3989475214" sldId="681"/>
            <ac:spMk id="4181" creationId="{EB336697-4831-39A7-BDF0-969BD0046264}"/>
          </ac:spMkLst>
        </pc:spChg>
        <pc:grpChg chg="mod">
          <ac:chgData name="Hasan Jamal" userId="6724a5da2ffd1b8f" providerId="LiveId" clId="{8D2F41AC-23D9-4DAF-938C-610805449A32}" dt="2025-04-07T06:02:03.252" v="2617" actId="1076"/>
          <ac:grpSpMkLst>
            <pc:docMk/>
            <pc:sldMk cId="3989475214" sldId="681"/>
            <ac:grpSpMk id="21" creationId="{B1ECA2DB-82AA-E23C-6382-17BB408D4819}"/>
          </ac:grpSpMkLst>
        </pc:grpChg>
        <pc:grpChg chg="add mod">
          <ac:chgData name="Hasan Jamal" userId="6724a5da2ffd1b8f" providerId="LiveId" clId="{8D2F41AC-23D9-4DAF-938C-610805449A32}" dt="2025-04-07T06:02:03.252" v="2617" actId="1076"/>
          <ac:grpSpMkLst>
            <pc:docMk/>
            <pc:sldMk cId="3989475214" sldId="681"/>
            <ac:grpSpMk id="59" creationId="{DAAC45A4-E085-8C1F-4E18-CC08A445A04E}"/>
          </ac:grpSpMkLst>
        </pc:grpChg>
        <pc:grpChg chg="add mod">
          <ac:chgData name="Hasan Jamal" userId="6724a5da2ffd1b8f" providerId="LiveId" clId="{8D2F41AC-23D9-4DAF-938C-610805449A32}" dt="2025-04-07T05:50:18.113" v="2200" actId="164"/>
          <ac:grpSpMkLst>
            <pc:docMk/>
            <pc:sldMk cId="3989475214" sldId="681"/>
            <ac:grpSpMk id="60" creationId="{29495F28-21CA-690B-2D3B-C22E903E8356}"/>
          </ac:grpSpMkLst>
        </pc:grpChg>
        <pc:grpChg chg="add mod">
          <ac:chgData name="Hasan Jamal" userId="6724a5da2ffd1b8f" providerId="LiveId" clId="{8D2F41AC-23D9-4DAF-938C-610805449A32}" dt="2025-04-07T05:57:15.644" v="2545" actId="164"/>
          <ac:grpSpMkLst>
            <pc:docMk/>
            <pc:sldMk cId="3989475214" sldId="681"/>
            <ac:grpSpMk id="3091" creationId="{FB0EB824-4855-DE49-9A60-50D2E6A9EEEA}"/>
          </ac:grpSpMkLst>
        </pc:grpChg>
        <pc:grpChg chg="add mod">
          <ac:chgData name="Hasan Jamal" userId="6724a5da2ffd1b8f" providerId="LiveId" clId="{8D2F41AC-23D9-4DAF-938C-610805449A32}" dt="2025-04-07T05:57:15.644" v="2545" actId="164"/>
          <ac:grpSpMkLst>
            <pc:docMk/>
            <pc:sldMk cId="3989475214" sldId="681"/>
            <ac:grpSpMk id="3121" creationId="{6BDA0666-FBFF-05A5-0E00-CC6DA9E24358}"/>
          </ac:grpSpMkLst>
        </pc:grpChg>
        <pc:grpChg chg="mod">
          <ac:chgData name="Hasan Jamal" userId="6724a5da2ffd1b8f" providerId="LiveId" clId="{8D2F41AC-23D9-4DAF-938C-610805449A32}" dt="2025-04-07T05:58:09.088" v="2587" actId="164"/>
          <ac:grpSpMkLst>
            <pc:docMk/>
            <pc:sldMk cId="3989475214" sldId="681"/>
            <ac:grpSpMk id="3122" creationId="{645CFA35-0DFF-4EF2-BC55-F08A3FBD38DC}"/>
          </ac:grpSpMkLst>
        </pc:grpChg>
        <pc:grpChg chg="mod">
          <ac:chgData name="Hasan Jamal" userId="6724a5da2ffd1b8f" providerId="LiveId" clId="{8D2F41AC-23D9-4DAF-938C-610805449A32}" dt="2025-04-07T05:48:56.759" v="2142" actId="1076"/>
          <ac:grpSpMkLst>
            <pc:docMk/>
            <pc:sldMk cId="3989475214" sldId="681"/>
            <ac:grpSpMk id="4096" creationId="{3414A1FB-D79B-EF18-F22F-556A5D8D5AF2}"/>
          </ac:grpSpMkLst>
        </pc:grpChg>
        <pc:grpChg chg="add mod">
          <ac:chgData name="Hasan Jamal" userId="6724a5da2ffd1b8f" providerId="LiveId" clId="{8D2F41AC-23D9-4DAF-938C-610805449A32}" dt="2025-04-07T06:01:53.877" v="2616" actId="1076"/>
          <ac:grpSpMkLst>
            <pc:docMk/>
            <pc:sldMk cId="3989475214" sldId="681"/>
            <ac:grpSpMk id="4101" creationId="{BF5FDEF3-6C37-6723-7E57-C5DEC6DEFE23}"/>
          </ac:grpSpMkLst>
        </pc:grpChg>
        <pc:grpChg chg="add mod">
          <ac:chgData name="Hasan Jamal" userId="6724a5da2ffd1b8f" providerId="LiveId" clId="{8D2F41AC-23D9-4DAF-938C-610805449A32}" dt="2025-04-07T05:52:12.092" v="2245" actId="164"/>
          <ac:grpSpMkLst>
            <pc:docMk/>
            <pc:sldMk cId="3989475214" sldId="681"/>
            <ac:grpSpMk id="4102" creationId="{B1DD92FB-E463-C0F7-8125-C3F016AE47F6}"/>
          </ac:grpSpMkLst>
        </pc:grpChg>
        <pc:grpChg chg="add mod">
          <ac:chgData name="Hasan Jamal" userId="6724a5da2ffd1b8f" providerId="LiveId" clId="{8D2F41AC-23D9-4DAF-938C-610805449A32}" dt="2025-04-07T05:52:12.092" v="2245" actId="164"/>
          <ac:grpSpMkLst>
            <pc:docMk/>
            <pc:sldMk cId="3989475214" sldId="681"/>
            <ac:grpSpMk id="4116" creationId="{AAF201A2-C621-65B3-9352-5F654E668324}"/>
          </ac:grpSpMkLst>
        </pc:grpChg>
        <pc:grpChg chg="mod">
          <ac:chgData name="Hasan Jamal" userId="6724a5da2ffd1b8f" providerId="LiveId" clId="{8D2F41AC-23D9-4DAF-938C-610805449A32}" dt="2025-04-07T05:53:37.201" v="2374" actId="164"/>
          <ac:grpSpMkLst>
            <pc:docMk/>
            <pc:sldMk cId="3989475214" sldId="681"/>
            <ac:grpSpMk id="4117" creationId="{6BE44FCF-CF90-C66D-CBC9-2EBB1515DA2E}"/>
          </ac:grpSpMkLst>
        </pc:grpChg>
        <pc:grpChg chg="add mod">
          <ac:chgData name="Hasan Jamal" userId="6724a5da2ffd1b8f" providerId="LiveId" clId="{8D2F41AC-23D9-4DAF-938C-610805449A32}" dt="2025-04-07T05:53:37.201" v="2374" actId="164"/>
          <ac:grpSpMkLst>
            <pc:docMk/>
            <pc:sldMk cId="3989475214" sldId="681"/>
            <ac:grpSpMk id="4153" creationId="{1A43C5A2-6B92-F44C-813D-7FBB79914DE0}"/>
          </ac:grpSpMkLst>
        </pc:grpChg>
        <pc:grpChg chg="mod">
          <ac:chgData name="Hasan Jamal" userId="6724a5da2ffd1b8f" providerId="LiveId" clId="{8D2F41AC-23D9-4DAF-938C-610805449A32}" dt="2025-04-07T05:55:07.517" v="2439" actId="164"/>
          <ac:grpSpMkLst>
            <pc:docMk/>
            <pc:sldMk cId="3989475214" sldId="681"/>
            <ac:grpSpMk id="4154" creationId="{6DB86F43-3F50-B2E9-947E-427FABE4FE3C}"/>
          </ac:grpSpMkLst>
        </pc:grpChg>
        <pc:grpChg chg="add mod">
          <ac:chgData name="Hasan Jamal" userId="6724a5da2ffd1b8f" providerId="LiveId" clId="{8D2F41AC-23D9-4DAF-938C-610805449A32}" dt="2025-04-07T05:58:09.088" v="2587" actId="164"/>
          <ac:grpSpMkLst>
            <pc:docMk/>
            <pc:sldMk cId="3989475214" sldId="681"/>
            <ac:grpSpMk id="4180" creationId="{F4950035-BD2B-81DE-95C2-36D6FCBBE39E}"/>
          </ac:grpSpMkLst>
        </pc:grpChg>
      </pc:sldChg>
      <pc:sldChg chg="del">
        <pc:chgData name="Hasan Jamal" userId="6724a5da2ffd1b8f" providerId="LiveId" clId="{8D2F41AC-23D9-4DAF-938C-610805449A32}" dt="2025-04-07T12:25:30.359" v="4839" actId="47"/>
        <pc:sldMkLst>
          <pc:docMk/>
          <pc:sldMk cId="734209575" sldId="682"/>
        </pc:sldMkLst>
      </pc:sldChg>
      <pc:sldChg chg="del">
        <pc:chgData name="Hasan Jamal" userId="6724a5da2ffd1b8f" providerId="LiveId" clId="{8D2F41AC-23D9-4DAF-938C-610805449A32}" dt="2025-04-06T06:25:42.472" v="0" actId="47"/>
        <pc:sldMkLst>
          <pc:docMk/>
          <pc:sldMk cId="297886957" sldId="698"/>
        </pc:sldMkLst>
      </pc:sldChg>
      <pc:sldChg chg="del">
        <pc:chgData name="Hasan Jamal" userId="6724a5da2ffd1b8f" providerId="LiveId" clId="{8D2F41AC-23D9-4DAF-938C-610805449A32}" dt="2025-04-07T12:25:28.560" v="4836" actId="47"/>
        <pc:sldMkLst>
          <pc:docMk/>
          <pc:sldMk cId="204052173" sldId="699"/>
        </pc:sldMkLst>
      </pc:sldChg>
      <pc:sldChg chg="del">
        <pc:chgData name="Hasan Jamal" userId="6724a5da2ffd1b8f" providerId="LiveId" clId="{8D2F41AC-23D9-4DAF-938C-610805449A32}" dt="2025-04-07T12:25:29.351" v="4837" actId="47"/>
        <pc:sldMkLst>
          <pc:docMk/>
          <pc:sldMk cId="3015221162" sldId="700"/>
        </pc:sldMkLst>
      </pc:sldChg>
      <pc:sldChg chg="del">
        <pc:chgData name="Hasan Jamal" userId="6724a5da2ffd1b8f" providerId="LiveId" clId="{8D2F41AC-23D9-4DAF-938C-610805449A32}" dt="2025-04-07T12:25:29.975" v="4838" actId="47"/>
        <pc:sldMkLst>
          <pc:docMk/>
          <pc:sldMk cId="2328394073" sldId="701"/>
        </pc:sldMkLst>
      </pc:sldChg>
      <pc:sldChg chg="addSp delSp modSp mod modAnim">
        <pc:chgData name="Hasan Jamal" userId="6724a5da2ffd1b8f" providerId="LiveId" clId="{8D2F41AC-23D9-4DAF-938C-610805449A32}" dt="2025-04-08T05:47:39.671" v="4852"/>
        <pc:sldMkLst>
          <pc:docMk/>
          <pc:sldMk cId="1609764774" sldId="702"/>
        </pc:sldMkLst>
        <pc:spChg chg="add mod">
          <ac:chgData name="Hasan Jamal" userId="6724a5da2ffd1b8f" providerId="LiveId" clId="{8D2F41AC-23D9-4DAF-938C-610805449A32}" dt="2025-04-07T03:42:30.186" v="1442" actId="20577"/>
          <ac:spMkLst>
            <pc:docMk/>
            <pc:sldMk cId="1609764774" sldId="702"/>
            <ac:spMk id="4" creationId="{72647394-7F3E-53A7-E30B-536B6219C910}"/>
          </ac:spMkLst>
        </pc:spChg>
        <pc:spChg chg="add mod">
          <ac:chgData name="Hasan Jamal" userId="6724a5da2ffd1b8f" providerId="LiveId" clId="{8D2F41AC-23D9-4DAF-938C-610805449A32}" dt="2025-04-07T03:42:53.878" v="1451" actId="20577"/>
          <ac:spMkLst>
            <pc:docMk/>
            <pc:sldMk cId="1609764774" sldId="702"/>
            <ac:spMk id="5" creationId="{BE77F674-3BDC-43A4-6F31-2475CD342ACC}"/>
          </ac:spMkLst>
        </pc:spChg>
        <pc:spChg chg="mod">
          <ac:chgData name="Hasan Jamal" userId="6724a5da2ffd1b8f" providerId="LiveId" clId="{8D2F41AC-23D9-4DAF-938C-610805449A32}" dt="2025-04-07T03:35:15.317" v="1418" actId="20577"/>
          <ac:spMkLst>
            <pc:docMk/>
            <pc:sldMk cId="1609764774" sldId="702"/>
            <ac:spMk id="12" creationId="{F0AB79A6-672D-DB90-0D6B-E4B59D0D388E}"/>
          </ac:spMkLst>
        </pc:spChg>
        <pc:spChg chg="mod">
          <ac:chgData name="Hasan Jamal" userId="6724a5da2ffd1b8f" providerId="LiveId" clId="{8D2F41AC-23D9-4DAF-938C-610805449A32}" dt="2025-04-07T03:26:15.564" v="1230" actId="20577"/>
          <ac:spMkLst>
            <pc:docMk/>
            <pc:sldMk cId="1609764774" sldId="702"/>
            <ac:spMk id="3074" creationId="{602F47BB-CCB0-E92E-6DFE-BBD26BB78D0B}"/>
          </ac:spMkLst>
        </pc:spChg>
        <pc:picChg chg="add mod">
          <ac:chgData name="Hasan Jamal" userId="6724a5da2ffd1b8f" providerId="LiveId" clId="{8D2F41AC-23D9-4DAF-938C-610805449A32}" dt="2025-04-07T05:40:10.285" v="1919" actId="1076"/>
          <ac:picMkLst>
            <pc:docMk/>
            <pc:sldMk cId="1609764774" sldId="702"/>
            <ac:picMk id="41" creationId="{15F86E25-1228-3689-66BE-69D02CC110CA}"/>
          </ac:picMkLst>
        </pc:picChg>
      </pc:sldChg>
      <pc:sldChg chg="del">
        <pc:chgData name="Hasan Jamal" userId="6724a5da2ffd1b8f" providerId="LiveId" clId="{8D2F41AC-23D9-4DAF-938C-610805449A32}" dt="2025-04-06T06:25:44.659" v="1" actId="47"/>
        <pc:sldMkLst>
          <pc:docMk/>
          <pc:sldMk cId="433514142" sldId="703"/>
        </pc:sldMkLst>
      </pc:sldChg>
      <pc:sldChg chg="del">
        <pc:chgData name="Hasan Jamal" userId="6724a5da2ffd1b8f" providerId="LiveId" clId="{8D2F41AC-23D9-4DAF-938C-610805449A32}" dt="2025-04-07T12:25:31.071" v="4840" actId="47"/>
        <pc:sldMkLst>
          <pc:docMk/>
          <pc:sldMk cId="2212326555" sldId="704"/>
        </pc:sldMkLst>
      </pc:sldChg>
      <pc:sldChg chg="add del">
        <pc:chgData name="Hasan Jamal" userId="6724a5da2ffd1b8f" providerId="LiveId" clId="{8D2F41AC-23D9-4DAF-938C-610805449A32}" dt="2025-04-07T12:25:38.244" v="4845" actId="47"/>
        <pc:sldMkLst>
          <pc:docMk/>
          <pc:sldMk cId="1797331049" sldId="705"/>
        </pc:sldMkLst>
      </pc:sldChg>
      <pc:sldChg chg="delSp modSp add del mod">
        <pc:chgData name="Hasan Jamal" userId="6724a5da2ffd1b8f" providerId="LiveId" clId="{8D2F41AC-23D9-4DAF-938C-610805449A32}" dt="2025-04-07T12:25:27.228" v="4835" actId="47"/>
        <pc:sldMkLst>
          <pc:docMk/>
          <pc:sldMk cId="2763900195" sldId="706"/>
        </pc:sldMkLst>
      </pc:sldChg>
      <pc:sldChg chg="modSp add mod modAnim modNotesTx">
        <pc:chgData name="Hasan Jamal" userId="6724a5da2ffd1b8f" providerId="LiveId" clId="{8D2F41AC-23D9-4DAF-938C-610805449A32}" dt="2025-04-08T05:46:40.178" v="4847"/>
        <pc:sldMkLst>
          <pc:docMk/>
          <pc:sldMk cId="700518559" sldId="707"/>
        </pc:sldMkLst>
        <pc:spChg chg="mod">
          <ac:chgData name="Hasan Jamal" userId="6724a5da2ffd1b8f" providerId="LiveId" clId="{8D2F41AC-23D9-4DAF-938C-610805449A32}" dt="2025-04-07T06:08:07.183" v="2752" actId="20577"/>
          <ac:spMkLst>
            <pc:docMk/>
            <pc:sldMk cId="700518559" sldId="707"/>
            <ac:spMk id="12" creationId="{EC35F367-070C-F548-3238-9CC2EBE75D1C}"/>
          </ac:spMkLst>
        </pc:spChg>
        <pc:spChg chg="mod">
          <ac:chgData name="Hasan Jamal" userId="6724a5da2ffd1b8f" providerId="LiveId" clId="{8D2F41AC-23D9-4DAF-938C-610805449A32}" dt="2025-04-06T08:46:00.407" v="410" actId="20577"/>
          <ac:spMkLst>
            <pc:docMk/>
            <pc:sldMk cId="700518559" sldId="707"/>
            <ac:spMk id="3074" creationId="{BD7FCCBC-86AB-7AC4-A0BF-803A4FA03E78}"/>
          </ac:spMkLst>
        </pc:spChg>
      </pc:sldChg>
      <pc:sldChg chg="modSp add del mod ord">
        <pc:chgData name="Hasan Jamal" userId="6724a5da2ffd1b8f" providerId="LiveId" clId="{8D2F41AC-23D9-4DAF-938C-610805449A32}" dt="2025-04-07T03:36:31.617" v="1426" actId="47"/>
        <pc:sldMkLst>
          <pc:docMk/>
          <pc:sldMk cId="2491473310" sldId="708"/>
        </pc:sldMkLst>
      </pc:sldChg>
      <pc:sldChg chg="addSp delSp modSp add mod ord">
        <pc:chgData name="Hasan Jamal" userId="6724a5da2ffd1b8f" providerId="LiveId" clId="{8D2F41AC-23D9-4DAF-938C-610805449A32}" dt="2025-04-07T06:08:41.375" v="2772" actId="1036"/>
        <pc:sldMkLst>
          <pc:docMk/>
          <pc:sldMk cId="1569319809" sldId="709"/>
        </pc:sldMkLst>
        <pc:spChg chg="add mod">
          <ac:chgData name="Hasan Jamal" userId="6724a5da2ffd1b8f" providerId="LiveId" clId="{8D2F41AC-23D9-4DAF-938C-610805449A32}" dt="2025-04-07T06:08:41.375" v="2772" actId="1036"/>
          <ac:spMkLst>
            <pc:docMk/>
            <pc:sldMk cId="1569319809" sldId="709"/>
            <ac:spMk id="5" creationId="{73B91A98-D67F-0D48-951A-727F675BA112}"/>
          </ac:spMkLst>
        </pc:spChg>
        <pc:spChg chg="mod">
          <ac:chgData name="Hasan Jamal" userId="6724a5da2ffd1b8f" providerId="LiveId" clId="{8D2F41AC-23D9-4DAF-938C-610805449A32}" dt="2025-04-07T06:08:37.380" v="2761" actId="403"/>
          <ac:spMkLst>
            <pc:docMk/>
            <pc:sldMk cId="1569319809" sldId="709"/>
            <ac:spMk id="12" creationId="{70D945CB-F7F3-A278-C137-E71D97D1960E}"/>
          </ac:spMkLst>
        </pc:spChg>
        <pc:spChg chg="mod">
          <ac:chgData name="Hasan Jamal" userId="6724a5da2ffd1b8f" providerId="LiveId" clId="{8D2F41AC-23D9-4DAF-938C-610805449A32}" dt="2025-04-06T10:42:20.633" v="983" actId="20577"/>
          <ac:spMkLst>
            <pc:docMk/>
            <pc:sldMk cId="1569319809" sldId="709"/>
            <ac:spMk id="3074" creationId="{2D81E151-D41F-7DE2-7778-0A541D960FF3}"/>
          </ac:spMkLst>
        </pc:spChg>
      </pc:sldChg>
      <pc:sldChg chg="modSp add del mod">
        <pc:chgData name="Hasan Jamal" userId="6724a5da2ffd1b8f" providerId="LiveId" clId="{8D2F41AC-23D9-4DAF-938C-610805449A32}" dt="2025-04-07T12:25:34.568" v="4843" actId="47"/>
        <pc:sldMkLst>
          <pc:docMk/>
          <pc:sldMk cId="1827870221" sldId="710"/>
        </pc:sldMkLst>
        <pc:spChg chg="mod">
          <ac:chgData name="Hasan Jamal" userId="6724a5da2ffd1b8f" providerId="LiveId" clId="{8D2F41AC-23D9-4DAF-938C-610805449A32}" dt="2025-04-07T12:25:18.238" v="4834" actId="14100"/>
          <ac:spMkLst>
            <pc:docMk/>
            <pc:sldMk cId="1827870221" sldId="710"/>
            <ac:spMk id="12" creationId="{C6124B1E-E159-7FC2-E1B5-E635D6B6F4B4}"/>
          </ac:spMkLst>
        </pc:spChg>
        <pc:spChg chg="mod">
          <ac:chgData name="Hasan Jamal" userId="6724a5da2ffd1b8f" providerId="LiveId" clId="{8D2F41AC-23D9-4DAF-938C-610805449A32}" dt="2025-04-07T12:23:55.401" v="4815" actId="20577"/>
          <ac:spMkLst>
            <pc:docMk/>
            <pc:sldMk cId="1827870221" sldId="710"/>
            <ac:spMk id="3074" creationId="{CBA8B0BC-8F95-ABDD-9198-62E4BA7E0EF3}"/>
          </ac:spMkLst>
        </pc:spChg>
      </pc:sldChg>
      <pc:sldChg chg="addSp delSp modSp add mod">
        <pc:chgData name="Hasan Jamal" userId="6724a5da2ffd1b8f" providerId="LiveId" clId="{8D2F41AC-23D9-4DAF-938C-610805449A32}" dt="2025-04-07T12:22:16.047" v="4793" actId="478"/>
        <pc:sldMkLst>
          <pc:docMk/>
          <pc:sldMk cId="2913141654" sldId="711"/>
        </pc:sldMkLst>
        <pc:spChg chg="mod">
          <ac:chgData name="Hasan Jamal" userId="6724a5da2ffd1b8f" providerId="LiveId" clId="{8D2F41AC-23D9-4DAF-938C-610805449A32}" dt="2025-04-07T09:59:22.985" v="2994" actId="20577"/>
          <ac:spMkLst>
            <pc:docMk/>
            <pc:sldMk cId="2913141654" sldId="711"/>
            <ac:spMk id="12" creationId="{321C0708-27BC-9B65-3303-90EDBCE59553}"/>
          </ac:spMkLst>
        </pc:spChg>
        <pc:spChg chg="mod">
          <ac:chgData name="Hasan Jamal" userId="6724a5da2ffd1b8f" providerId="LiveId" clId="{8D2F41AC-23D9-4DAF-938C-610805449A32}" dt="2025-04-07T10:03:24.923" v="3047" actId="20577"/>
          <ac:spMkLst>
            <pc:docMk/>
            <pc:sldMk cId="2913141654" sldId="711"/>
            <ac:spMk id="3074" creationId="{2FEFD1AD-DF7D-C1FF-1732-F3F4F33B9FBC}"/>
          </ac:spMkLst>
        </pc:spChg>
      </pc:sldChg>
      <pc:sldChg chg="addSp delSp modSp add mod modAnim">
        <pc:chgData name="Hasan Jamal" userId="6724a5da2ffd1b8f" providerId="LiveId" clId="{8D2F41AC-23D9-4DAF-938C-610805449A32}" dt="2025-04-07T11:55:52.662" v="4509" actId="20577"/>
        <pc:sldMkLst>
          <pc:docMk/>
          <pc:sldMk cId="1965777611" sldId="712"/>
        </pc:sldMkLst>
        <pc:spChg chg="add mod">
          <ac:chgData name="Hasan Jamal" userId="6724a5da2ffd1b8f" providerId="LiveId" clId="{8D2F41AC-23D9-4DAF-938C-610805449A32}" dt="2025-04-07T11:55:52.662" v="4509" actId="20577"/>
          <ac:spMkLst>
            <pc:docMk/>
            <pc:sldMk cId="1965777611" sldId="712"/>
            <ac:spMk id="2" creationId="{A684AF22-C57D-C63C-51F0-05C88209864B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8" creationId="{6FDDC007-2EFA-6824-2063-575449F4B64F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9" creationId="{CAEB7C3B-1D30-358E-4FD1-A46E1265D461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1" creationId="{43B19C62-86E3-3BD9-0A9D-3FDC6288A2EB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3" creationId="{310E4814-754D-72E6-3022-F12437A23C52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9" creationId="{BFD14A1B-96C2-4AB5-4EA3-673F5787E21C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3" creationId="{D674F63E-7AC1-6F8B-FA72-09BE838030BF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4" creationId="{9BF18436-6CB0-464E-4448-9C11197CF851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6" creationId="{1786217A-4182-087B-C6C8-B1CC5FF6310C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40" creationId="{BCB38000-1B88-A0E1-53C9-FB743EAB0C52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42" creationId="{95402ECD-2698-7962-B1F9-B4670C7425E6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47" creationId="{5A7E28BE-2E62-D9B6-8BF3-A42027756858}"/>
          </ac:spMkLst>
        </pc:spChg>
        <pc:spChg chg="mod">
          <ac:chgData name="Hasan Jamal" userId="6724a5da2ffd1b8f" providerId="LiveId" clId="{8D2F41AC-23D9-4DAF-938C-610805449A32}" dt="2025-04-07T10:03:38.334" v="3056" actId="20577"/>
          <ac:spMkLst>
            <pc:docMk/>
            <pc:sldMk cId="1965777611" sldId="712"/>
            <ac:spMk id="3074" creationId="{A5DC2726-344E-77A2-9927-9E2735A7ADFB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098" creationId="{317EBC3D-B94E-FA33-799D-622CD5CA2187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100" creationId="{550B83E8-28A2-20E2-CF49-E60CD5FE1D1F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102" creationId="{9D169AAF-A7B9-3EEE-68D4-A7967EF91C60}"/>
          </ac:spMkLst>
        </pc:sp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6" creationId="{A116B3FA-EAA6-8996-E8F1-B959CB452934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099" creationId="{19FEA137-0E5F-C08E-3DB6-D5BDB9653221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101" creationId="{9414FF6A-3D3F-E0A7-9D52-FFB0F3EC4313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103" creationId="{8881D5B8-2713-5456-041F-086C8C254A9F}"/>
          </ac:graphicFrameMkLst>
        </pc:graphicFrameChg>
      </pc:sldChg>
      <pc:sldChg chg="addSp delSp modSp add mod modAnim">
        <pc:chgData name="Hasan Jamal" userId="6724a5da2ffd1b8f" providerId="LiveId" clId="{8D2F41AC-23D9-4DAF-938C-610805449A32}" dt="2025-04-07T11:55:19.585" v="4504" actId="20577"/>
        <pc:sldMkLst>
          <pc:docMk/>
          <pc:sldMk cId="128208520" sldId="713"/>
        </pc:sldMkLst>
        <pc:spChg chg="mod">
          <ac:chgData name="Hasan Jamal" userId="6724a5da2ffd1b8f" providerId="LiveId" clId="{8D2F41AC-23D9-4DAF-938C-610805449A32}" dt="2025-04-07T11:55:19.585" v="4504" actId="20577"/>
          <ac:spMkLst>
            <pc:docMk/>
            <pc:sldMk cId="128208520" sldId="713"/>
            <ac:spMk id="2" creationId="{7518681C-B5C5-1B65-1090-0F44A91D2A31}"/>
          </ac:spMkLst>
        </pc:spChg>
        <pc:spChg chg="add 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5" creationId="{8634CA26-F702-BCC9-B3DE-A1A1502CB603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7" creationId="{071CE591-30FC-0442-0C8B-20EABEEC5D74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8" creationId="{CB17356D-04CF-52C2-FA84-ECB590AD2939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9" creationId="{6F68D369-29EE-1CF7-3DE8-E9D864E90393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0" creationId="{AD79D61B-65A7-D097-E72C-57410134E04F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1" creationId="{486744BF-025F-F837-1535-3BFE1AE0C379}"/>
          </ac:spMkLst>
        </pc:spChg>
        <pc:spChg chg="add 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12" creationId="{420D0D5C-F681-CC07-7FDC-3B664EB3E402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3" creationId="{21BAB0F2-5459-4216-359E-415E58A6289D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4" creationId="{5D1ACFE8-7E91-DBA3-90BF-C42F20F51BE2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5" creationId="{AA45500A-C442-393A-053E-95FCFAE4FAE7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6" creationId="{E978FA38-1606-4BD7-5CED-CA2D88B2886E}"/>
          </ac:spMkLst>
        </pc:spChg>
        <pc:spChg chg="mod">
          <ac:chgData name="Hasan Jamal" userId="6724a5da2ffd1b8f" providerId="LiveId" clId="{8D2F41AC-23D9-4DAF-938C-610805449A32}" dt="2025-04-07T11:02:40.451" v="3958" actId="20577"/>
          <ac:spMkLst>
            <pc:docMk/>
            <pc:sldMk cId="128208520" sldId="713"/>
            <ac:spMk id="17" creationId="{9674AB37-B414-48C2-E7D0-7C46E6D8118B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8" creationId="{B178291D-332F-0718-2115-D48BAD5854EC}"/>
          </ac:spMkLst>
        </pc:spChg>
        <pc:spChg chg="mod">
          <ac:chgData name="Hasan Jamal" userId="6724a5da2ffd1b8f" providerId="LiveId" clId="{8D2F41AC-23D9-4DAF-938C-610805449A32}" dt="2025-04-07T11:02:54.769" v="3962" actId="20577"/>
          <ac:spMkLst>
            <pc:docMk/>
            <pc:sldMk cId="128208520" sldId="713"/>
            <ac:spMk id="19" creationId="{15C7D6E1-318E-4FFB-767A-8E68BA0281A5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20" creationId="{C002B396-2F8A-979E-19C0-81CE28515F6B}"/>
          </ac:spMkLst>
        </pc:spChg>
        <pc:spChg chg="mod">
          <ac:chgData name="Hasan Jamal" userId="6724a5da2ffd1b8f" providerId="LiveId" clId="{8D2F41AC-23D9-4DAF-938C-610805449A32}" dt="2025-04-07T11:02:27.755" v="3952" actId="20577"/>
          <ac:spMkLst>
            <pc:docMk/>
            <pc:sldMk cId="128208520" sldId="713"/>
            <ac:spMk id="21" creationId="{227ED42B-835B-B591-5E27-293467467FA8}"/>
          </ac:spMkLst>
        </pc:spChg>
        <pc:spChg chg="mod">
          <ac:chgData name="Hasan Jamal" userId="6724a5da2ffd1b8f" providerId="LiveId" clId="{8D2F41AC-23D9-4DAF-938C-610805449A32}" dt="2025-04-07T11:02:18.215" v="3949" actId="20577"/>
          <ac:spMkLst>
            <pc:docMk/>
            <pc:sldMk cId="128208520" sldId="713"/>
            <ac:spMk id="22" creationId="{28AC6D3D-FBB8-21C9-D08B-E499D003940A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1" creationId="{EA64CC69-5158-E708-A7FB-CBA49D70D908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2" creationId="{EC07C4D9-D5B8-24FC-F983-0BA44C334338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3" creationId="{1CEE88B9-B72B-F239-E815-83E394879720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8" creationId="{73A569C8-E5DF-5700-0A4A-65A3FFD5F720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47" creationId="{926E5F04-E31B-E2C0-4CD3-B3D16E3F6D1A}"/>
          </ac:spMkLst>
        </pc:spChg>
        <pc:spChg chg="mod">
          <ac:chgData name="Hasan Jamal" userId="6724a5da2ffd1b8f" providerId="LiveId" clId="{8D2F41AC-23D9-4DAF-938C-610805449A32}" dt="2025-04-07T10:38:04.978" v="3489" actId="20577"/>
          <ac:spMkLst>
            <pc:docMk/>
            <pc:sldMk cId="128208520" sldId="713"/>
            <ac:spMk id="3074" creationId="{816760CE-8523-B480-866F-35B420CD03D6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098" creationId="{7BA9B847-06A6-374C-54AB-58C22EB0622A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100" creationId="{9674F833-5CB4-D64D-27FB-2837F3D3428D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102" creationId="{8005B7F1-FA37-CFDA-78E0-76780583E158}"/>
          </ac:spMkLst>
        </pc:spChg>
        <pc:grpChg chg="mod">
          <ac:chgData name="Hasan Jamal" userId="6724a5da2ffd1b8f" providerId="LiveId" clId="{8D2F41AC-23D9-4DAF-938C-610805449A32}" dt="2025-04-07T11:34:10.896" v="4280" actId="207"/>
          <ac:grpSpMkLst>
            <pc:docMk/>
            <pc:sldMk cId="128208520" sldId="713"/>
            <ac:grpSpMk id="44" creationId="{137600AC-45AF-52EB-4A60-B5942C1CEEC5}"/>
          </ac:grpSpMkLst>
        </pc:grp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6" creationId="{69C54825-6718-1A7C-24A7-FE03B390C249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099" creationId="{30EC0754-48E3-080D-F9E9-40A758C383C0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101" creationId="{1D0C32C9-FA07-BBA2-6283-15D866DBC094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103" creationId="{1EB90487-9265-DAE3-1861-97ED968D33B0}"/>
          </ac:graphicFrameMkLst>
        </pc:graphicFrameChg>
      </pc:sldChg>
      <pc:sldChg chg="addSp delSp modSp add del mod delAnim modAnim">
        <pc:chgData name="Hasan Jamal" userId="6724a5da2ffd1b8f" providerId="LiveId" clId="{8D2F41AC-23D9-4DAF-938C-610805449A32}" dt="2025-04-07T11:28:36.713" v="4144" actId="47"/>
        <pc:sldMkLst>
          <pc:docMk/>
          <pc:sldMk cId="267656216" sldId="714"/>
        </pc:sldMkLst>
      </pc:sldChg>
      <pc:sldChg chg="addSp delSp modSp add mod delAnim modAnim">
        <pc:chgData name="Hasan Jamal" userId="6724a5da2ffd1b8f" providerId="LiveId" clId="{8D2F41AC-23D9-4DAF-938C-610805449A32}" dt="2025-04-08T05:48:55.566" v="4855"/>
        <pc:sldMkLst>
          <pc:docMk/>
          <pc:sldMk cId="3515278928" sldId="714"/>
        </pc:sldMkLst>
        <pc:spChg chg="mod">
          <ac:chgData name="Hasan Jamal" userId="6724a5da2ffd1b8f" providerId="LiveId" clId="{8D2F41AC-23D9-4DAF-938C-610805449A32}" dt="2025-04-07T12:07:28.098" v="4682" actId="20577"/>
          <ac:spMkLst>
            <pc:docMk/>
            <pc:sldMk cId="3515278928" sldId="714"/>
            <ac:spMk id="2" creationId="{5A66B61F-79A1-8BB1-A413-314A49DD75BF}"/>
          </ac:spMkLst>
        </pc:spChg>
        <pc:spChg chg="add 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48" creationId="{DF69EA2D-687E-42C1-3DED-D8478C18497E}"/>
          </ac:spMkLst>
        </pc:spChg>
        <pc:spChg chg="add 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50" creationId="{D057F12A-0B6B-7B98-3075-B78DD547A58C}"/>
          </ac:spMkLst>
        </pc:spChg>
        <pc:spChg chg="add mod">
          <ac:chgData name="Hasan Jamal" userId="6724a5da2ffd1b8f" providerId="LiveId" clId="{8D2F41AC-23D9-4DAF-938C-610805449A32}" dt="2025-04-07T12:18:36.199" v="4792" actId="20577"/>
          <ac:spMkLst>
            <pc:docMk/>
            <pc:sldMk cId="3515278928" sldId="714"/>
            <ac:spMk id="52" creationId="{CFC13F89-69D2-07A6-82F1-24799B10A19F}"/>
          </ac:spMkLst>
        </pc:spChg>
        <pc:spChg chg="mod">
          <ac:chgData name="Hasan Jamal" userId="6724a5da2ffd1b8f" providerId="LiveId" clId="{8D2F41AC-23D9-4DAF-938C-610805449A32}" dt="2025-04-07T11:42:42.648" v="4333" actId="20577"/>
          <ac:spMkLst>
            <pc:docMk/>
            <pc:sldMk cId="3515278928" sldId="714"/>
            <ac:spMk id="3074" creationId="{7A128192-C6B7-64FC-9517-FEA625FF771F}"/>
          </ac:spMkLst>
        </pc:spChg>
        <pc:spChg chg="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3102" creationId="{F75BD80F-A2CB-35C4-6D5B-DBCC420B567E}"/>
          </ac:spMkLst>
        </pc:spChg>
        <pc:graphicFrameChg chg="add mod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4" creationId="{CF439556-9F49-4BC2-60EA-A6B1E219BE60}"/>
          </ac:graphicFrameMkLst>
        </pc:graphicFrameChg>
        <pc:graphicFrameChg chg="add mod modGraphic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51" creationId="{D20083B8-9C91-E080-1F6B-C11D6DC7EEFD}"/>
          </ac:graphicFrameMkLst>
        </pc:graphicFrameChg>
        <pc:graphicFrameChg chg="mod modGraphic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3103" creationId="{6AB6B622-442B-777B-D1F5-8F20F5BEB3F6}"/>
          </ac:graphicFrameMkLst>
        </pc:graphicFrameChg>
      </pc:sldChg>
      <pc:sldChg chg="modSp add mod">
        <pc:chgData name="Hasan Jamal" userId="6724a5da2ffd1b8f" providerId="LiveId" clId="{8D2F41AC-23D9-4DAF-938C-610805449A32}" dt="2025-04-09T00:40:31.674" v="4913" actId="5793"/>
        <pc:sldMkLst>
          <pc:docMk/>
          <pc:sldMk cId="2802596333" sldId="715"/>
        </pc:sldMkLst>
        <pc:spChg chg="mod">
          <ac:chgData name="Hasan Jamal" userId="6724a5da2ffd1b8f" providerId="LiveId" clId="{8D2F41AC-23D9-4DAF-938C-610805449A32}" dt="2025-04-09T00:40:31.674" v="4913" actId="5793"/>
          <ac:spMkLst>
            <pc:docMk/>
            <pc:sldMk cId="2802596333" sldId="715"/>
            <ac:spMk id="12" creationId="{8236BA75-AEBA-B613-2CAE-621BAAE81AE4}"/>
          </ac:spMkLst>
        </pc:spChg>
        <pc:spChg chg="mod">
          <ac:chgData name="Hasan Jamal" userId="6724a5da2ffd1b8f" providerId="LiveId" clId="{8D2F41AC-23D9-4DAF-938C-610805449A32}" dt="2025-04-09T00:38:46.589" v="4881" actId="20577"/>
          <ac:spMkLst>
            <pc:docMk/>
            <pc:sldMk cId="2802596333" sldId="715"/>
            <ac:spMk id="3074" creationId="{7118CF81-88C4-93F2-F84D-09BF8B4854A6}"/>
          </ac:spMkLst>
        </pc:spChg>
      </pc:sldChg>
      <pc:sldChg chg="addSp delSp modSp add mod modAnim">
        <pc:chgData name="Hasan Jamal" userId="6724a5da2ffd1b8f" providerId="LiveId" clId="{8D2F41AC-23D9-4DAF-938C-610805449A32}" dt="2025-04-09T04:31:31.099" v="6379"/>
        <pc:sldMkLst>
          <pc:docMk/>
          <pc:sldMk cId="1988667682" sldId="716"/>
        </pc:sldMkLst>
        <pc:spChg chg="add mod">
          <ac:chgData name="Hasan Jamal" userId="6724a5da2ffd1b8f" providerId="LiveId" clId="{8D2F41AC-23D9-4DAF-938C-610805449A32}" dt="2025-04-09T00:50:14.468" v="5119" actId="20577"/>
          <ac:spMkLst>
            <pc:docMk/>
            <pc:sldMk cId="1988667682" sldId="716"/>
            <ac:spMk id="2" creationId="{06A0762D-E7A2-63FC-5973-9ABE76387CDE}"/>
          </ac:spMkLst>
        </pc:spChg>
        <pc:spChg chg="add mod">
          <ac:chgData name="Hasan Jamal" userId="6724a5da2ffd1b8f" providerId="LiveId" clId="{8D2F41AC-23D9-4DAF-938C-610805449A32}" dt="2025-04-09T03:18:33.224" v="5665" actId="2711"/>
          <ac:spMkLst>
            <pc:docMk/>
            <pc:sldMk cId="1988667682" sldId="716"/>
            <ac:spMk id="4" creationId="{2BE4B2F1-01B6-902D-E0AB-8CB89FC42E6A}"/>
          </ac:spMkLst>
        </pc:spChg>
        <pc:spChg chg="del mod">
          <ac:chgData name="Hasan Jamal" userId="6724a5da2ffd1b8f" providerId="LiveId" clId="{8D2F41AC-23D9-4DAF-938C-610805449A32}" dt="2025-04-09T00:43:55.040" v="4956" actId="478"/>
          <ac:spMkLst>
            <pc:docMk/>
            <pc:sldMk cId="1988667682" sldId="716"/>
            <ac:spMk id="12" creationId="{5C5F0C58-13A9-B92E-ABE2-DF5A07EFFA08}"/>
          </ac:spMkLst>
        </pc:spChg>
        <pc:spChg chg="mod">
          <ac:chgData name="Hasan Jamal" userId="6724a5da2ffd1b8f" providerId="LiveId" clId="{8D2F41AC-23D9-4DAF-938C-610805449A32}" dt="2025-04-09T00:40:56.470" v="4925" actId="20577"/>
          <ac:spMkLst>
            <pc:docMk/>
            <pc:sldMk cId="1988667682" sldId="716"/>
            <ac:spMk id="3074" creationId="{4077E29F-2448-502E-2D0E-62B3EB19EC54}"/>
          </ac:spMkLst>
        </pc:spChg>
      </pc:sldChg>
      <pc:sldChg chg="delSp modSp add mod">
        <pc:chgData name="Hasan Jamal" userId="6724a5da2ffd1b8f" providerId="LiveId" clId="{8D2F41AC-23D9-4DAF-938C-610805449A32}" dt="2025-04-09T00:56:12.840" v="5279" actId="20577"/>
        <pc:sldMkLst>
          <pc:docMk/>
          <pc:sldMk cId="3834621655" sldId="717"/>
        </pc:sldMkLst>
        <pc:spChg chg="mod">
          <ac:chgData name="Hasan Jamal" userId="6724a5da2ffd1b8f" providerId="LiveId" clId="{8D2F41AC-23D9-4DAF-938C-610805449A32}" dt="2025-04-09T00:56:12.840" v="5279" actId="20577"/>
          <ac:spMkLst>
            <pc:docMk/>
            <pc:sldMk cId="3834621655" sldId="717"/>
            <ac:spMk id="2" creationId="{6C04203C-B572-3E5B-E739-8A8119B97612}"/>
          </ac:spMkLst>
        </pc:spChg>
        <pc:spChg chg="del">
          <ac:chgData name="Hasan Jamal" userId="6724a5da2ffd1b8f" providerId="LiveId" clId="{8D2F41AC-23D9-4DAF-938C-610805449A32}" dt="2025-04-09T00:51:27.560" v="5158" actId="478"/>
          <ac:spMkLst>
            <pc:docMk/>
            <pc:sldMk cId="3834621655" sldId="717"/>
            <ac:spMk id="4" creationId="{C13DE189-5CE5-F7B9-A4B2-A546650387BD}"/>
          </ac:spMkLst>
        </pc:spChg>
        <pc:spChg chg="mod">
          <ac:chgData name="Hasan Jamal" userId="6724a5da2ffd1b8f" providerId="LiveId" clId="{8D2F41AC-23D9-4DAF-938C-610805449A32}" dt="2025-04-09T00:50:35.384" v="5150" actId="20577"/>
          <ac:spMkLst>
            <pc:docMk/>
            <pc:sldMk cId="3834621655" sldId="717"/>
            <ac:spMk id="3074" creationId="{BF7EC8A1-B817-8B8A-92C6-8B2E0222FEA0}"/>
          </ac:spMkLst>
        </pc:spChg>
      </pc:sldChg>
      <pc:sldChg chg="addSp delSp modSp add mod delAnim modAnim">
        <pc:chgData name="Hasan Jamal" userId="6724a5da2ffd1b8f" providerId="LiveId" clId="{8D2F41AC-23D9-4DAF-938C-610805449A32}" dt="2025-04-09T04:23:00.952" v="6028" actId="478"/>
        <pc:sldMkLst>
          <pc:docMk/>
          <pc:sldMk cId="569349266" sldId="718"/>
        </pc:sldMkLst>
        <pc:spChg chg="del mod">
          <ac:chgData name="Hasan Jamal" userId="6724a5da2ffd1b8f" providerId="LiveId" clId="{8D2F41AC-23D9-4DAF-938C-610805449A32}" dt="2025-04-09T01:21:58.632" v="5618" actId="478"/>
          <ac:spMkLst>
            <pc:docMk/>
            <pc:sldMk cId="569349266" sldId="718"/>
            <ac:spMk id="2" creationId="{3DF9E011-7FBA-0126-0E40-1413CFC4F969}"/>
          </ac:spMkLst>
        </pc:spChg>
        <pc:spChg chg="add del mod">
          <ac:chgData name="Hasan Jamal" userId="6724a5da2ffd1b8f" providerId="LiveId" clId="{8D2F41AC-23D9-4DAF-938C-610805449A32}" dt="2025-04-09T01:13:14.250" v="5529" actId="478"/>
          <ac:spMkLst>
            <pc:docMk/>
            <pc:sldMk cId="569349266" sldId="718"/>
            <ac:spMk id="4" creationId="{1F808780-58A0-06BC-069C-0B41FFF78734}"/>
          </ac:spMkLst>
        </pc:spChg>
        <pc:spChg chg="add del mod">
          <ac:chgData name="Hasan Jamal" userId="6724a5da2ffd1b8f" providerId="LiveId" clId="{8D2F41AC-23D9-4DAF-938C-610805449A32}" dt="2025-04-09T01:13:14.250" v="5529" actId="478"/>
          <ac:spMkLst>
            <pc:docMk/>
            <pc:sldMk cId="569349266" sldId="718"/>
            <ac:spMk id="7" creationId="{9FFA48BF-7507-59A6-6C18-9F7B0CA4BC83}"/>
          </ac:spMkLst>
        </pc:spChg>
        <pc:spChg chg="add del mod">
          <ac:chgData name="Hasan Jamal" userId="6724a5da2ffd1b8f" providerId="LiveId" clId="{8D2F41AC-23D9-4DAF-938C-610805449A32}" dt="2025-04-09T01:13:14.250" v="5529" actId="478"/>
          <ac:spMkLst>
            <pc:docMk/>
            <pc:sldMk cId="569349266" sldId="718"/>
            <ac:spMk id="8" creationId="{5E4B5517-C5A1-695F-BA35-3CCD4879817F}"/>
          </ac:spMkLst>
        </pc:spChg>
        <pc:spChg chg="add del mod">
          <ac:chgData name="Hasan Jamal" userId="6724a5da2ffd1b8f" providerId="LiveId" clId="{8D2F41AC-23D9-4DAF-938C-610805449A32}" dt="2025-04-09T01:13:14.250" v="5529" actId="478"/>
          <ac:spMkLst>
            <pc:docMk/>
            <pc:sldMk cId="569349266" sldId="718"/>
            <ac:spMk id="11" creationId="{D11414ED-E382-D77E-84DF-F141CF9CC366}"/>
          </ac:spMkLst>
        </pc:spChg>
        <pc:spChg chg="mod">
          <ac:chgData name="Hasan Jamal" userId="6724a5da2ffd1b8f" providerId="LiveId" clId="{8D2F41AC-23D9-4DAF-938C-610805449A32}" dt="2025-04-09T00:59:04.812" v="5281" actId="20577"/>
          <ac:spMkLst>
            <pc:docMk/>
            <pc:sldMk cId="569349266" sldId="718"/>
            <ac:spMk id="3074" creationId="{2746B281-CEC0-5D72-BAC3-EC3E182974AD}"/>
          </ac:spMkLst>
        </pc:spChg>
        <pc:graphicFrameChg chg="add mod modGraphic">
          <ac:chgData name="Hasan Jamal" userId="6724a5da2ffd1b8f" providerId="LiveId" clId="{8D2F41AC-23D9-4DAF-938C-610805449A32}" dt="2025-04-09T01:17:12.612" v="5571" actId="1076"/>
          <ac:graphicFrameMkLst>
            <pc:docMk/>
            <pc:sldMk cId="569349266" sldId="718"/>
            <ac:graphicFrameMk id="5" creationId="{35349F2F-B720-0E4F-205A-5425452D25B9}"/>
          </ac:graphicFrameMkLst>
        </pc:graphicFrameChg>
        <pc:graphicFrameChg chg="add mod modGraphic">
          <ac:chgData name="Hasan Jamal" userId="6724a5da2ffd1b8f" providerId="LiveId" clId="{8D2F41AC-23D9-4DAF-938C-610805449A32}" dt="2025-04-09T01:03:59.614" v="5407" actId="404"/>
          <ac:graphicFrameMkLst>
            <pc:docMk/>
            <pc:sldMk cId="569349266" sldId="718"/>
            <ac:graphicFrameMk id="6" creationId="{8DDF069F-B648-DF82-7173-D72495C3CA1C}"/>
          </ac:graphicFrameMkLst>
        </pc:graphicFrameChg>
        <pc:graphicFrameChg chg="add mod modGraphic">
          <ac:chgData name="Hasan Jamal" userId="6724a5da2ffd1b8f" providerId="LiveId" clId="{8D2F41AC-23D9-4DAF-938C-610805449A32}" dt="2025-04-09T01:17:59.492" v="5582" actId="1035"/>
          <ac:graphicFrameMkLst>
            <pc:docMk/>
            <pc:sldMk cId="569349266" sldId="718"/>
            <ac:graphicFrameMk id="9" creationId="{DBF2EA0E-9348-818E-DF45-D9070202A74A}"/>
          </ac:graphicFrameMkLst>
        </pc:graphicFrameChg>
        <pc:graphicFrameChg chg="add del mod modGraphic">
          <ac:chgData name="Hasan Jamal" userId="6724a5da2ffd1b8f" providerId="LiveId" clId="{8D2F41AC-23D9-4DAF-938C-610805449A32}" dt="2025-04-09T04:23:00.952" v="6028" actId="478"/>
          <ac:graphicFrameMkLst>
            <pc:docMk/>
            <pc:sldMk cId="569349266" sldId="718"/>
            <ac:graphicFrameMk id="10" creationId="{46CDBE3C-EFF3-B46C-69F0-94B31915A514}"/>
          </ac:graphicFrameMkLst>
        </pc:graphicFrameChg>
        <pc:graphicFrameChg chg="add mod modGraphic">
          <ac:chgData name="Hasan Jamal" userId="6724a5da2ffd1b8f" providerId="LiveId" clId="{8D2F41AC-23D9-4DAF-938C-610805449A32}" dt="2025-04-09T01:17:01.815" v="5570" actId="1035"/>
          <ac:graphicFrameMkLst>
            <pc:docMk/>
            <pc:sldMk cId="569349266" sldId="718"/>
            <ac:graphicFrameMk id="12" creationId="{0E99DCBB-BECE-41E4-608E-BED2AE6638E8}"/>
          </ac:graphicFrameMkLst>
        </pc:graphicFrameChg>
        <pc:graphicFrameChg chg="add mod modGraphic">
          <ac:chgData name="Hasan Jamal" userId="6724a5da2ffd1b8f" providerId="LiveId" clId="{8D2F41AC-23D9-4DAF-938C-610805449A32}" dt="2025-04-09T01:17:12.612" v="5571" actId="1076"/>
          <ac:graphicFrameMkLst>
            <pc:docMk/>
            <pc:sldMk cId="569349266" sldId="718"/>
            <ac:graphicFrameMk id="13" creationId="{A417DFE6-F805-D434-7EC8-D004A73F83C8}"/>
          </ac:graphicFrameMkLst>
        </pc:graphicFrameChg>
        <pc:graphicFrameChg chg="add mod modGraphic">
          <ac:chgData name="Hasan Jamal" userId="6724a5da2ffd1b8f" providerId="LiveId" clId="{8D2F41AC-23D9-4DAF-938C-610805449A32}" dt="2025-04-09T01:19:52.631" v="5595" actId="1036"/>
          <ac:graphicFrameMkLst>
            <pc:docMk/>
            <pc:sldMk cId="569349266" sldId="718"/>
            <ac:graphicFrameMk id="14" creationId="{5E0B5F02-0D62-892F-A1E9-07072E52A04D}"/>
          </ac:graphicFrameMkLst>
        </pc:graphicFrameChg>
        <pc:graphicFrameChg chg="add mod modGraphic">
          <ac:chgData name="Hasan Jamal" userId="6724a5da2ffd1b8f" providerId="LiveId" clId="{8D2F41AC-23D9-4DAF-938C-610805449A32}" dt="2025-04-09T01:18:16.235" v="5584" actId="2084"/>
          <ac:graphicFrameMkLst>
            <pc:docMk/>
            <pc:sldMk cId="569349266" sldId="718"/>
            <ac:graphicFrameMk id="15" creationId="{94566B7A-ED56-C882-E126-45997DF2FA96}"/>
          </ac:graphicFrameMkLst>
        </pc:graphicFrameChg>
        <pc:graphicFrameChg chg="add mod modGraphic">
          <ac:chgData name="Hasan Jamal" userId="6724a5da2ffd1b8f" providerId="LiveId" clId="{8D2F41AC-23D9-4DAF-938C-610805449A32}" dt="2025-04-09T01:20:56.092" v="5605" actId="1035"/>
          <ac:graphicFrameMkLst>
            <pc:docMk/>
            <pc:sldMk cId="569349266" sldId="718"/>
            <ac:graphicFrameMk id="16" creationId="{196217DA-3E6E-1BF4-14AD-BAAFD6C2F42F}"/>
          </ac:graphicFrameMkLst>
        </pc:graphicFrameChg>
        <pc:graphicFrameChg chg="add mod modGraphic">
          <ac:chgData name="Hasan Jamal" userId="6724a5da2ffd1b8f" providerId="LiveId" clId="{8D2F41AC-23D9-4DAF-938C-610805449A32}" dt="2025-04-09T01:21:41.216" v="5617" actId="2084"/>
          <ac:graphicFrameMkLst>
            <pc:docMk/>
            <pc:sldMk cId="569349266" sldId="718"/>
            <ac:graphicFrameMk id="17" creationId="{ED51B353-CA6F-930E-B5BE-7A10A72953FD}"/>
          </ac:graphicFrameMkLst>
        </pc:graphicFrameChg>
        <pc:graphicFrameChg chg="add mod modGraphic">
          <ac:chgData name="Hasan Jamal" userId="6724a5da2ffd1b8f" providerId="LiveId" clId="{8D2F41AC-23D9-4DAF-938C-610805449A32}" dt="2025-04-09T01:23:08.831" v="5629" actId="1076"/>
          <ac:graphicFrameMkLst>
            <pc:docMk/>
            <pc:sldMk cId="569349266" sldId="718"/>
            <ac:graphicFrameMk id="18" creationId="{89953ED2-53FD-2E63-18F5-F3863F357F78}"/>
          </ac:graphicFrameMkLst>
        </pc:graphicFrameChg>
        <pc:graphicFrameChg chg="add mod modGraphic">
          <ac:chgData name="Hasan Jamal" userId="6724a5da2ffd1b8f" providerId="LiveId" clId="{8D2F41AC-23D9-4DAF-938C-610805449A32}" dt="2025-04-09T01:23:40.711" v="5640" actId="1076"/>
          <ac:graphicFrameMkLst>
            <pc:docMk/>
            <pc:sldMk cId="569349266" sldId="718"/>
            <ac:graphicFrameMk id="19" creationId="{BE3605EC-DB07-F8A1-C819-C0B42E897689}"/>
          </ac:graphicFrameMkLst>
        </pc:graphicFrameChg>
        <pc:graphicFrameChg chg="add mod modGraphic">
          <ac:chgData name="Hasan Jamal" userId="6724a5da2ffd1b8f" providerId="LiveId" clId="{8D2F41AC-23D9-4DAF-938C-610805449A32}" dt="2025-04-09T01:24:44.486" v="5651" actId="1036"/>
          <ac:graphicFrameMkLst>
            <pc:docMk/>
            <pc:sldMk cId="569349266" sldId="718"/>
            <ac:graphicFrameMk id="20" creationId="{6F3C2FE5-7E19-1A2F-CD32-62D6E8940C27}"/>
          </ac:graphicFrameMkLst>
        </pc:graphicFrameChg>
        <pc:graphicFrameChg chg="add mod modGraphic">
          <ac:chgData name="Hasan Jamal" userId="6724a5da2ffd1b8f" providerId="LiveId" clId="{8D2F41AC-23D9-4DAF-938C-610805449A32}" dt="2025-04-09T01:25:01.720" v="5655" actId="20577"/>
          <ac:graphicFrameMkLst>
            <pc:docMk/>
            <pc:sldMk cId="569349266" sldId="718"/>
            <ac:graphicFrameMk id="21" creationId="{B59C2C28-F67D-C835-6F1D-D436E03D2ED3}"/>
          </ac:graphicFrameMkLst>
        </pc:graphicFrameChg>
      </pc:sldChg>
      <pc:sldChg chg="addSp delSp modSp add mod">
        <pc:chgData name="Hasan Jamal" userId="6724a5da2ffd1b8f" providerId="LiveId" clId="{8D2F41AC-23D9-4DAF-938C-610805449A32}" dt="2025-04-09T04:22:42.007" v="6027" actId="403"/>
        <pc:sldMkLst>
          <pc:docMk/>
          <pc:sldMk cId="2999665308" sldId="719"/>
        </pc:sldMkLst>
        <pc:spChg chg="del mod">
          <ac:chgData name="Hasan Jamal" userId="6724a5da2ffd1b8f" providerId="LiveId" clId="{8D2F41AC-23D9-4DAF-938C-610805449A32}" dt="2025-04-09T04:20:20.567" v="5900" actId="478"/>
          <ac:spMkLst>
            <pc:docMk/>
            <pc:sldMk cId="2999665308" sldId="719"/>
            <ac:spMk id="2" creationId="{626A49BE-3BB1-9B49-1F7D-53B6946865B2}"/>
          </ac:spMkLst>
        </pc:spChg>
        <pc:spChg chg="add mod">
          <ac:chgData name="Hasan Jamal" userId="6724a5da2ffd1b8f" providerId="LiveId" clId="{8D2F41AC-23D9-4DAF-938C-610805449A32}" dt="2025-04-09T04:22:42.007" v="6027" actId="403"/>
          <ac:spMkLst>
            <pc:docMk/>
            <pc:sldMk cId="2999665308" sldId="719"/>
            <ac:spMk id="4" creationId="{36AF072B-9D82-1354-E619-15D5D1246EFB}"/>
          </ac:spMkLst>
        </pc:spChg>
        <pc:spChg chg="add del mod">
          <ac:chgData name="Hasan Jamal" userId="6724a5da2ffd1b8f" providerId="LiveId" clId="{8D2F41AC-23D9-4DAF-938C-610805449A32}" dt="2025-04-09T04:08:49.202" v="5844" actId="478"/>
          <ac:spMkLst>
            <pc:docMk/>
            <pc:sldMk cId="2999665308" sldId="719"/>
            <ac:spMk id="5" creationId="{68BC7776-FE2E-38C3-73AB-28E1D49EADDF}"/>
          </ac:spMkLst>
        </pc:spChg>
        <pc:spChg chg="mod">
          <ac:chgData name="Hasan Jamal" userId="6724a5da2ffd1b8f" providerId="LiveId" clId="{8D2F41AC-23D9-4DAF-938C-610805449A32}" dt="2025-04-09T01:25:42.161" v="5657" actId="20577"/>
          <ac:spMkLst>
            <pc:docMk/>
            <pc:sldMk cId="2999665308" sldId="719"/>
            <ac:spMk id="3074" creationId="{AEAE7E90-F96E-04A5-831A-F7187DEFCB99}"/>
          </ac:spMkLst>
        </pc:spChg>
      </pc:sldChg>
      <pc:sldChg chg="addSp delSp modSp add mod">
        <pc:chgData name="Hasan Jamal" userId="6724a5da2ffd1b8f" providerId="LiveId" clId="{8D2F41AC-23D9-4DAF-938C-610805449A32}" dt="2025-04-09T04:29:16.027" v="6373" actId="255"/>
        <pc:sldMkLst>
          <pc:docMk/>
          <pc:sldMk cId="61918484" sldId="720"/>
        </pc:sldMkLst>
        <pc:spChg chg="mod">
          <ac:chgData name="Hasan Jamal" userId="6724a5da2ffd1b8f" providerId="LiveId" clId="{8D2F41AC-23D9-4DAF-938C-610805449A32}" dt="2025-04-09T04:29:16.027" v="6373" actId="255"/>
          <ac:spMkLst>
            <pc:docMk/>
            <pc:sldMk cId="61918484" sldId="720"/>
            <ac:spMk id="2" creationId="{C510CA9E-31C3-5114-C940-16B7A1A079DC}"/>
          </ac:spMkLst>
        </pc:spChg>
        <pc:spChg chg="del">
          <ac:chgData name="Hasan Jamal" userId="6724a5da2ffd1b8f" providerId="LiveId" clId="{8D2F41AC-23D9-4DAF-938C-610805449A32}" dt="2025-04-09T04:25:16.515" v="6091" actId="478"/>
          <ac:spMkLst>
            <pc:docMk/>
            <pc:sldMk cId="61918484" sldId="720"/>
            <ac:spMk id="4" creationId="{81B52626-FF9C-09DE-FC39-64B65D446238}"/>
          </ac:spMkLst>
        </pc:spChg>
        <pc:spChg chg="add">
          <ac:chgData name="Hasan Jamal" userId="6724a5da2ffd1b8f" providerId="LiveId" clId="{8D2F41AC-23D9-4DAF-938C-610805449A32}" dt="2025-04-09T04:24:49.355" v="6085"/>
          <ac:spMkLst>
            <pc:docMk/>
            <pc:sldMk cId="61918484" sldId="720"/>
            <ac:spMk id="5" creationId="{58A8DE91-8F3D-86B8-F975-32AB99CB6218}"/>
          </ac:spMkLst>
        </pc:spChg>
      </pc:sldChg>
      <pc:sldChg chg="addSp modSp add mod modAnim">
        <pc:chgData name="Hasan Jamal" userId="6724a5da2ffd1b8f" providerId="LiveId" clId="{8D2F41AC-23D9-4DAF-938C-610805449A32}" dt="2025-04-09T05:09:51.823" v="6958" actId="20577"/>
        <pc:sldMkLst>
          <pc:docMk/>
          <pc:sldMk cId="1370973659" sldId="721"/>
        </pc:sldMkLst>
        <pc:spChg chg="mod">
          <ac:chgData name="Hasan Jamal" userId="6724a5da2ffd1b8f" providerId="LiveId" clId="{8D2F41AC-23D9-4DAF-938C-610805449A32}" dt="2025-04-09T05:09:51.823" v="6958" actId="20577"/>
          <ac:spMkLst>
            <pc:docMk/>
            <pc:sldMk cId="1370973659" sldId="721"/>
            <ac:spMk id="2" creationId="{A2AA893F-1820-A683-97B5-50C07B094ACD}"/>
          </ac:spMkLst>
        </pc:spChg>
        <pc:spChg chg="mod">
          <ac:chgData name="Hasan Jamal" userId="6724a5da2ffd1b8f" providerId="LiveId" clId="{8D2F41AC-23D9-4DAF-938C-610805449A32}" dt="2025-04-09T05:03:23.909" v="6747" actId="20577"/>
          <ac:spMkLst>
            <pc:docMk/>
            <pc:sldMk cId="1370973659" sldId="721"/>
            <ac:spMk id="4" creationId="{9D923540-866B-72CB-6E70-111C18947568}"/>
          </ac:spMkLst>
        </pc:spChg>
        <pc:spChg chg="add mod">
          <ac:chgData name="Hasan Jamal" userId="6724a5da2ffd1b8f" providerId="LiveId" clId="{8D2F41AC-23D9-4DAF-938C-610805449A32}" dt="2025-04-09T05:07:50.864" v="6923" actId="114"/>
          <ac:spMkLst>
            <pc:docMk/>
            <pc:sldMk cId="1370973659" sldId="721"/>
            <ac:spMk id="5" creationId="{890CB99A-ADC1-5C35-CFC7-EEAF5543EF8D}"/>
          </ac:spMkLst>
        </pc:spChg>
        <pc:spChg chg="mod">
          <ac:chgData name="Hasan Jamal" userId="6724a5da2ffd1b8f" providerId="LiveId" clId="{8D2F41AC-23D9-4DAF-938C-610805449A32}" dt="2025-04-09T04:40:01.978" v="6385" actId="20577"/>
          <ac:spMkLst>
            <pc:docMk/>
            <pc:sldMk cId="1370973659" sldId="721"/>
            <ac:spMk id="3074" creationId="{59C50843-9FB9-3D65-D5C8-8D1E7B97D36E}"/>
          </ac:spMkLst>
        </pc:spChg>
      </pc:sldChg>
      <pc:sldChg chg="addSp delSp modSp add mod delAnim modAnim">
        <pc:chgData name="Hasan Jamal" userId="6724a5da2ffd1b8f" providerId="LiveId" clId="{8D2F41AC-23D9-4DAF-938C-610805449A32}" dt="2025-04-09T05:38:01.428" v="7296" actId="113"/>
        <pc:sldMkLst>
          <pc:docMk/>
          <pc:sldMk cId="2676710287" sldId="722"/>
        </pc:sldMkLst>
        <pc:spChg chg="del">
          <ac:chgData name="Hasan Jamal" userId="6724a5da2ffd1b8f" providerId="LiveId" clId="{8D2F41AC-23D9-4DAF-938C-610805449A32}" dt="2025-04-09T05:11:57.753" v="6975" actId="478"/>
          <ac:spMkLst>
            <pc:docMk/>
            <pc:sldMk cId="2676710287" sldId="722"/>
            <ac:spMk id="2" creationId="{621C2576-F613-F557-CAFC-C9857D73262A}"/>
          </ac:spMkLst>
        </pc:spChg>
        <pc:spChg chg="mod">
          <ac:chgData name="Hasan Jamal" userId="6724a5da2ffd1b8f" providerId="LiveId" clId="{8D2F41AC-23D9-4DAF-938C-610805449A32}" dt="2025-04-09T05:18:59.018" v="7273" actId="255"/>
          <ac:spMkLst>
            <pc:docMk/>
            <pc:sldMk cId="2676710287" sldId="722"/>
            <ac:spMk id="4" creationId="{630266B7-5A26-9381-0FF1-3777A4786CCA}"/>
          </ac:spMkLst>
        </pc:spChg>
        <pc:spChg chg="mod">
          <ac:chgData name="Hasan Jamal" userId="6724a5da2ffd1b8f" providerId="LiveId" clId="{8D2F41AC-23D9-4DAF-938C-610805449A32}" dt="2025-04-09T05:17:45.716" v="7246" actId="1038"/>
          <ac:spMkLst>
            <pc:docMk/>
            <pc:sldMk cId="2676710287" sldId="722"/>
            <ac:spMk id="5" creationId="{09E521A1-63EA-1A47-1FE7-BA46B1594D8A}"/>
          </ac:spMkLst>
        </pc:spChg>
        <pc:spChg chg="add del mod">
          <ac:chgData name="Hasan Jamal" userId="6724a5da2ffd1b8f" providerId="LiveId" clId="{8D2F41AC-23D9-4DAF-938C-610805449A32}" dt="2025-04-09T05:37:30.823" v="7278" actId="478"/>
          <ac:spMkLst>
            <pc:docMk/>
            <pc:sldMk cId="2676710287" sldId="722"/>
            <ac:spMk id="6" creationId="{60060231-147B-031A-4640-6EEAAAC310A7}"/>
          </ac:spMkLst>
        </pc:spChg>
        <pc:spChg chg="add mod">
          <ac:chgData name="Hasan Jamal" userId="6724a5da2ffd1b8f" providerId="LiveId" clId="{8D2F41AC-23D9-4DAF-938C-610805449A32}" dt="2025-04-09T05:38:01.428" v="7296" actId="113"/>
          <ac:spMkLst>
            <pc:docMk/>
            <pc:sldMk cId="2676710287" sldId="722"/>
            <ac:spMk id="7" creationId="{10E99AB6-3C9B-8C19-B3C5-CE110BDE1F43}"/>
          </ac:spMkLst>
        </pc:spChg>
        <pc:spChg chg="mod">
          <ac:chgData name="Hasan Jamal" userId="6724a5da2ffd1b8f" providerId="LiveId" clId="{8D2F41AC-23D9-4DAF-938C-610805449A32}" dt="2025-04-09T05:11:06.221" v="6974" actId="20577"/>
          <ac:spMkLst>
            <pc:docMk/>
            <pc:sldMk cId="2676710287" sldId="722"/>
            <ac:spMk id="3074" creationId="{ADE57DEA-4F1B-4462-E3E3-16B71A0B60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1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FD8D-E2E1-75A9-4D96-19F7B941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239F8-5487-E1C6-9BB7-CB7427CFF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C4425-2528-E55C-ED94-74D11AA85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1E4CA-B08E-1303-FD4F-884B01E1C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59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11FF-D60A-F9AA-B0D1-2C06FF79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DA0B6-5738-232C-2126-BC3C7BAEA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68EDA-D386-2CB4-5BC8-261574224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6A635-C5D1-84CC-1820-9AB69F0EB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62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A725-0681-F610-5ECC-0608703A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4C452-BF65-D6E2-3656-F95C45EF4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DFD69-32F4-B9D7-4849-893AD29B7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9647C-834A-3E35-3F78-2FA8CE4F3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8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0CC6-EB59-4447-80BA-9D36C629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D14A-F511-49B0-A91B-978DAEF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9A08-9A7A-49DA-A39B-B0EF1A4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8D3A-B881-4BC9-A537-ECB468F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4CF0-1776-4F65-BCA7-0F303DF3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7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02DE-303C-4D87-8E77-879FBE11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C54D-48BB-467E-8103-DFE5F6DC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AA13-6920-4BB8-A1F1-3A132427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60B-5BAB-41D8-A02D-7C1BAB8C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317C-2498-4AED-8B51-357F03D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3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ADF-891D-4A12-83B5-454FF556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2D1F-5588-4349-97C5-EB30CD8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B3D-6B89-4416-A6EB-152D8D4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9C78-BA9A-479E-A3FF-69528729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EE37-7497-4B13-94F5-9E33310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959-A7A6-4D39-AA8B-57C72F6B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0084-43D6-45E5-B2FB-83FB50E5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17EC-AA9D-4624-8395-48D0AE97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D681-CD5B-4D0F-A2B0-BF8B8AD7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1E102-0CFC-4C99-8794-DDB1550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784B-2F5A-4BD4-9EBE-85512D86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3181-2412-4949-91A3-23CBDDDB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8FC4-D6CA-4D00-B86A-7336B6E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D6D8B-7024-4E37-B53E-01633139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DB30-80A3-4DC3-9806-9202A761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7761-D7C3-42D3-803A-AAC22024F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1AC6-D32A-4EAD-B726-5AE67DF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607F5-A7FB-40DA-A637-507CECE2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8571F-5213-44AD-9B39-829F876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6889-5B79-497C-9736-E9B7A36D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B599-D225-4693-9E55-C140F796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B06CB-70EA-4710-B4B5-59BF2C62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CA16-87D7-4A9A-93EE-A252B69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41D3-43C6-40C7-A4DB-9BFB3972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73F51-C531-4416-9A10-50D5280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32B0-273E-4169-9640-156E7D4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6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39EF-1141-43EF-9A25-60CEC369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430-0CCC-4FD2-905C-27F04B93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8AE7-6F69-4589-A8AF-F2B8927E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577C-944C-412C-8F52-FFFC45A3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D3B-027E-4C74-964C-C3F64FBB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EB46-4620-4847-8F68-DB3BB84C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19B-EBB5-4FBC-99F6-CD60929B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A3050-1640-44D7-B8B2-7F5BC0F2C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D1C82-DEC0-4624-8D52-79B7F25C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48C-F343-4D60-96F0-B2859B51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88895-9B51-4541-AAB2-BF16ED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53C80-6CDB-486A-B8CF-AAD1273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D555-ABD7-4161-B06F-FCD3143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95C10-FF95-4025-B207-9881A164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42DD-D420-4BAE-A427-F815A4F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F7B7-D2EB-4517-9D60-26A66FF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148-FE35-475E-9068-7641710E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54761-8A33-482D-B4B2-18B2A8F8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816EB-AB8E-47C2-9A3E-33DE4D4F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0179-C5D2-4148-BAA2-30F72348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D9F-3BB0-4D0E-9EBA-8CC5FDF8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9872-32D9-46E9-AB85-0ABCDEE8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B5029-5875-48B9-9C22-38D785FC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B3BA-C511-4FC7-AA99-072F757CF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0382-92E4-4D10-875A-89C34EF3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F8B72-9C19-4DBD-8F3B-D049130D496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864E-90F0-4014-8C2D-CE853EFC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2C12-0EAF-4F9E-BB1B-EED572C61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334 – Parallel and Distributed Computing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Ms. Muntha Amjad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06: </a:t>
            </a: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Parallel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Sorting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7BD1-7C02-6C69-E61D-C542EB2E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118CF81-88C4-93F2-F84D-09BF8B485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Sorting in Parallel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184664-400E-DA6C-96C4-820DCFCE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236BA75-AEBA-B613-2CAE-621BAAE81AE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9381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 frequent operation in many applications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Goal?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Sorting a sequence of values in increasing order using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processors</a:t>
            </a:r>
          </a:p>
          <a:p>
            <a:pPr marL="11430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259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819F-A605-FE23-39D5-1876D91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077E29F-2448-502E-2D0E-62B3EB19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B61D1-2E24-25A3-F90A-8DDAA33B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6A0762D-E7A2-63FC-5973-9ABE76387CDE}"/>
              </a:ext>
            </a:extLst>
          </p:cNvPr>
          <p:cNvSpPr txBox="1">
            <a:spLocks noChangeArrowheads="1"/>
          </p:cNvSpPr>
          <p:nvPr/>
        </p:nvSpPr>
        <p:spPr>
          <a:xfrm>
            <a:off x="-167158" y="1224171"/>
            <a:ext cx="4964010" cy="503033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Given a list of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elements, repeat the following steps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-1 times: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each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adjacent numbers, if number on the left is greater than the number on the right, swap them.</a:t>
            </a:r>
          </a:p>
          <a:p>
            <a:pPr lvl="1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“Bubble”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element to the end of the array using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pair-wise comparisons and swapping.</a:t>
            </a: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52" y="554038"/>
            <a:ext cx="6355830" cy="54967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866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819F-A605-FE23-39D5-1876D91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077E29F-2448-502E-2D0E-62B3EB19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B61D1-2E24-25A3-F90A-8DDAA33B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6A0762D-E7A2-63FC-5973-9ABE76387CDE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292316" cy="503033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complexity is O(N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independent of the order of the elements.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BE4B2F1-01B6-902D-E0AB-8CB89FC42E6A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366261"/>
            <a:ext cx="5180458" cy="2762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BUBBLE-SORT(A)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length[A]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0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for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←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</a:t>
            </a:r>
            <a:r>
              <a:rPr lang="en-US" alt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if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 j ] &gt; A[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↔ A[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+1 ]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651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2B03-6624-805B-8839-23871394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F7EC8A1-B817-8B8A-92C6-8B2E0222F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Bubble Sort: Odd-Even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3CFFE-CBA1-110B-78CC-2B818CDB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C04203C-B572-3E5B-E739-8A8119B97612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281684" cy="503033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Rearrange the comparisons in as many independent comparisons as possible!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Comparisons can be carried out in parallel if every processor is involved in at most one compare-and-exchange.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can be achieved if the processors are grouped into even/odd pairs or odd/even pairs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Odd–Even Phase: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odd processes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compare and exchange their elements with the even processors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+ 1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Even–Odd Phase: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even processes compare and exchange their elements with the odd processors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+ 1</a:t>
            </a: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462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3D9C-7BB6-DDC9-553F-9C535EB2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746B281-CEC0-5D72-BAC3-EC3E18297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C892BA-873A-855D-B951-D75DC785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349F2F-B720-0E4F-205A-5425452D2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501630"/>
              </p:ext>
            </p:extLst>
          </p:nvPr>
        </p:nvGraphicFramePr>
        <p:xfrm>
          <a:off x="3352800" y="2476102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DF069F-B648-DF82-7173-D72495C3C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76805"/>
              </p:ext>
            </p:extLst>
          </p:nvPr>
        </p:nvGraphicFramePr>
        <p:xfrm>
          <a:off x="3352800" y="1759301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F2EA0E-9348-818E-DF45-D9070202A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096956"/>
              </p:ext>
            </p:extLst>
          </p:nvPr>
        </p:nvGraphicFramePr>
        <p:xfrm>
          <a:off x="3352794" y="3181361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99DCBB-BECE-41E4-608E-BED2AE663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169256"/>
              </p:ext>
            </p:extLst>
          </p:nvPr>
        </p:nvGraphicFramePr>
        <p:xfrm>
          <a:off x="3352794" y="1761440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417DFE6-F805-D434-7EC8-D004A73F8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966741"/>
              </p:ext>
            </p:extLst>
          </p:nvPr>
        </p:nvGraphicFramePr>
        <p:xfrm>
          <a:off x="3352794" y="2478626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E0B5F02-0D62-892F-A1E9-07072E52A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125695"/>
              </p:ext>
            </p:extLst>
          </p:nvPr>
        </p:nvGraphicFramePr>
        <p:xfrm>
          <a:off x="3352788" y="3180131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4566B7A-ED56-C882-E126-45997DF2F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766672"/>
              </p:ext>
            </p:extLst>
          </p:nvPr>
        </p:nvGraphicFramePr>
        <p:xfrm>
          <a:off x="3352788" y="3887110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96217DA-3E6E-1BF4-14AD-BAAFD6C2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97357"/>
              </p:ext>
            </p:extLst>
          </p:nvPr>
        </p:nvGraphicFramePr>
        <p:xfrm>
          <a:off x="3352788" y="3887110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D51B353-CA6F-930E-B5BE-7A10A7295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93079"/>
              </p:ext>
            </p:extLst>
          </p:nvPr>
        </p:nvGraphicFramePr>
        <p:xfrm>
          <a:off x="3352788" y="4600961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9953ED2-53FD-2E63-18F5-F3863F357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48423"/>
              </p:ext>
            </p:extLst>
          </p:nvPr>
        </p:nvGraphicFramePr>
        <p:xfrm>
          <a:off x="3352788" y="4600961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E3605EC-DB07-F8A1-C819-C0B42E897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613787"/>
              </p:ext>
            </p:extLst>
          </p:nvPr>
        </p:nvGraphicFramePr>
        <p:xfrm>
          <a:off x="3352788" y="5314812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F3C2FE5-7E19-1A2F-CD32-62D6E8940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543203"/>
              </p:ext>
            </p:extLst>
          </p:nvPr>
        </p:nvGraphicFramePr>
        <p:xfrm>
          <a:off x="3352788" y="5314812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59C2C28-F67D-C835-6F1D-D436E03D2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702540"/>
              </p:ext>
            </p:extLst>
          </p:nvPr>
        </p:nvGraphicFramePr>
        <p:xfrm>
          <a:off x="3352788" y="6028663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45" y="1047706"/>
            <a:ext cx="9452839" cy="57474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934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47FB-AE22-2E49-46CD-CF2CF24B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EAE7E90-F96E-04A5-831A-F7187DEFC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850597-6B11-3CD8-FFE1-AF05F744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6AF072B-9D82-1354-E619-15D5D1246EFB}"/>
              </a:ext>
            </a:extLst>
          </p:cNvPr>
          <p:cNvSpPr txBox="1">
            <a:spLocks noChangeArrowheads="1"/>
          </p:cNvSpPr>
          <p:nvPr/>
        </p:nvSpPr>
        <p:spPr>
          <a:xfrm>
            <a:off x="647233" y="1315453"/>
            <a:ext cx="8111756" cy="5542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OddEvenSort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length[A]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- 1;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if( i%2 == 0)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#pragma </a:t>
            </a:r>
            <a:r>
              <a:rPr lang="en-US" altLang="en-US" sz="20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 for 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(j = 0; j &lt;= 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- 2;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+=2)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 if A[j] &gt; A[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    A[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↔ A[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#pragma </a:t>
            </a:r>
            <a:r>
              <a:rPr lang="en-US" altLang="en-US" sz="20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 for 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(j = 1; j &lt;= 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- 2;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+=2)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 if A[j] &gt; A[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    A[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↔ A[</a:t>
            </a: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+1]</a:t>
            </a:r>
          </a:p>
          <a:p>
            <a:pPr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barrier();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966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C42E-8DF8-A2B4-4953-993BAA39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DF0F687-464B-4B22-828B-CAF101FA3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Odd-Even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B9579B-8D7F-C935-6870-40C6FD0B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510CA9E-31C3-5114-C940-16B7A1A079DC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281684" cy="516577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Assuming array size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threads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(assuming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≤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/2, i.e., each processor handles multiple comparisons)</a:t>
            </a: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each phase (odd and even)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Comparisons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/2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Comparisons per thread 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/(2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per phase = O(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n/p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phases = O(n)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time = O(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/p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Theoretical speedup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O(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linear with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 small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due to synchronization overhead (barriers), actual speedup is less than ideal.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91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A9A1-A08B-78B8-D540-50A3ED25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C50843-9FB9-3D65-D5C8-8D1E7B97D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DEF89-85DF-AC3D-E5D1-8680A5E3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713" y="138268"/>
            <a:ext cx="6884156" cy="671973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2AA893F-1820-A683-97B5-50C07B094ACD}"/>
              </a:ext>
            </a:extLst>
          </p:cNvPr>
          <p:cNvSpPr txBox="1">
            <a:spLocks noChangeArrowheads="1"/>
          </p:cNvSpPr>
          <p:nvPr/>
        </p:nvSpPr>
        <p:spPr>
          <a:xfrm>
            <a:off x="357497" y="1377315"/>
            <a:ext cx="3464993" cy="417330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Recursively divide a given unsorted list of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elements until each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sub list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contains one element. Then these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sub lists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are repeatedly merged to form a sorted list.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97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A9A1-A08B-78B8-D540-50A3ED25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C50843-9FB9-3D65-D5C8-8D1E7B97D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DEF89-85DF-AC3D-E5D1-8680A5E3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2AA893F-1820-A683-97B5-50C07B094ACD}"/>
              </a:ext>
            </a:extLst>
          </p:cNvPr>
          <p:cNvSpPr txBox="1">
            <a:spLocks noChangeArrowheads="1"/>
          </p:cNvSpPr>
          <p:nvPr/>
        </p:nvSpPr>
        <p:spPr>
          <a:xfrm>
            <a:off x="627321" y="1475653"/>
            <a:ext cx="10393605" cy="503033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complexity is O(N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lg N) independent of the order of the elements.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9D923540-866B-72CB-6E70-111C1894756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27321" y="1355256"/>
                <a:ext cx="4834617" cy="27627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if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&lt; right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𝑙𝑒𝑓𝑡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𝑟𝑖𝑔h𝑡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)/2</m:t>
                        </m:r>
                      </m:e>
                    </m:d>
                  </m:oMath>
                </a14:m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mid+1,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MERGE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9D923540-866B-72CB-6E70-111C18947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1" y="1355256"/>
                <a:ext cx="4834617" cy="2762728"/>
              </a:xfrm>
              <a:prstGeom prst="rect">
                <a:avLst/>
              </a:prstGeom>
              <a:blipFill>
                <a:blip r:embed="rId3"/>
                <a:stretch>
                  <a:fillRect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890CB99A-ADC1-5C35-CFC7-EEAF5543EF8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824123" y="1281473"/>
                <a:ext cx="3936258" cy="27627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eft, j = mid+1, k=0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while (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𝑚𝑖𝑑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&amp;&amp;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if (A[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A[j]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B[k++] =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++]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else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B[k++] =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j++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 ] = A[ ]</a:t>
                </a:r>
              </a:p>
            </p:txBody>
          </p:sp>
        </mc:Choice>
        <mc:Fallback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890CB99A-ADC1-5C35-CFC7-EEAF5543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123" y="1281473"/>
                <a:ext cx="3936258" cy="2762728"/>
              </a:xfrm>
              <a:prstGeom prst="rect">
                <a:avLst/>
              </a:prstGeom>
              <a:blipFill>
                <a:blip r:embed="rId4"/>
                <a:stretch>
                  <a:fillRect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3784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9AEE-7533-3180-8725-152ABED3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DE57DEA-4F1B-4462-E3E3-16B71A0B6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F3369-D443-774C-2802-231E2E8A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30266B7-5A26-9381-0FF1-3777A4786CCA}"/>
              </a:ext>
            </a:extLst>
          </p:cNvPr>
          <p:cNvSpPr txBox="1">
            <a:spLocks noChangeArrowheads="1"/>
          </p:cNvSpPr>
          <p:nvPr/>
        </p:nvSpPr>
        <p:spPr>
          <a:xfrm>
            <a:off x="619701" y="1255458"/>
            <a:ext cx="10008325" cy="5602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   Idea</a:t>
            </a:r>
            <a:r>
              <a:rPr lang="en-US" sz="2000" dirty="0" smtClean="0"/>
              <a:t>: 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 smtClean="0"/>
              <a:t>    In </a:t>
            </a:r>
            <a:r>
              <a:rPr lang="en-US" sz="2000" b="1" dirty="0"/>
              <a:t>Parallel Merge Sort</a:t>
            </a:r>
            <a:r>
              <a:rPr lang="en-US" sz="2000" dirty="0"/>
              <a:t>, the idea is to </a:t>
            </a:r>
            <a:r>
              <a:rPr lang="en-US" sz="2000" b="1" dirty="0"/>
              <a:t>divide the work across </a:t>
            </a:r>
            <a:r>
              <a:rPr lang="en-US" sz="2000" b="1" dirty="0" smtClean="0"/>
              <a:t>multiple threads</a:t>
            </a:r>
            <a:r>
              <a:rPr lang="en-US" sz="2000" dirty="0"/>
              <a:t>, so </a:t>
            </a:r>
            <a:r>
              <a:rPr lang="en-US" sz="2000" dirty="0" smtClean="0"/>
              <a:t>different parts </a:t>
            </a:r>
            <a:r>
              <a:rPr lang="en-US" sz="2000" dirty="0"/>
              <a:t>of the array can be sorted simultaneously — </a:t>
            </a:r>
            <a:r>
              <a:rPr lang="en-US" sz="2000" dirty="0" smtClean="0"/>
              <a:t>reducing overall time </a:t>
            </a:r>
            <a:r>
              <a:rPr lang="en-US" sz="2000" dirty="0"/>
              <a:t>using parallel processing.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671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9AEE-7533-3180-8725-152ABED3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DE57DEA-4F1B-4462-E3E3-16B71A0B6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Merge Sort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F3369-D443-774C-2802-231E2E8A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630266B7-5A26-9381-0FF1-3777A4786CC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19701" y="1255458"/>
                <a:ext cx="8957435" cy="56025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PARALLEL-MERGE-SORT(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right, MAX_THREADS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if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right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return;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endParaRPr lang="en-US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 if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MAX_THREADS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right)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return;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endParaRPr lang="en-US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mid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𝑙𝑒𝑓𝑡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𝑟𝑖𝑔h𝑡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)/2</m:t>
                        </m:r>
                      </m:e>
                    </m:d>
                  </m:oMath>
                </a14:m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endParaRPr lang="en-US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Spawn thread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T1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to: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PARALLEL-MERGE-SORT(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MAX_THREADS/2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Spawn thread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T2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to: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PARALLEL-MERGE-SORT(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mid+1, right, MAX_THREADS/2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barrier( );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endParaRPr lang="en-US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MERGE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8">
                <a:extLst>
                  <a:ext uri="{FF2B5EF4-FFF2-40B4-BE49-F238E27FC236}">
                    <a16:creationId xmlns:a16="http://schemas.microsoft.com/office/drawing/2014/main" id="{630266B7-5A26-9381-0FF1-3777A4786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01" y="1255458"/>
                <a:ext cx="8957435" cy="5602542"/>
              </a:xfrm>
              <a:prstGeom prst="rect">
                <a:avLst/>
              </a:prstGeom>
              <a:blipFill>
                <a:blip r:embed="rId3"/>
                <a:stretch>
                  <a:fillRect t="-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09E521A1-63EA-1A47-1FE7-BA46B1594D8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552857" y="1257597"/>
                <a:ext cx="3708699" cy="27627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 (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left, mid,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eft, j = mid+1, k=0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while (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𝑚𝑖𝑑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&amp;&amp;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right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if (A[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A[j]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B[k++] =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++]</a:t>
                </a: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else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B[k++] = A[</a:t>
                </a:r>
                <a:r>
                  <a:rPr lang="en-US" alt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j++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  <a:buFontTx/>
                  <a:buNone/>
                </a:pP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 ] = A[ ]</a:t>
                </a:r>
              </a:p>
            </p:txBody>
          </p:sp>
        </mc:Choice>
        <mc:Fallback xmlns="">
          <p:sp>
            <p:nvSpPr>
              <p:cNvPr id="5" name="Rectangle 8">
                <a:extLst>
                  <a:ext uri="{FF2B5EF4-FFF2-40B4-BE49-F238E27FC236}">
                    <a16:creationId xmlns:a16="http://schemas.microsoft.com/office/drawing/2014/main" id="{09E521A1-63EA-1A47-1FE7-BA46B1594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857" y="1257597"/>
                <a:ext cx="3708699" cy="2762728"/>
              </a:xfrm>
              <a:prstGeom prst="rect">
                <a:avLst/>
              </a:prstGeom>
              <a:blipFill>
                <a:blip r:embed="rId4"/>
                <a:stretch>
                  <a:fillRect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0E99AB6-3C9B-8C19-B3C5-CE110BDE1F43}"/>
              </a:ext>
            </a:extLst>
          </p:cNvPr>
          <p:cNvSpPr/>
          <p:nvPr/>
        </p:nvSpPr>
        <p:spPr>
          <a:xfrm>
            <a:off x="7002510" y="5600403"/>
            <a:ext cx="3733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Complexity: O(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lg n/p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65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34325</TotalTime>
  <Words>641</Words>
  <Application>Microsoft Office PowerPoint</Application>
  <PresentationFormat>Widescreen</PresentationFormat>
  <Paragraphs>257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Cambria Math</vt:lpstr>
      <vt:lpstr>Courier New</vt:lpstr>
      <vt:lpstr>Times New Roman</vt:lpstr>
      <vt:lpstr>Wingdings</vt:lpstr>
      <vt:lpstr>Office Theme</vt:lpstr>
      <vt:lpstr>Adjacency</vt:lpstr>
      <vt:lpstr>CSC 334 – Parallel and Distributed Computing</vt:lpstr>
      <vt:lpstr>Sorting in Parallel</vt:lpstr>
      <vt:lpstr>Bubble Sort</vt:lpstr>
      <vt:lpstr>Bubble Sort</vt:lpstr>
      <vt:lpstr>Parallel Bubble Sort: Odd-Even Sort</vt:lpstr>
      <vt:lpstr>Odd-Even Sort</vt:lpstr>
      <vt:lpstr>Odd-Even Sort</vt:lpstr>
      <vt:lpstr>Odd-Even Sort</vt:lpstr>
      <vt:lpstr>Merge Sort</vt:lpstr>
      <vt:lpstr>Merge Sort</vt:lpstr>
      <vt:lpstr>Parallel Merge Sort</vt:lpstr>
      <vt:lpstr>Parallel Merge 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334 – Parallel and Distributed Computing</dc:title>
  <dc:creator>Hasan Jamal</dc:creator>
  <cp:lastModifiedBy>INFO TECH</cp:lastModifiedBy>
  <cp:revision>134</cp:revision>
  <dcterms:created xsi:type="dcterms:W3CDTF">2020-06-08T03:46:58Z</dcterms:created>
  <dcterms:modified xsi:type="dcterms:W3CDTF">2025-04-29T11:11:55Z</dcterms:modified>
</cp:coreProperties>
</file>