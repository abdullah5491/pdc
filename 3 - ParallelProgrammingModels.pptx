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notesSlides/notesSlide2.xml" ContentType="application/vnd.openxmlformats-officedocument.presentationml.notesSlide+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23"/>
  </p:notesMasterIdLst>
  <p:sldIdLst>
    <p:sldId id="267" r:id="rId3"/>
    <p:sldId id="722" r:id="rId4"/>
    <p:sldId id="776" r:id="rId5"/>
    <p:sldId id="785" r:id="rId6"/>
    <p:sldId id="774" r:id="rId7"/>
    <p:sldId id="786" r:id="rId8"/>
    <p:sldId id="793" r:id="rId9"/>
    <p:sldId id="717" r:id="rId10"/>
    <p:sldId id="777" r:id="rId11"/>
    <p:sldId id="787" r:id="rId12"/>
    <p:sldId id="778" r:id="rId13"/>
    <p:sldId id="779" r:id="rId14"/>
    <p:sldId id="788" r:id="rId15"/>
    <p:sldId id="794" r:id="rId16"/>
    <p:sldId id="723" r:id="rId17"/>
    <p:sldId id="789" r:id="rId18"/>
    <p:sldId id="680" r:id="rId19"/>
    <p:sldId id="790" r:id="rId20"/>
    <p:sldId id="791" r:id="rId21"/>
    <p:sldId id="792"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CD2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FC61A08-3CAA-49F2-A903-1AACF7732A7C}" v="2" dt="2025-03-04T03:40:26.14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7028" autoAdjust="0"/>
  </p:normalViewPr>
  <p:slideViewPr>
    <p:cSldViewPr snapToGrid="0">
      <p:cViewPr varScale="1">
        <p:scale>
          <a:sx n="64" d="100"/>
          <a:sy n="64" d="100"/>
        </p:scale>
        <p:origin x="978" y="66"/>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heme" Target="theme/theme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notesMaster" Target="notesMasters/notesMaster1.xml"/><Relationship Id="rId28" Type="http://schemas.microsoft.com/office/2016/11/relationships/changesInfo" Target="changesInfos/changesInfo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san Jamal" userId="6724a5da2ffd1b8f" providerId="LiveId" clId="{D37C5E1E-F139-4332-ADB1-E8D22FE39AFF}"/>
    <pc:docChg chg="undo custSel addSld delSld modSld sldOrd">
      <pc:chgData name="Hasan Jamal" userId="6724a5da2ffd1b8f" providerId="LiveId" clId="{D37C5E1E-F139-4332-ADB1-E8D22FE39AFF}" dt="2024-09-13T03:14:47.667" v="1015" actId="20577"/>
      <pc:docMkLst>
        <pc:docMk/>
      </pc:docMkLst>
      <pc:sldChg chg="modAnim">
        <pc:chgData name="Hasan Jamal" userId="6724a5da2ffd1b8f" providerId="LiveId" clId="{D37C5E1E-F139-4332-ADB1-E8D22FE39AFF}" dt="2024-09-02T06:58:36.842" v="4"/>
        <pc:sldMkLst>
          <pc:docMk/>
          <pc:sldMk cId="1191552048" sldId="540"/>
        </pc:sldMkLst>
      </pc:sldChg>
      <pc:sldChg chg="modSp modAnim">
        <pc:chgData name="Hasan Jamal" userId="6724a5da2ffd1b8f" providerId="LiveId" clId="{D37C5E1E-F139-4332-ADB1-E8D22FE39AFF}" dt="2024-09-09T03:20:32.316" v="21" actId="20577"/>
        <pc:sldMkLst>
          <pc:docMk/>
          <pc:sldMk cId="3673589650" sldId="543"/>
        </pc:sldMkLst>
      </pc:sldChg>
      <pc:sldChg chg="modSp mod">
        <pc:chgData name="Hasan Jamal" userId="6724a5da2ffd1b8f" providerId="LiveId" clId="{D37C5E1E-F139-4332-ADB1-E8D22FE39AFF}" dt="2024-09-09T03:27:12.454" v="22" actId="20577"/>
        <pc:sldMkLst>
          <pc:docMk/>
          <pc:sldMk cId="2829778637" sldId="544"/>
        </pc:sldMkLst>
      </pc:sldChg>
      <pc:sldChg chg="modSp mod">
        <pc:chgData name="Hasan Jamal" userId="6724a5da2ffd1b8f" providerId="LiveId" clId="{D37C5E1E-F139-4332-ADB1-E8D22FE39AFF}" dt="2024-09-09T05:51:01.895" v="23" actId="20577"/>
        <pc:sldMkLst>
          <pc:docMk/>
          <pc:sldMk cId="3565233425" sldId="553"/>
        </pc:sldMkLst>
      </pc:sldChg>
      <pc:sldChg chg="modAnim">
        <pc:chgData name="Hasan Jamal" userId="6724a5da2ffd1b8f" providerId="LiveId" clId="{D37C5E1E-F139-4332-ADB1-E8D22FE39AFF}" dt="2024-09-09T06:02:45.783" v="30"/>
        <pc:sldMkLst>
          <pc:docMk/>
          <pc:sldMk cId="1339471842" sldId="561"/>
        </pc:sldMkLst>
      </pc:sldChg>
      <pc:sldChg chg="modAnim">
        <pc:chgData name="Hasan Jamal" userId="6724a5da2ffd1b8f" providerId="LiveId" clId="{D37C5E1E-F139-4332-ADB1-E8D22FE39AFF}" dt="2024-09-09T06:03:39.876" v="31"/>
        <pc:sldMkLst>
          <pc:docMk/>
          <pc:sldMk cId="816086383" sldId="562"/>
        </pc:sldMkLst>
      </pc:sldChg>
      <pc:sldChg chg="modSp mod">
        <pc:chgData name="Hasan Jamal" userId="6724a5da2ffd1b8f" providerId="LiveId" clId="{D37C5E1E-F139-4332-ADB1-E8D22FE39AFF}" dt="2024-09-09T06:04:34.531" v="37" actId="20577"/>
        <pc:sldMkLst>
          <pc:docMk/>
          <pc:sldMk cId="2873058451" sldId="564"/>
        </pc:sldMkLst>
      </pc:sldChg>
      <pc:sldChg chg="modSp mod">
        <pc:chgData name="Hasan Jamal" userId="6724a5da2ffd1b8f" providerId="LiveId" clId="{D37C5E1E-F139-4332-ADB1-E8D22FE39AFF}" dt="2024-09-09T06:06:16.305" v="40" actId="20577"/>
        <pc:sldMkLst>
          <pc:docMk/>
          <pc:sldMk cId="306440915" sldId="577"/>
        </pc:sldMkLst>
      </pc:sldChg>
      <pc:sldChg chg="modSp mod">
        <pc:chgData name="Hasan Jamal" userId="6724a5da2ffd1b8f" providerId="LiveId" clId="{D37C5E1E-F139-4332-ADB1-E8D22FE39AFF}" dt="2024-09-09T06:07:43.868" v="41" actId="20577"/>
        <pc:sldMkLst>
          <pc:docMk/>
          <pc:sldMk cId="3206498402" sldId="584"/>
        </pc:sldMkLst>
      </pc:sldChg>
      <pc:sldChg chg="modSp mod">
        <pc:chgData name="Hasan Jamal" userId="6724a5da2ffd1b8f" providerId="LiveId" clId="{D37C5E1E-F139-4332-ADB1-E8D22FE39AFF}" dt="2024-09-13T03:14:47.667" v="1015" actId="20577"/>
        <pc:sldMkLst>
          <pc:docMk/>
          <pc:sldMk cId="2858384051" sldId="587"/>
        </pc:sldMkLst>
      </pc:sldChg>
      <pc:sldChg chg="modAnim">
        <pc:chgData name="Hasan Jamal" userId="6724a5da2ffd1b8f" providerId="LiveId" clId="{D37C5E1E-F139-4332-ADB1-E8D22FE39AFF}" dt="2024-09-02T06:59:50.959" v="11"/>
        <pc:sldMkLst>
          <pc:docMk/>
          <pc:sldMk cId="4292783830" sldId="588"/>
        </pc:sldMkLst>
      </pc:sldChg>
      <pc:sldChg chg="modSp mod">
        <pc:chgData name="Hasan Jamal" userId="6724a5da2ffd1b8f" providerId="LiveId" clId="{D37C5E1E-F139-4332-ADB1-E8D22FE39AFF}" dt="2024-09-10T08:23:28.226" v="1011" actId="1076"/>
        <pc:sldMkLst>
          <pc:docMk/>
          <pc:sldMk cId="274183469" sldId="591"/>
        </pc:sldMkLst>
      </pc:sldChg>
      <pc:sldChg chg="del">
        <pc:chgData name="Hasan Jamal" userId="6724a5da2ffd1b8f" providerId="LiveId" clId="{D37C5E1E-F139-4332-ADB1-E8D22FE39AFF}" dt="2024-09-05T05:47:47.934" v="13" actId="2696"/>
        <pc:sldMkLst>
          <pc:docMk/>
          <pc:sldMk cId="1458936523" sldId="592"/>
        </pc:sldMkLst>
      </pc:sldChg>
      <pc:sldChg chg="del">
        <pc:chgData name="Hasan Jamal" userId="6724a5da2ffd1b8f" providerId="LiveId" clId="{D37C5E1E-F139-4332-ADB1-E8D22FE39AFF}" dt="2024-09-05T05:47:47.934" v="13" actId="2696"/>
        <pc:sldMkLst>
          <pc:docMk/>
          <pc:sldMk cId="3104079279" sldId="593"/>
        </pc:sldMkLst>
      </pc:sldChg>
      <pc:sldChg chg="del">
        <pc:chgData name="Hasan Jamal" userId="6724a5da2ffd1b8f" providerId="LiveId" clId="{D37C5E1E-F139-4332-ADB1-E8D22FE39AFF}" dt="2024-09-05T05:47:47.934" v="13" actId="2696"/>
        <pc:sldMkLst>
          <pc:docMk/>
          <pc:sldMk cId="1404803089" sldId="594"/>
        </pc:sldMkLst>
      </pc:sldChg>
      <pc:sldChg chg="del">
        <pc:chgData name="Hasan Jamal" userId="6724a5da2ffd1b8f" providerId="LiveId" clId="{D37C5E1E-F139-4332-ADB1-E8D22FE39AFF}" dt="2024-09-05T05:47:47.934" v="13" actId="2696"/>
        <pc:sldMkLst>
          <pc:docMk/>
          <pc:sldMk cId="2889225343" sldId="595"/>
        </pc:sldMkLst>
      </pc:sldChg>
      <pc:sldChg chg="del">
        <pc:chgData name="Hasan Jamal" userId="6724a5da2ffd1b8f" providerId="LiveId" clId="{D37C5E1E-F139-4332-ADB1-E8D22FE39AFF}" dt="2024-09-05T05:47:47.934" v="13" actId="2696"/>
        <pc:sldMkLst>
          <pc:docMk/>
          <pc:sldMk cId="2071882620" sldId="596"/>
        </pc:sldMkLst>
      </pc:sldChg>
      <pc:sldChg chg="addSp delSp modSp mod">
        <pc:chgData name="Hasan Jamal" userId="6724a5da2ffd1b8f" providerId="LiveId" clId="{D37C5E1E-F139-4332-ADB1-E8D22FE39AFF}" dt="2024-09-10T08:07:13.576" v="691" actId="20577"/>
        <pc:sldMkLst>
          <pc:docMk/>
          <pc:sldMk cId="1042455817" sldId="598"/>
        </pc:sldMkLst>
      </pc:sldChg>
      <pc:sldChg chg="modSp mod">
        <pc:chgData name="Hasan Jamal" userId="6724a5da2ffd1b8f" providerId="LiveId" clId="{D37C5E1E-F139-4332-ADB1-E8D22FE39AFF}" dt="2024-09-10T08:18:10.102" v="958" actId="1035"/>
        <pc:sldMkLst>
          <pc:docMk/>
          <pc:sldMk cId="2250875496" sldId="599"/>
        </pc:sldMkLst>
      </pc:sldChg>
      <pc:sldChg chg="del">
        <pc:chgData name="Hasan Jamal" userId="6724a5da2ffd1b8f" providerId="LiveId" clId="{D37C5E1E-F139-4332-ADB1-E8D22FE39AFF}" dt="2024-09-02T17:28:25.524" v="12" actId="2696"/>
        <pc:sldMkLst>
          <pc:docMk/>
          <pc:sldMk cId="2245585915" sldId="605"/>
        </pc:sldMkLst>
      </pc:sldChg>
      <pc:sldChg chg="del">
        <pc:chgData name="Hasan Jamal" userId="6724a5da2ffd1b8f" providerId="LiveId" clId="{D37C5E1E-F139-4332-ADB1-E8D22FE39AFF}" dt="2024-09-02T17:28:25.524" v="12" actId="2696"/>
        <pc:sldMkLst>
          <pc:docMk/>
          <pc:sldMk cId="2073823400" sldId="606"/>
        </pc:sldMkLst>
      </pc:sldChg>
      <pc:sldChg chg="del">
        <pc:chgData name="Hasan Jamal" userId="6724a5da2ffd1b8f" providerId="LiveId" clId="{D37C5E1E-F139-4332-ADB1-E8D22FE39AFF}" dt="2024-09-05T05:47:47.934" v="13" actId="2696"/>
        <pc:sldMkLst>
          <pc:docMk/>
          <pc:sldMk cId="2041488050" sldId="607"/>
        </pc:sldMkLst>
      </pc:sldChg>
      <pc:sldChg chg="addSp delSp modSp mod ord">
        <pc:chgData name="Hasan Jamal" userId="6724a5da2ffd1b8f" providerId="LiveId" clId="{D37C5E1E-F139-4332-ADB1-E8D22FE39AFF}" dt="2024-09-10T08:16:13.332" v="952" actId="20577"/>
        <pc:sldMkLst>
          <pc:docMk/>
          <pc:sldMk cId="3200845249" sldId="613"/>
        </pc:sldMkLst>
      </pc:sldChg>
      <pc:sldChg chg="del">
        <pc:chgData name="Hasan Jamal" userId="6724a5da2ffd1b8f" providerId="LiveId" clId="{D37C5E1E-F139-4332-ADB1-E8D22FE39AFF}" dt="2024-09-05T05:47:47.934" v="13" actId="2696"/>
        <pc:sldMkLst>
          <pc:docMk/>
          <pc:sldMk cId="973189905" sldId="614"/>
        </pc:sldMkLst>
      </pc:sldChg>
      <pc:sldChg chg="modSp add mod">
        <pc:chgData name="Hasan Jamal" userId="6724a5da2ffd1b8f" providerId="LiveId" clId="{D37C5E1E-F139-4332-ADB1-E8D22FE39AFF}" dt="2024-09-10T08:19:51.894" v="1008" actId="20577"/>
        <pc:sldMkLst>
          <pc:docMk/>
          <pc:sldMk cId="1490959042" sldId="614"/>
        </pc:sldMkLst>
      </pc:sldChg>
      <pc:sldChg chg="delSp modSp add mod ord">
        <pc:chgData name="Hasan Jamal" userId="6724a5da2ffd1b8f" providerId="LiveId" clId="{D37C5E1E-F139-4332-ADB1-E8D22FE39AFF}" dt="2024-09-10T08:25:26.896" v="1012" actId="20577"/>
        <pc:sldMkLst>
          <pc:docMk/>
          <pc:sldMk cId="1315282947" sldId="615"/>
        </pc:sldMkLst>
      </pc:sldChg>
      <pc:sldChg chg="del">
        <pc:chgData name="Hasan Jamal" userId="6724a5da2ffd1b8f" providerId="LiveId" clId="{D37C5E1E-F139-4332-ADB1-E8D22FE39AFF}" dt="2024-09-05T05:47:47.934" v="13" actId="2696"/>
        <pc:sldMkLst>
          <pc:docMk/>
          <pc:sldMk cId="3872714251" sldId="615"/>
        </pc:sldMkLst>
      </pc:sldChg>
    </pc:docChg>
  </pc:docChgLst>
  <pc:docChgLst>
    <pc:chgData name="Hasan Jamal" userId="6724a5da2ffd1b8f" providerId="LiveId" clId="{1D5B174E-FE09-433E-83D8-BE62C3D17F84}"/>
    <pc:docChg chg="addSld modSld">
      <pc:chgData name="Hasan Jamal" userId="6724a5da2ffd1b8f" providerId="LiveId" clId="{1D5B174E-FE09-433E-83D8-BE62C3D17F84}" dt="2025-02-19T05:28:59.084" v="1"/>
      <pc:docMkLst>
        <pc:docMk/>
      </pc:docMkLst>
      <pc:sldChg chg="add">
        <pc:chgData name="Hasan Jamal" userId="6724a5da2ffd1b8f" providerId="LiveId" clId="{1D5B174E-FE09-433E-83D8-BE62C3D17F84}" dt="2025-02-19T05:28:59.084" v="1"/>
        <pc:sldMkLst>
          <pc:docMk/>
          <pc:sldMk cId="1483077578" sldId="689"/>
        </pc:sldMkLst>
      </pc:sldChg>
      <pc:sldChg chg="add">
        <pc:chgData name="Hasan Jamal" userId="6724a5da2ffd1b8f" providerId="LiveId" clId="{1D5B174E-FE09-433E-83D8-BE62C3D17F84}" dt="2025-02-19T05:02:05.768" v="0"/>
        <pc:sldMkLst>
          <pc:docMk/>
          <pc:sldMk cId="4211869602" sldId="703"/>
        </pc:sldMkLst>
      </pc:sldChg>
      <pc:sldChg chg="add">
        <pc:chgData name="Hasan Jamal" userId="6724a5da2ffd1b8f" providerId="LiveId" clId="{1D5B174E-FE09-433E-83D8-BE62C3D17F84}" dt="2025-02-19T05:02:05.768" v="0"/>
        <pc:sldMkLst>
          <pc:docMk/>
          <pc:sldMk cId="1091887727" sldId="704"/>
        </pc:sldMkLst>
      </pc:sldChg>
      <pc:sldChg chg="add">
        <pc:chgData name="Hasan Jamal" userId="6724a5da2ffd1b8f" providerId="LiveId" clId="{1D5B174E-FE09-433E-83D8-BE62C3D17F84}" dt="2025-02-19T05:02:05.768" v="0"/>
        <pc:sldMkLst>
          <pc:docMk/>
          <pc:sldMk cId="3612541025" sldId="705"/>
        </pc:sldMkLst>
      </pc:sldChg>
      <pc:sldChg chg="add">
        <pc:chgData name="Hasan Jamal" userId="6724a5da2ffd1b8f" providerId="LiveId" clId="{1D5B174E-FE09-433E-83D8-BE62C3D17F84}" dt="2025-02-19T05:02:05.768" v="0"/>
        <pc:sldMkLst>
          <pc:docMk/>
          <pc:sldMk cId="276507698" sldId="706"/>
        </pc:sldMkLst>
      </pc:sldChg>
      <pc:sldChg chg="add">
        <pc:chgData name="Hasan Jamal" userId="6724a5da2ffd1b8f" providerId="LiveId" clId="{1D5B174E-FE09-433E-83D8-BE62C3D17F84}" dt="2025-02-19T05:02:05.768" v="0"/>
        <pc:sldMkLst>
          <pc:docMk/>
          <pc:sldMk cId="3374401365" sldId="707"/>
        </pc:sldMkLst>
      </pc:sldChg>
      <pc:sldChg chg="add">
        <pc:chgData name="Hasan Jamal" userId="6724a5da2ffd1b8f" providerId="LiveId" clId="{1D5B174E-FE09-433E-83D8-BE62C3D17F84}" dt="2025-02-19T05:02:05.768" v="0"/>
        <pc:sldMkLst>
          <pc:docMk/>
          <pc:sldMk cId="2693649825" sldId="708"/>
        </pc:sldMkLst>
      </pc:sldChg>
      <pc:sldChg chg="add">
        <pc:chgData name="Hasan Jamal" userId="6724a5da2ffd1b8f" providerId="LiveId" clId="{1D5B174E-FE09-433E-83D8-BE62C3D17F84}" dt="2025-02-19T05:02:05.768" v="0"/>
        <pc:sldMkLst>
          <pc:docMk/>
          <pc:sldMk cId="441988751" sldId="709"/>
        </pc:sldMkLst>
      </pc:sldChg>
      <pc:sldChg chg="add">
        <pc:chgData name="Hasan Jamal" userId="6724a5da2ffd1b8f" providerId="LiveId" clId="{1D5B174E-FE09-433E-83D8-BE62C3D17F84}" dt="2025-02-19T05:02:05.768" v="0"/>
        <pc:sldMkLst>
          <pc:docMk/>
          <pc:sldMk cId="1486501541" sldId="710"/>
        </pc:sldMkLst>
      </pc:sldChg>
      <pc:sldChg chg="add">
        <pc:chgData name="Hasan Jamal" userId="6724a5da2ffd1b8f" providerId="LiveId" clId="{1D5B174E-FE09-433E-83D8-BE62C3D17F84}" dt="2025-02-19T05:02:05.768" v="0"/>
        <pc:sldMkLst>
          <pc:docMk/>
          <pc:sldMk cId="42114473" sldId="711"/>
        </pc:sldMkLst>
      </pc:sldChg>
      <pc:sldChg chg="add">
        <pc:chgData name="Hasan Jamal" userId="6724a5da2ffd1b8f" providerId="LiveId" clId="{1D5B174E-FE09-433E-83D8-BE62C3D17F84}" dt="2025-02-19T05:02:05.768" v="0"/>
        <pc:sldMkLst>
          <pc:docMk/>
          <pc:sldMk cId="2295380915" sldId="712"/>
        </pc:sldMkLst>
      </pc:sldChg>
      <pc:sldChg chg="add">
        <pc:chgData name="Hasan Jamal" userId="6724a5da2ffd1b8f" providerId="LiveId" clId="{1D5B174E-FE09-433E-83D8-BE62C3D17F84}" dt="2025-02-19T05:02:05.768" v="0"/>
        <pc:sldMkLst>
          <pc:docMk/>
          <pc:sldMk cId="946817819" sldId="713"/>
        </pc:sldMkLst>
      </pc:sldChg>
      <pc:sldChg chg="add">
        <pc:chgData name="Hasan Jamal" userId="6724a5da2ffd1b8f" providerId="LiveId" clId="{1D5B174E-FE09-433E-83D8-BE62C3D17F84}" dt="2025-02-19T05:02:05.768" v="0"/>
        <pc:sldMkLst>
          <pc:docMk/>
          <pc:sldMk cId="3578793085" sldId="714"/>
        </pc:sldMkLst>
      </pc:sldChg>
      <pc:sldChg chg="add">
        <pc:chgData name="Hasan Jamal" userId="6724a5da2ffd1b8f" providerId="LiveId" clId="{1D5B174E-FE09-433E-83D8-BE62C3D17F84}" dt="2025-02-19T05:02:05.768" v="0"/>
        <pc:sldMkLst>
          <pc:docMk/>
          <pc:sldMk cId="1728647669" sldId="715"/>
        </pc:sldMkLst>
      </pc:sldChg>
      <pc:sldChg chg="add">
        <pc:chgData name="Hasan Jamal" userId="6724a5da2ffd1b8f" providerId="LiveId" clId="{1D5B174E-FE09-433E-83D8-BE62C3D17F84}" dt="2025-02-19T05:02:05.768" v="0"/>
        <pc:sldMkLst>
          <pc:docMk/>
          <pc:sldMk cId="3626956494" sldId="716"/>
        </pc:sldMkLst>
      </pc:sldChg>
    </pc:docChg>
  </pc:docChgLst>
  <pc:docChgLst>
    <pc:chgData name="Hasan Jamal" userId="6724a5da2ffd1b8f" providerId="LiveId" clId="{FFC61A08-3CAA-49F2-A903-1AACF7732A7C}"/>
    <pc:docChg chg="modSld">
      <pc:chgData name="Hasan Jamal" userId="6724a5da2ffd1b8f" providerId="LiveId" clId="{FFC61A08-3CAA-49F2-A903-1AACF7732A7C}" dt="2025-03-04T03:40:26.140" v="1"/>
      <pc:docMkLst>
        <pc:docMk/>
      </pc:docMkLst>
      <pc:sldChg chg="modAnim">
        <pc:chgData name="Hasan Jamal" userId="6724a5da2ffd1b8f" providerId="LiveId" clId="{FFC61A08-3CAA-49F2-A903-1AACF7732A7C}" dt="2025-03-04T03:40:26.140" v="1"/>
        <pc:sldMkLst>
          <pc:docMk/>
          <pc:sldMk cId="1914851338" sldId="722"/>
        </pc:sldMkLst>
      </pc:sldChg>
    </pc:docChg>
  </pc:docChgLst>
  <pc:docChgLst>
    <pc:chgData name="Hasan Jamal" userId="6724a5da2ffd1b8f" providerId="LiveId" clId="{57CB2F9D-511D-47A3-97AB-7DD5A4D88522}"/>
    <pc:docChg chg="modSld">
      <pc:chgData name="Hasan Jamal" userId="6724a5da2ffd1b8f" providerId="LiveId" clId="{57CB2F9D-511D-47A3-97AB-7DD5A4D88522}" dt="2022-09-15T03:29:34.839" v="12" actId="20577"/>
      <pc:docMkLst>
        <pc:docMk/>
      </pc:docMkLst>
      <pc:sldChg chg="modSp mod">
        <pc:chgData name="Hasan Jamal" userId="6724a5da2ffd1b8f" providerId="LiveId" clId="{57CB2F9D-511D-47A3-97AB-7DD5A4D88522}" dt="2022-09-15T03:29:34.839" v="12" actId="20577"/>
        <pc:sldMkLst>
          <pc:docMk/>
          <pc:sldMk cId="4276505344" sldId="513"/>
        </pc:sldMkLst>
      </pc:sldChg>
      <pc:sldChg chg="modSp mod">
        <pc:chgData name="Hasan Jamal" userId="6724a5da2ffd1b8f" providerId="LiveId" clId="{57CB2F9D-511D-47A3-97AB-7DD5A4D88522}" dt="2022-02-25T04:18:49.826" v="6" actId="113"/>
        <pc:sldMkLst>
          <pc:docMk/>
          <pc:sldMk cId="4101798262" sldId="516"/>
        </pc:sldMkLst>
      </pc:sldChg>
      <pc:sldChg chg="modNotesTx">
        <pc:chgData name="Hasan Jamal" userId="6724a5da2ffd1b8f" providerId="LiveId" clId="{57CB2F9D-511D-47A3-97AB-7DD5A4D88522}" dt="2022-02-23T10:00:06.570" v="3" actId="20577"/>
        <pc:sldMkLst>
          <pc:docMk/>
          <pc:sldMk cId="1619668140" sldId="523"/>
        </pc:sldMkLst>
      </pc:sldChg>
    </pc:docChg>
  </pc:docChgLst>
  <pc:docChgLst>
    <pc:chgData name="Hasan Jamal" userId="6724a5da2ffd1b8f" providerId="LiveId" clId="{96E91301-8390-499D-83BE-49190A5B0140}"/>
    <pc:docChg chg="modSld">
      <pc:chgData name="Hasan Jamal" userId="6724a5da2ffd1b8f" providerId="LiveId" clId="{96E91301-8390-499D-83BE-49190A5B0140}" dt="2020-06-20T13:15:35.684" v="1"/>
      <pc:docMkLst>
        <pc:docMk/>
      </pc:docMkLst>
      <pc:sldChg chg="modTransition">
        <pc:chgData name="Hasan Jamal" userId="6724a5da2ffd1b8f" providerId="LiveId" clId="{96E91301-8390-499D-83BE-49190A5B0140}" dt="2020-06-20T13:15:35.684" v="1"/>
        <pc:sldMkLst>
          <pc:docMk/>
          <pc:sldMk cId="1423990881" sldId="267"/>
        </pc:sldMkLst>
      </pc:sldChg>
      <pc:sldChg chg="modTransition">
        <pc:chgData name="Hasan Jamal" userId="6724a5da2ffd1b8f" providerId="LiveId" clId="{96E91301-8390-499D-83BE-49190A5B0140}" dt="2020-06-20T13:15:35.684" v="1"/>
        <pc:sldMkLst>
          <pc:docMk/>
          <pc:sldMk cId="578419612" sldId="270"/>
        </pc:sldMkLst>
      </pc:sldChg>
      <pc:sldChg chg="modTransition">
        <pc:chgData name="Hasan Jamal" userId="6724a5da2ffd1b8f" providerId="LiveId" clId="{96E91301-8390-499D-83BE-49190A5B0140}" dt="2020-06-20T13:15:35.684" v="1"/>
        <pc:sldMkLst>
          <pc:docMk/>
          <pc:sldMk cId="1495268929" sldId="274"/>
        </pc:sldMkLst>
      </pc:sldChg>
      <pc:sldChg chg="modTransition">
        <pc:chgData name="Hasan Jamal" userId="6724a5da2ffd1b8f" providerId="LiveId" clId="{96E91301-8390-499D-83BE-49190A5B0140}" dt="2020-06-20T13:15:35.684" v="1"/>
        <pc:sldMkLst>
          <pc:docMk/>
          <pc:sldMk cId="2742951823" sldId="346"/>
        </pc:sldMkLst>
      </pc:sldChg>
      <pc:sldChg chg="modTransition">
        <pc:chgData name="Hasan Jamal" userId="6724a5da2ffd1b8f" providerId="LiveId" clId="{96E91301-8390-499D-83BE-49190A5B0140}" dt="2020-06-20T13:15:35.684" v="1"/>
        <pc:sldMkLst>
          <pc:docMk/>
          <pc:sldMk cId="3076239252" sldId="457"/>
        </pc:sldMkLst>
      </pc:sldChg>
      <pc:sldChg chg="modTransition">
        <pc:chgData name="Hasan Jamal" userId="6724a5da2ffd1b8f" providerId="LiveId" clId="{96E91301-8390-499D-83BE-49190A5B0140}" dt="2020-06-20T13:15:35.684" v="1"/>
        <pc:sldMkLst>
          <pc:docMk/>
          <pc:sldMk cId="3748594262" sldId="458"/>
        </pc:sldMkLst>
      </pc:sldChg>
      <pc:sldChg chg="modTransition">
        <pc:chgData name="Hasan Jamal" userId="6724a5da2ffd1b8f" providerId="LiveId" clId="{96E91301-8390-499D-83BE-49190A5B0140}" dt="2020-06-20T13:15:35.684" v="1"/>
        <pc:sldMkLst>
          <pc:docMk/>
          <pc:sldMk cId="616506392" sldId="459"/>
        </pc:sldMkLst>
      </pc:sldChg>
      <pc:sldChg chg="modTransition">
        <pc:chgData name="Hasan Jamal" userId="6724a5da2ffd1b8f" providerId="LiveId" clId="{96E91301-8390-499D-83BE-49190A5B0140}" dt="2020-06-20T13:15:35.684" v="1"/>
        <pc:sldMkLst>
          <pc:docMk/>
          <pc:sldMk cId="2854303941" sldId="461"/>
        </pc:sldMkLst>
      </pc:sldChg>
      <pc:sldChg chg="modTransition">
        <pc:chgData name="Hasan Jamal" userId="6724a5da2ffd1b8f" providerId="LiveId" clId="{96E91301-8390-499D-83BE-49190A5B0140}" dt="2020-06-20T13:15:35.684" v="1"/>
        <pc:sldMkLst>
          <pc:docMk/>
          <pc:sldMk cId="3095468980" sldId="466"/>
        </pc:sldMkLst>
      </pc:sldChg>
      <pc:sldChg chg="modTransition">
        <pc:chgData name="Hasan Jamal" userId="6724a5da2ffd1b8f" providerId="LiveId" clId="{96E91301-8390-499D-83BE-49190A5B0140}" dt="2020-06-20T13:15:35.684" v="1"/>
        <pc:sldMkLst>
          <pc:docMk/>
          <pc:sldMk cId="2501283379" sldId="467"/>
        </pc:sldMkLst>
      </pc:sldChg>
      <pc:sldChg chg="modTransition">
        <pc:chgData name="Hasan Jamal" userId="6724a5da2ffd1b8f" providerId="LiveId" clId="{96E91301-8390-499D-83BE-49190A5B0140}" dt="2020-06-20T13:15:35.684" v="1"/>
        <pc:sldMkLst>
          <pc:docMk/>
          <pc:sldMk cId="2088484385" sldId="468"/>
        </pc:sldMkLst>
      </pc:sldChg>
      <pc:sldChg chg="modTransition">
        <pc:chgData name="Hasan Jamal" userId="6724a5da2ffd1b8f" providerId="LiveId" clId="{96E91301-8390-499D-83BE-49190A5B0140}" dt="2020-06-20T13:15:35.684" v="1"/>
        <pc:sldMkLst>
          <pc:docMk/>
          <pc:sldMk cId="2487066325" sldId="469"/>
        </pc:sldMkLst>
      </pc:sldChg>
      <pc:sldChg chg="modTransition">
        <pc:chgData name="Hasan Jamal" userId="6724a5da2ffd1b8f" providerId="LiveId" clId="{96E91301-8390-499D-83BE-49190A5B0140}" dt="2020-06-20T13:15:35.684" v="1"/>
        <pc:sldMkLst>
          <pc:docMk/>
          <pc:sldMk cId="1595765672" sldId="470"/>
        </pc:sldMkLst>
      </pc:sldChg>
      <pc:sldChg chg="modTransition">
        <pc:chgData name="Hasan Jamal" userId="6724a5da2ffd1b8f" providerId="LiveId" clId="{96E91301-8390-499D-83BE-49190A5B0140}" dt="2020-06-20T13:15:35.684" v="1"/>
        <pc:sldMkLst>
          <pc:docMk/>
          <pc:sldMk cId="2723844874" sldId="471"/>
        </pc:sldMkLst>
      </pc:sldChg>
      <pc:sldChg chg="modTransition">
        <pc:chgData name="Hasan Jamal" userId="6724a5da2ffd1b8f" providerId="LiveId" clId="{96E91301-8390-499D-83BE-49190A5B0140}" dt="2020-06-20T13:15:35.684" v="1"/>
        <pc:sldMkLst>
          <pc:docMk/>
          <pc:sldMk cId="391945698" sldId="475"/>
        </pc:sldMkLst>
      </pc:sldChg>
      <pc:sldChg chg="modTransition">
        <pc:chgData name="Hasan Jamal" userId="6724a5da2ffd1b8f" providerId="LiveId" clId="{96E91301-8390-499D-83BE-49190A5B0140}" dt="2020-06-20T13:15:35.684" v="1"/>
        <pc:sldMkLst>
          <pc:docMk/>
          <pc:sldMk cId="481662566" sldId="476"/>
        </pc:sldMkLst>
      </pc:sldChg>
      <pc:sldChg chg="modTransition">
        <pc:chgData name="Hasan Jamal" userId="6724a5da2ffd1b8f" providerId="LiveId" clId="{96E91301-8390-499D-83BE-49190A5B0140}" dt="2020-06-20T13:15:35.684" v="1"/>
        <pc:sldMkLst>
          <pc:docMk/>
          <pc:sldMk cId="376348559" sldId="477"/>
        </pc:sldMkLst>
      </pc:sldChg>
    </pc:docChg>
  </pc:docChgLst>
  <pc:docChgLst>
    <pc:chgData name="Hasan Jamal" userId="6724a5da2ffd1b8f" providerId="LiveId" clId="{D3DEC24B-C86E-4F0B-9D46-220D3835FF64}"/>
    <pc:docChg chg="undo custSel addSld delSld modSld sldOrd">
      <pc:chgData name="Hasan Jamal" userId="6724a5da2ffd1b8f" providerId="LiveId" clId="{D3DEC24B-C86E-4F0B-9D46-220D3835FF64}" dt="2025-02-27T05:02:24.407" v="1149" actId="1076"/>
      <pc:docMkLst>
        <pc:docMk/>
      </pc:docMkLst>
      <pc:sldChg chg="modSp mod">
        <pc:chgData name="Hasan Jamal" userId="6724a5da2ffd1b8f" providerId="LiveId" clId="{D3DEC24B-C86E-4F0B-9D46-220D3835FF64}" dt="2025-02-26T03:24:25.468" v="2" actId="20577"/>
        <pc:sldMkLst>
          <pc:docMk/>
          <pc:sldMk cId="1692021193" sldId="717"/>
        </pc:sldMkLst>
        <pc:spChg chg="mod">
          <ac:chgData name="Hasan Jamal" userId="6724a5da2ffd1b8f" providerId="LiveId" clId="{D3DEC24B-C86E-4F0B-9D46-220D3835FF64}" dt="2025-02-26T03:24:25.468" v="2" actId="20577"/>
          <ac:spMkLst>
            <pc:docMk/>
            <pc:sldMk cId="1692021193" sldId="717"/>
            <ac:spMk id="12" creationId="{1A670165-076F-AC40-0759-6B7B70C28DD2}"/>
          </ac:spMkLst>
        </pc:spChg>
      </pc:sldChg>
      <pc:sldChg chg="modSp mod modAnim">
        <pc:chgData name="Hasan Jamal" userId="6724a5da2ffd1b8f" providerId="LiveId" clId="{D3DEC24B-C86E-4F0B-9D46-220D3835FF64}" dt="2025-02-26T03:47:04.980" v="336" actId="14100"/>
        <pc:sldMkLst>
          <pc:docMk/>
          <pc:sldMk cId="3168624891" sldId="730"/>
        </pc:sldMkLst>
      </pc:sldChg>
      <pc:sldChg chg="ord">
        <pc:chgData name="Hasan Jamal" userId="6724a5da2ffd1b8f" providerId="LiveId" clId="{D3DEC24B-C86E-4F0B-9D46-220D3835FF64}" dt="2025-02-26T03:31:45.419" v="92"/>
        <pc:sldMkLst>
          <pc:docMk/>
          <pc:sldMk cId="3941837758" sldId="731"/>
        </pc:sldMkLst>
      </pc:sldChg>
      <pc:sldChg chg="addSp modSp mod">
        <pc:chgData name="Hasan Jamal" userId="6724a5da2ffd1b8f" providerId="LiveId" clId="{D3DEC24B-C86E-4F0B-9D46-220D3835FF64}" dt="2025-02-26T04:44:51.950" v="1039" actId="403"/>
        <pc:sldMkLst>
          <pc:docMk/>
          <pc:sldMk cId="1109810023" sldId="733"/>
        </pc:sldMkLst>
      </pc:sldChg>
      <pc:sldChg chg="del">
        <pc:chgData name="Hasan Jamal" userId="6724a5da2ffd1b8f" providerId="LiveId" clId="{D3DEC24B-C86E-4F0B-9D46-220D3835FF64}" dt="2025-02-26T04:18:12.158" v="681" actId="47"/>
        <pc:sldMkLst>
          <pc:docMk/>
          <pc:sldMk cId="3350374730" sldId="734"/>
        </pc:sldMkLst>
      </pc:sldChg>
      <pc:sldChg chg="del">
        <pc:chgData name="Hasan Jamal" userId="6724a5da2ffd1b8f" providerId="LiveId" clId="{D3DEC24B-C86E-4F0B-9D46-220D3835FF64}" dt="2025-02-26T04:26:58.645" v="687" actId="2696"/>
        <pc:sldMkLst>
          <pc:docMk/>
          <pc:sldMk cId="108692981" sldId="735"/>
        </pc:sldMkLst>
      </pc:sldChg>
      <pc:sldChg chg="modSp add mod">
        <pc:chgData name="Hasan Jamal" userId="6724a5da2ffd1b8f" providerId="LiveId" clId="{D3DEC24B-C86E-4F0B-9D46-220D3835FF64}" dt="2025-02-26T04:32:10.246" v="758" actId="33524"/>
        <pc:sldMkLst>
          <pc:docMk/>
          <pc:sldMk cId="1893089021" sldId="735"/>
        </pc:sldMkLst>
      </pc:sldChg>
      <pc:sldChg chg="del">
        <pc:chgData name="Hasan Jamal" userId="6724a5da2ffd1b8f" providerId="LiveId" clId="{D3DEC24B-C86E-4F0B-9D46-220D3835FF64}" dt="2025-02-26T04:45:30.861" v="1040" actId="47"/>
        <pc:sldMkLst>
          <pc:docMk/>
          <pc:sldMk cId="4253118140" sldId="736"/>
        </pc:sldMkLst>
      </pc:sldChg>
      <pc:sldChg chg="del">
        <pc:chgData name="Hasan Jamal" userId="6724a5da2ffd1b8f" providerId="LiveId" clId="{D3DEC24B-C86E-4F0B-9D46-220D3835FF64}" dt="2025-02-26T04:26:58.645" v="687" actId="2696"/>
        <pc:sldMkLst>
          <pc:docMk/>
          <pc:sldMk cId="370931061" sldId="737"/>
        </pc:sldMkLst>
      </pc:sldChg>
      <pc:sldChg chg="modSp add mod">
        <pc:chgData name="Hasan Jamal" userId="6724a5da2ffd1b8f" providerId="LiveId" clId="{D3DEC24B-C86E-4F0B-9D46-220D3835FF64}" dt="2025-02-26T04:31:45.329" v="757" actId="20577"/>
        <pc:sldMkLst>
          <pc:docMk/>
          <pc:sldMk cId="2149928187" sldId="737"/>
        </pc:sldMkLst>
      </pc:sldChg>
      <pc:sldChg chg="modSp add mod">
        <pc:chgData name="Hasan Jamal" userId="6724a5da2ffd1b8f" providerId="LiveId" clId="{D3DEC24B-C86E-4F0B-9D46-220D3835FF64}" dt="2025-02-26T03:44:34.629" v="306" actId="20577"/>
        <pc:sldMkLst>
          <pc:docMk/>
          <pc:sldMk cId="1149955590" sldId="738"/>
        </pc:sldMkLst>
      </pc:sldChg>
      <pc:sldChg chg="del">
        <pc:chgData name="Hasan Jamal" userId="6724a5da2ffd1b8f" providerId="LiveId" clId="{D3DEC24B-C86E-4F0B-9D46-220D3835FF64}" dt="2025-02-26T03:40:36.725" v="258" actId="2696"/>
        <pc:sldMkLst>
          <pc:docMk/>
          <pc:sldMk cId="1903296533" sldId="738"/>
        </pc:sldMkLst>
      </pc:sldChg>
      <pc:sldChg chg="ord">
        <pc:chgData name="Hasan Jamal" userId="6724a5da2ffd1b8f" providerId="LiveId" clId="{D3DEC24B-C86E-4F0B-9D46-220D3835FF64}" dt="2025-02-26T04:45:46.706" v="1044"/>
        <pc:sldMkLst>
          <pc:docMk/>
          <pc:sldMk cId="146968777" sldId="739"/>
        </pc:sldMkLst>
      </pc:sldChg>
      <pc:sldChg chg="del">
        <pc:chgData name="Hasan Jamal" userId="6724a5da2ffd1b8f" providerId="LiveId" clId="{D3DEC24B-C86E-4F0B-9D46-220D3835FF64}" dt="2025-02-26T04:45:33.979" v="1041" actId="47"/>
        <pc:sldMkLst>
          <pc:docMk/>
          <pc:sldMk cId="797317301" sldId="740"/>
        </pc:sldMkLst>
      </pc:sldChg>
      <pc:sldChg chg="del">
        <pc:chgData name="Hasan Jamal" userId="6724a5da2ffd1b8f" providerId="LiveId" clId="{D3DEC24B-C86E-4F0B-9D46-220D3835FF64}" dt="2025-02-26T04:45:34.827" v="1042" actId="47"/>
        <pc:sldMkLst>
          <pc:docMk/>
          <pc:sldMk cId="3508092534" sldId="741"/>
        </pc:sldMkLst>
      </pc:sldChg>
      <pc:sldChg chg="modSp del mod">
        <pc:chgData name="Hasan Jamal" userId="6724a5da2ffd1b8f" providerId="LiveId" clId="{D3DEC24B-C86E-4F0B-9D46-220D3835FF64}" dt="2025-02-26T04:33:41.059" v="763" actId="47"/>
        <pc:sldMkLst>
          <pc:docMk/>
          <pc:sldMk cId="1730138828" sldId="742"/>
        </pc:sldMkLst>
      </pc:sldChg>
      <pc:sldChg chg="modSp mod">
        <pc:chgData name="Hasan Jamal" userId="6724a5da2ffd1b8f" providerId="LiveId" clId="{D3DEC24B-C86E-4F0B-9D46-220D3835FF64}" dt="2025-02-26T04:53:18.419" v="1129" actId="14100"/>
        <pc:sldMkLst>
          <pc:docMk/>
          <pc:sldMk cId="4003377590" sldId="743"/>
        </pc:sldMkLst>
      </pc:sldChg>
      <pc:sldChg chg="modSp mod">
        <pc:chgData name="Hasan Jamal" userId="6724a5da2ffd1b8f" providerId="LiveId" clId="{D3DEC24B-C86E-4F0B-9D46-220D3835FF64}" dt="2025-02-26T05:17:57.244" v="1132" actId="20577"/>
        <pc:sldMkLst>
          <pc:docMk/>
          <pc:sldMk cId="879878642" sldId="745"/>
        </pc:sldMkLst>
      </pc:sldChg>
      <pc:sldChg chg="modSp mod">
        <pc:chgData name="Hasan Jamal" userId="6724a5da2ffd1b8f" providerId="LiveId" clId="{D3DEC24B-C86E-4F0B-9D46-220D3835FF64}" dt="2025-02-26T05:50:15.321" v="1133" actId="20577"/>
        <pc:sldMkLst>
          <pc:docMk/>
          <pc:sldMk cId="2148597704" sldId="768"/>
        </pc:sldMkLst>
      </pc:sldChg>
      <pc:sldChg chg="modSp mod modAnim">
        <pc:chgData name="Hasan Jamal" userId="6724a5da2ffd1b8f" providerId="LiveId" clId="{D3DEC24B-C86E-4F0B-9D46-220D3835FF64}" dt="2025-02-27T05:02:24.407" v="1149" actId="1076"/>
        <pc:sldMkLst>
          <pc:docMk/>
          <pc:sldMk cId="1605718459" sldId="771"/>
        </pc:sldMkLst>
      </pc:sldChg>
      <pc:sldChg chg="modSp mod">
        <pc:chgData name="Hasan Jamal" userId="6724a5da2ffd1b8f" providerId="LiveId" clId="{D3DEC24B-C86E-4F0B-9D46-220D3835FF64}" dt="2025-02-26T04:46:50.798" v="1047" actId="20577"/>
        <pc:sldMkLst>
          <pc:docMk/>
          <pc:sldMk cId="4026323840" sldId="779"/>
        </pc:sldMkLst>
        <pc:spChg chg="mod">
          <ac:chgData name="Hasan Jamal" userId="6724a5da2ffd1b8f" providerId="LiveId" clId="{D3DEC24B-C86E-4F0B-9D46-220D3835FF64}" dt="2025-02-26T04:46:50.798" v="1047" actId="20577"/>
          <ac:spMkLst>
            <pc:docMk/>
            <pc:sldMk cId="4026323840" sldId="779"/>
            <ac:spMk id="12" creationId="{E1C2CFD4-5DD1-ABAA-820D-2EF0179AE4DD}"/>
          </ac:spMkLst>
        </pc:spChg>
      </pc:sldChg>
      <pc:sldChg chg="modSp add mod">
        <pc:chgData name="Hasan Jamal" userId="6724a5da2ffd1b8f" providerId="LiveId" clId="{D3DEC24B-C86E-4F0B-9D46-220D3835FF64}" dt="2025-02-26T04:50:32.804" v="1117" actId="20577"/>
        <pc:sldMkLst>
          <pc:docMk/>
          <pc:sldMk cId="2860472920" sldId="781"/>
        </pc:sldMkLst>
      </pc:sldChg>
      <pc:sldChg chg="del">
        <pc:chgData name="Hasan Jamal" userId="6724a5da2ffd1b8f" providerId="LiveId" clId="{D3DEC24B-C86E-4F0B-9D46-220D3835FF64}" dt="2025-02-26T04:46:28.365" v="1045" actId="2696"/>
        <pc:sldMkLst>
          <pc:docMk/>
          <pc:sldMk cId="3598732388" sldId="781"/>
        </pc:sldMkLst>
      </pc:sldChg>
      <pc:sldChg chg="modSp add mod">
        <pc:chgData name="Hasan Jamal" userId="6724a5da2ffd1b8f" providerId="LiveId" clId="{D3DEC24B-C86E-4F0B-9D46-220D3835FF64}" dt="2025-02-26T04:50:44.799" v="1121" actId="20577"/>
        <pc:sldMkLst>
          <pc:docMk/>
          <pc:sldMk cId="1242508339" sldId="782"/>
        </pc:sldMkLst>
      </pc:sldChg>
      <pc:sldChg chg="del">
        <pc:chgData name="Hasan Jamal" userId="6724a5da2ffd1b8f" providerId="LiveId" clId="{D3DEC24B-C86E-4F0B-9D46-220D3835FF64}" dt="2025-02-26T04:46:28.365" v="1045" actId="2696"/>
        <pc:sldMkLst>
          <pc:docMk/>
          <pc:sldMk cId="3416147665" sldId="782"/>
        </pc:sldMkLst>
      </pc:sldChg>
      <pc:sldChg chg="addSp modSp add mod">
        <pc:chgData name="Hasan Jamal" userId="6724a5da2ffd1b8f" providerId="LiveId" clId="{D3DEC24B-C86E-4F0B-9D46-220D3835FF64}" dt="2025-02-26T04:29:21.946" v="739" actId="20577"/>
        <pc:sldMkLst>
          <pc:docMk/>
          <pc:sldMk cId="578995504" sldId="783"/>
        </pc:sldMkLst>
      </pc:sldChg>
      <pc:sldChg chg="addSp delSp modSp add mod modAnim">
        <pc:chgData name="Hasan Jamal" userId="6724a5da2ffd1b8f" providerId="LiveId" clId="{D3DEC24B-C86E-4F0B-9D46-220D3835FF64}" dt="2025-02-26T04:17:08.424" v="680"/>
        <pc:sldMkLst>
          <pc:docMk/>
          <pc:sldMk cId="2540986618" sldId="784"/>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A734546-FD7D-47BB-AA1E-00BBFD21EEC5}" type="datetimeFigureOut">
              <a:rPr lang="en-US" smtClean="0"/>
              <a:t>9/21/2025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52D3D20-B80A-47F2-90D8-E85AAC9E3F34}" type="slidenum">
              <a:rPr lang="en-US" smtClean="0"/>
              <a:t>‹#›</a:t>
            </a:fld>
            <a:endParaRPr lang="en-US"/>
          </a:p>
        </p:txBody>
      </p:sp>
    </p:spTree>
    <p:extLst>
      <p:ext uri="{BB962C8B-B14F-4D97-AF65-F5344CB8AC3E}">
        <p14:creationId xmlns:p14="http://schemas.microsoft.com/office/powerpoint/2010/main" val="24380351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2D3D20-B80A-47F2-90D8-E85AAC9E3F34}" type="slidenum">
              <a:rPr lang="en-US" smtClean="0"/>
              <a:t>1</a:t>
            </a:fld>
            <a:endParaRPr lang="en-US"/>
          </a:p>
        </p:txBody>
      </p:sp>
    </p:spTree>
    <p:extLst>
      <p:ext uri="{BB962C8B-B14F-4D97-AF65-F5344CB8AC3E}">
        <p14:creationId xmlns:p14="http://schemas.microsoft.com/office/powerpoint/2010/main" val="9293044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2D3D20-B80A-47F2-90D8-E85AAC9E3F34}" type="slidenum">
              <a:rPr lang="en-US" smtClean="0"/>
              <a:t>8</a:t>
            </a:fld>
            <a:endParaRPr lang="en-US"/>
          </a:p>
        </p:txBody>
      </p:sp>
    </p:spTree>
    <p:extLst>
      <p:ext uri="{BB962C8B-B14F-4D97-AF65-F5344CB8AC3E}">
        <p14:creationId xmlns:p14="http://schemas.microsoft.com/office/powerpoint/2010/main" val="40029905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A70CC6-EB59-4447-80BA-9D36C629BDE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E4DD14A-F511-49B0-A91B-978DAEFBBA5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9739A08-9A7A-49DA-A39B-B0EF1A4801F7}"/>
              </a:ext>
            </a:extLst>
          </p:cNvPr>
          <p:cNvSpPr>
            <a:spLocks noGrp="1"/>
          </p:cNvSpPr>
          <p:nvPr>
            <p:ph type="dt" sz="half" idx="10"/>
          </p:nvPr>
        </p:nvSpPr>
        <p:spPr/>
        <p:txBody>
          <a:bodyPr/>
          <a:lstStyle/>
          <a:p>
            <a:fld id="{D2DF8B72-9C19-4DBD-8F3B-D049130D4969}" type="datetimeFigureOut">
              <a:rPr lang="en-US" smtClean="0"/>
              <a:t>9/21/2025</a:t>
            </a:fld>
            <a:endParaRPr lang="en-US"/>
          </a:p>
        </p:txBody>
      </p:sp>
      <p:sp>
        <p:nvSpPr>
          <p:cNvPr id="5" name="Footer Placeholder 4">
            <a:extLst>
              <a:ext uri="{FF2B5EF4-FFF2-40B4-BE49-F238E27FC236}">
                <a16:creationId xmlns:a16="http://schemas.microsoft.com/office/drawing/2014/main" id="{4BAD8D3A-B881-4BC9-A537-ECB468F7F07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7F4CF0-1776-4F65-BCA7-0F303DF3D429}"/>
              </a:ext>
            </a:extLst>
          </p:cNvPr>
          <p:cNvSpPr>
            <a:spLocks noGrp="1"/>
          </p:cNvSpPr>
          <p:nvPr>
            <p:ph type="sldNum" sz="quarter" idx="12"/>
          </p:nvPr>
        </p:nvSpPr>
        <p:spPr/>
        <p:txBody>
          <a:bodyPr/>
          <a:lstStyle/>
          <a:p>
            <a:fld id="{1B9366AE-5A89-45B7-9EA8-7C0EFF44206E}" type="slidenum">
              <a:rPr lang="en-US" smtClean="0"/>
              <a:t>‹#›</a:t>
            </a:fld>
            <a:endParaRPr lang="en-US"/>
          </a:p>
        </p:txBody>
      </p:sp>
    </p:spTree>
    <p:extLst>
      <p:ext uri="{BB962C8B-B14F-4D97-AF65-F5344CB8AC3E}">
        <p14:creationId xmlns:p14="http://schemas.microsoft.com/office/powerpoint/2010/main" val="30715701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4B02DE-303C-4D87-8E77-879FBE1195E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CB6C54D-48BB-467E-8103-DFE5F6DCEDB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19DAA13-6920-4BB8-A1F1-3A13242790AB}"/>
              </a:ext>
            </a:extLst>
          </p:cNvPr>
          <p:cNvSpPr>
            <a:spLocks noGrp="1"/>
          </p:cNvSpPr>
          <p:nvPr>
            <p:ph type="dt" sz="half" idx="10"/>
          </p:nvPr>
        </p:nvSpPr>
        <p:spPr/>
        <p:txBody>
          <a:bodyPr/>
          <a:lstStyle/>
          <a:p>
            <a:fld id="{D2DF8B72-9C19-4DBD-8F3B-D049130D4969}" type="datetimeFigureOut">
              <a:rPr lang="en-US" smtClean="0"/>
              <a:t>9/21/2025</a:t>
            </a:fld>
            <a:endParaRPr lang="en-US"/>
          </a:p>
        </p:txBody>
      </p:sp>
      <p:sp>
        <p:nvSpPr>
          <p:cNvPr id="5" name="Footer Placeholder 4">
            <a:extLst>
              <a:ext uri="{FF2B5EF4-FFF2-40B4-BE49-F238E27FC236}">
                <a16:creationId xmlns:a16="http://schemas.microsoft.com/office/drawing/2014/main" id="{2663360B-5BAB-41D8-A02D-7C1BAB8C684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92317C-2498-4AED-8B51-357F03DCA24C}"/>
              </a:ext>
            </a:extLst>
          </p:cNvPr>
          <p:cNvSpPr>
            <a:spLocks noGrp="1"/>
          </p:cNvSpPr>
          <p:nvPr>
            <p:ph type="sldNum" sz="quarter" idx="12"/>
          </p:nvPr>
        </p:nvSpPr>
        <p:spPr/>
        <p:txBody>
          <a:bodyPr/>
          <a:lstStyle/>
          <a:p>
            <a:fld id="{1B9366AE-5A89-45B7-9EA8-7C0EFF44206E}" type="slidenum">
              <a:rPr lang="en-US" smtClean="0"/>
              <a:t>‹#›</a:t>
            </a:fld>
            <a:endParaRPr lang="en-US"/>
          </a:p>
        </p:txBody>
      </p:sp>
    </p:spTree>
    <p:extLst>
      <p:ext uri="{BB962C8B-B14F-4D97-AF65-F5344CB8AC3E}">
        <p14:creationId xmlns:p14="http://schemas.microsoft.com/office/powerpoint/2010/main" val="40731349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E33ADF-891D-4A12-83B5-454FF556A8F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D492D1F-5588-4349-97C5-EB30CD88E56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2C24B3D-6B89-4416-A6EB-152D8D49D5E5}"/>
              </a:ext>
            </a:extLst>
          </p:cNvPr>
          <p:cNvSpPr>
            <a:spLocks noGrp="1"/>
          </p:cNvSpPr>
          <p:nvPr>
            <p:ph type="dt" sz="half" idx="10"/>
          </p:nvPr>
        </p:nvSpPr>
        <p:spPr/>
        <p:txBody>
          <a:bodyPr/>
          <a:lstStyle/>
          <a:p>
            <a:fld id="{D2DF8B72-9C19-4DBD-8F3B-D049130D4969}" type="datetimeFigureOut">
              <a:rPr lang="en-US" smtClean="0"/>
              <a:t>9/21/2025</a:t>
            </a:fld>
            <a:endParaRPr lang="en-US"/>
          </a:p>
        </p:txBody>
      </p:sp>
      <p:sp>
        <p:nvSpPr>
          <p:cNvPr id="5" name="Footer Placeholder 4">
            <a:extLst>
              <a:ext uri="{FF2B5EF4-FFF2-40B4-BE49-F238E27FC236}">
                <a16:creationId xmlns:a16="http://schemas.microsoft.com/office/drawing/2014/main" id="{C11B9C78-BA9A-479E-A3FF-69528729585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948EE37-7497-4B13-94F5-9E33310DD2CF}"/>
              </a:ext>
            </a:extLst>
          </p:cNvPr>
          <p:cNvSpPr>
            <a:spLocks noGrp="1"/>
          </p:cNvSpPr>
          <p:nvPr>
            <p:ph type="sldNum" sz="quarter" idx="12"/>
          </p:nvPr>
        </p:nvSpPr>
        <p:spPr/>
        <p:txBody>
          <a:bodyPr/>
          <a:lstStyle/>
          <a:p>
            <a:fld id="{1B9366AE-5A89-45B7-9EA8-7C0EFF44206E}" type="slidenum">
              <a:rPr lang="en-US" smtClean="0"/>
              <a:t>‹#›</a:t>
            </a:fld>
            <a:endParaRPr lang="en-US"/>
          </a:p>
        </p:txBody>
      </p:sp>
    </p:spTree>
    <p:extLst>
      <p:ext uri="{BB962C8B-B14F-4D97-AF65-F5344CB8AC3E}">
        <p14:creationId xmlns:p14="http://schemas.microsoft.com/office/powerpoint/2010/main" val="11110596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9D8959-A7A6-4D39-AA8B-57C72F6B127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70E0084-43D6-45E5-B2FB-83FB50E5040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81317EC-AA9D-4624-8395-48D0AE97EDD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528D681-CD5B-4D0F-A2B0-BF8B8AD77FA8}"/>
              </a:ext>
            </a:extLst>
          </p:cNvPr>
          <p:cNvSpPr>
            <a:spLocks noGrp="1"/>
          </p:cNvSpPr>
          <p:nvPr>
            <p:ph type="dt" sz="half" idx="10"/>
          </p:nvPr>
        </p:nvSpPr>
        <p:spPr/>
        <p:txBody>
          <a:bodyPr/>
          <a:lstStyle/>
          <a:p>
            <a:fld id="{D2DF8B72-9C19-4DBD-8F3B-D049130D4969}" type="datetimeFigureOut">
              <a:rPr lang="en-US" smtClean="0"/>
              <a:t>9/21/2025</a:t>
            </a:fld>
            <a:endParaRPr lang="en-US"/>
          </a:p>
        </p:txBody>
      </p:sp>
      <p:sp>
        <p:nvSpPr>
          <p:cNvPr id="6" name="Footer Placeholder 5">
            <a:extLst>
              <a:ext uri="{FF2B5EF4-FFF2-40B4-BE49-F238E27FC236}">
                <a16:creationId xmlns:a16="http://schemas.microsoft.com/office/drawing/2014/main" id="{A8C1E102-0CFC-4C99-8794-DDB15502C42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9D0784B-2F5A-4BD4-9EBE-85512D8646BE}"/>
              </a:ext>
            </a:extLst>
          </p:cNvPr>
          <p:cNvSpPr>
            <a:spLocks noGrp="1"/>
          </p:cNvSpPr>
          <p:nvPr>
            <p:ph type="sldNum" sz="quarter" idx="12"/>
          </p:nvPr>
        </p:nvSpPr>
        <p:spPr/>
        <p:txBody>
          <a:bodyPr/>
          <a:lstStyle/>
          <a:p>
            <a:fld id="{1B9366AE-5A89-45B7-9EA8-7C0EFF44206E}" type="slidenum">
              <a:rPr lang="en-US" smtClean="0"/>
              <a:t>‹#›</a:t>
            </a:fld>
            <a:endParaRPr lang="en-US"/>
          </a:p>
        </p:txBody>
      </p:sp>
    </p:spTree>
    <p:extLst>
      <p:ext uri="{BB962C8B-B14F-4D97-AF65-F5344CB8AC3E}">
        <p14:creationId xmlns:p14="http://schemas.microsoft.com/office/powerpoint/2010/main" val="32050319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1A3181-2412-4949-91A3-23CBDDDBC94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87C8FC4-D6CA-4D00-B86A-7336B6E1CA1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5AD6D8B-7024-4E37-B53E-016331394CE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8A1DB30-80A3-4DC3-9806-9202A76140C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6997761-D7C3-42D3-803A-AAC22024F8E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1D11AC6-D32A-4EAD-B726-5AE67DFFC05A}"/>
              </a:ext>
            </a:extLst>
          </p:cNvPr>
          <p:cNvSpPr>
            <a:spLocks noGrp="1"/>
          </p:cNvSpPr>
          <p:nvPr>
            <p:ph type="dt" sz="half" idx="10"/>
          </p:nvPr>
        </p:nvSpPr>
        <p:spPr/>
        <p:txBody>
          <a:bodyPr/>
          <a:lstStyle/>
          <a:p>
            <a:fld id="{D2DF8B72-9C19-4DBD-8F3B-D049130D4969}" type="datetimeFigureOut">
              <a:rPr lang="en-US" smtClean="0"/>
              <a:t>9/21/2025</a:t>
            </a:fld>
            <a:endParaRPr lang="en-US"/>
          </a:p>
        </p:txBody>
      </p:sp>
      <p:sp>
        <p:nvSpPr>
          <p:cNvPr id="8" name="Footer Placeholder 7">
            <a:extLst>
              <a:ext uri="{FF2B5EF4-FFF2-40B4-BE49-F238E27FC236}">
                <a16:creationId xmlns:a16="http://schemas.microsoft.com/office/drawing/2014/main" id="{3E8607F5-A7FB-40DA-A637-507CECE2AC9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428571F-5213-44AD-9B39-829F876219D9}"/>
              </a:ext>
            </a:extLst>
          </p:cNvPr>
          <p:cNvSpPr>
            <a:spLocks noGrp="1"/>
          </p:cNvSpPr>
          <p:nvPr>
            <p:ph type="sldNum" sz="quarter" idx="12"/>
          </p:nvPr>
        </p:nvSpPr>
        <p:spPr/>
        <p:txBody>
          <a:bodyPr/>
          <a:lstStyle/>
          <a:p>
            <a:fld id="{1B9366AE-5A89-45B7-9EA8-7C0EFF44206E}" type="slidenum">
              <a:rPr lang="en-US" smtClean="0"/>
              <a:t>‹#›</a:t>
            </a:fld>
            <a:endParaRPr lang="en-US"/>
          </a:p>
        </p:txBody>
      </p:sp>
    </p:spTree>
    <p:extLst>
      <p:ext uri="{BB962C8B-B14F-4D97-AF65-F5344CB8AC3E}">
        <p14:creationId xmlns:p14="http://schemas.microsoft.com/office/powerpoint/2010/main" val="1584112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C16889-5B79-497C-9736-E9B7A36D06C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835B599-D225-4693-9E55-C140F796D09F}"/>
              </a:ext>
            </a:extLst>
          </p:cNvPr>
          <p:cNvSpPr>
            <a:spLocks noGrp="1"/>
          </p:cNvSpPr>
          <p:nvPr>
            <p:ph type="dt" sz="half" idx="10"/>
          </p:nvPr>
        </p:nvSpPr>
        <p:spPr/>
        <p:txBody>
          <a:bodyPr/>
          <a:lstStyle/>
          <a:p>
            <a:fld id="{D2DF8B72-9C19-4DBD-8F3B-D049130D4969}" type="datetimeFigureOut">
              <a:rPr lang="en-US" smtClean="0"/>
              <a:t>9/21/2025</a:t>
            </a:fld>
            <a:endParaRPr lang="en-US"/>
          </a:p>
        </p:txBody>
      </p:sp>
      <p:sp>
        <p:nvSpPr>
          <p:cNvPr id="4" name="Footer Placeholder 3">
            <a:extLst>
              <a:ext uri="{FF2B5EF4-FFF2-40B4-BE49-F238E27FC236}">
                <a16:creationId xmlns:a16="http://schemas.microsoft.com/office/drawing/2014/main" id="{055B06CB-70EA-4710-B4B5-59BF2C6247A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2B1CA16-87D7-4A9A-93EE-A252B69E1A12}"/>
              </a:ext>
            </a:extLst>
          </p:cNvPr>
          <p:cNvSpPr>
            <a:spLocks noGrp="1"/>
          </p:cNvSpPr>
          <p:nvPr>
            <p:ph type="sldNum" sz="quarter" idx="12"/>
          </p:nvPr>
        </p:nvSpPr>
        <p:spPr/>
        <p:txBody>
          <a:bodyPr/>
          <a:lstStyle/>
          <a:p>
            <a:fld id="{1B9366AE-5A89-45B7-9EA8-7C0EFF44206E}" type="slidenum">
              <a:rPr lang="en-US" smtClean="0"/>
              <a:t>‹#›</a:t>
            </a:fld>
            <a:endParaRPr lang="en-US"/>
          </a:p>
        </p:txBody>
      </p:sp>
    </p:spTree>
    <p:extLst>
      <p:ext uri="{BB962C8B-B14F-4D97-AF65-F5344CB8AC3E}">
        <p14:creationId xmlns:p14="http://schemas.microsoft.com/office/powerpoint/2010/main" val="29488114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29141D3-43C6-40C7-A4DB-9BFB3972D39D}"/>
              </a:ext>
            </a:extLst>
          </p:cNvPr>
          <p:cNvSpPr>
            <a:spLocks noGrp="1"/>
          </p:cNvSpPr>
          <p:nvPr>
            <p:ph type="dt" sz="half" idx="10"/>
          </p:nvPr>
        </p:nvSpPr>
        <p:spPr/>
        <p:txBody>
          <a:bodyPr/>
          <a:lstStyle/>
          <a:p>
            <a:fld id="{D2DF8B72-9C19-4DBD-8F3B-D049130D4969}" type="datetimeFigureOut">
              <a:rPr lang="en-US" smtClean="0"/>
              <a:t>9/21/2025</a:t>
            </a:fld>
            <a:endParaRPr lang="en-US"/>
          </a:p>
        </p:txBody>
      </p:sp>
      <p:sp>
        <p:nvSpPr>
          <p:cNvPr id="3" name="Footer Placeholder 2">
            <a:extLst>
              <a:ext uri="{FF2B5EF4-FFF2-40B4-BE49-F238E27FC236}">
                <a16:creationId xmlns:a16="http://schemas.microsoft.com/office/drawing/2014/main" id="{20B73F51-C531-4416-9A10-50D5280BF54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B6032B0-273E-4169-9640-156E7D4EA445}"/>
              </a:ext>
            </a:extLst>
          </p:cNvPr>
          <p:cNvSpPr>
            <a:spLocks noGrp="1"/>
          </p:cNvSpPr>
          <p:nvPr>
            <p:ph type="sldNum" sz="quarter" idx="12"/>
          </p:nvPr>
        </p:nvSpPr>
        <p:spPr/>
        <p:txBody>
          <a:bodyPr/>
          <a:lstStyle/>
          <a:p>
            <a:fld id="{1B9366AE-5A89-45B7-9EA8-7C0EFF44206E}" type="slidenum">
              <a:rPr lang="en-US" smtClean="0"/>
              <a:t>‹#›</a:t>
            </a:fld>
            <a:endParaRPr lang="en-US"/>
          </a:p>
        </p:txBody>
      </p:sp>
    </p:spTree>
    <p:extLst>
      <p:ext uri="{BB962C8B-B14F-4D97-AF65-F5344CB8AC3E}">
        <p14:creationId xmlns:p14="http://schemas.microsoft.com/office/powerpoint/2010/main" val="36692671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EA39EF-1141-43EF-9A25-60CEC3698DB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3BA0430-0CCC-4FD2-905C-27F04B934A8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DF68AE7-6F69-4589-A8AF-F2B8927E89F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E31577C-944C-412C-8F52-FFFC45A36846}"/>
              </a:ext>
            </a:extLst>
          </p:cNvPr>
          <p:cNvSpPr>
            <a:spLocks noGrp="1"/>
          </p:cNvSpPr>
          <p:nvPr>
            <p:ph type="dt" sz="half" idx="10"/>
          </p:nvPr>
        </p:nvSpPr>
        <p:spPr/>
        <p:txBody>
          <a:bodyPr/>
          <a:lstStyle/>
          <a:p>
            <a:fld id="{D2DF8B72-9C19-4DBD-8F3B-D049130D4969}" type="datetimeFigureOut">
              <a:rPr lang="en-US" smtClean="0"/>
              <a:t>9/21/2025</a:t>
            </a:fld>
            <a:endParaRPr lang="en-US"/>
          </a:p>
        </p:txBody>
      </p:sp>
      <p:sp>
        <p:nvSpPr>
          <p:cNvPr id="6" name="Footer Placeholder 5">
            <a:extLst>
              <a:ext uri="{FF2B5EF4-FFF2-40B4-BE49-F238E27FC236}">
                <a16:creationId xmlns:a16="http://schemas.microsoft.com/office/drawing/2014/main" id="{B4F4FD3B-027E-4C74-964C-C3F64FBB466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8DFEB46-4620-4847-8F68-DB3BB84CBCCA}"/>
              </a:ext>
            </a:extLst>
          </p:cNvPr>
          <p:cNvSpPr>
            <a:spLocks noGrp="1"/>
          </p:cNvSpPr>
          <p:nvPr>
            <p:ph type="sldNum" sz="quarter" idx="12"/>
          </p:nvPr>
        </p:nvSpPr>
        <p:spPr/>
        <p:txBody>
          <a:bodyPr/>
          <a:lstStyle/>
          <a:p>
            <a:fld id="{1B9366AE-5A89-45B7-9EA8-7C0EFF44206E}" type="slidenum">
              <a:rPr lang="en-US" smtClean="0"/>
              <a:t>‹#›</a:t>
            </a:fld>
            <a:endParaRPr lang="en-US"/>
          </a:p>
        </p:txBody>
      </p:sp>
    </p:spTree>
    <p:extLst>
      <p:ext uri="{BB962C8B-B14F-4D97-AF65-F5344CB8AC3E}">
        <p14:creationId xmlns:p14="http://schemas.microsoft.com/office/powerpoint/2010/main" val="34612752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89019B-EBB5-4FBC-99F6-CD60929B574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96A3050-1640-44D7-B8B2-7F5BC0F2C41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B7D1C82-DEC0-4624-8D52-79B7F25CF72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0CA048C-F343-4D60-96F0-B2859B510C95}"/>
              </a:ext>
            </a:extLst>
          </p:cNvPr>
          <p:cNvSpPr>
            <a:spLocks noGrp="1"/>
          </p:cNvSpPr>
          <p:nvPr>
            <p:ph type="dt" sz="half" idx="10"/>
          </p:nvPr>
        </p:nvSpPr>
        <p:spPr/>
        <p:txBody>
          <a:bodyPr/>
          <a:lstStyle/>
          <a:p>
            <a:fld id="{D2DF8B72-9C19-4DBD-8F3B-D049130D4969}" type="datetimeFigureOut">
              <a:rPr lang="en-US" smtClean="0"/>
              <a:t>9/21/2025</a:t>
            </a:fld>
            <a:endParaRPr lang="en-US"/>
          </a:p>
        </p:txBody>
      </p:sp>
      <p:sp>
        <p:nvSpPr>
          <p:cNvPr id="6" name="Footer Placeholder 5">
            <a:extLst>
              <a:ext uri="{FF2B5EF4-FFF2-40B4-BE49-F238E27FC236}">
                <a16:creationId xmlns:a16="http://schemas.microsoft.com/office/drawing/2014/main" id="{22788895-9B51-4541-AAB2-BF16ED7D0AE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0753C80-6CDB-486A-B8CF-AAD127321023}"/>
              </a:ext>
            </a:extLst>
          </p:cNvPr>
          <p:cNvSpPr>
            <a:spLocks noGrp="1"/>
          </p:cNvSpPr>
          <p:nvPr>
            <p:ph type="sldNum" sz="quarter" idx="12"/>
          </p:nvPr>
        </p:nvSpPr>
        <p:spPr/>
        <p:txBody>
          <a:bodyPr/>
          <a:lstStyle/>
          <a:p>
            <a:fld id="{1B9366AE-5A89-45B7-9EA8-7C0EFF44206E}" type="slidenum">
              <a:rPr lang="en-US" smtClean="0"/>
              <a:t>‹#›</a:t>
            </a:fld>
            <a:endParaRPr lang="en-US"/>
          </a:p>
        </p:txBody>
      </p:sp>
    </p:spTree>
    <p:extLst>
      <p:ext uri="{BB962C8B-B14F-4D97-AF65-F5344CB8AC3E}">
        <p14:creationId xmlns:p14="http://schemas.microsoft.com/office/powerpoint/2010/main" val="16327524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A7D555-ABD7-4161-B06F-FCD3143D9C6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B095C10-FF95-4025-B207-9881A16465E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18C42DD-D420-4BAE-A427-F815A4F37271}"/>
              </a:ext>
            </a:extLst>
          </p:cNvPr>
          <p:cNvSpPr>
            <a:spLocks noGrp="1"/>
          </p:cNvSpPr>
          <p:nvPr>
            <p:ph type="dt" sz="half" idx="10"/>
          </p:nvPr>
        </p:nvSpPr>
        <p:spPr/>
        <p:txBody>
          <a:bodyPr/>
          <a:lstStyle/>
          <a:p>
            <a:fld id="{D2DF8B72-9C19-4DBD-8F3B-D049130D4969}" type="datetimeFigureOut">
              <a:rPr lang="en-US" smtClean="0"/>
              <a:t>9/21/2025</a:t>
            </a:fld>
            <a:endParaRPr lang="en-US"/>
          </a:p>
        </p:txBody>
      </p:sp>
      <p:sp>
        <p:nvSpPr>
          <p:cNvPr id="5" name="Footer Placeholder 4">
            <a:extLst>
              <a:ext uri="{FF2B5EF4-FFF2-40B4-BE49-F238E27FC236}">
                <a16:creationId xmlns:a16="http://schemas.microsoft.com/office/drawing/2014/main" id="{F551F7B7-D2EB-4517-9D60-26A66FF0E91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3D20148-FE35-475E-9068-7641710E2E47}"/>
              </a:ext>
            </a:extLst>
          </p:cNvPr>
          <p:cNvSpPr>
            <a:spLocks noGrp="1"/>
          </p:cNvSpPr>
          <p:nvPr>
            <p:ph type="sldNum" sz="quarter" idx="12"/>
          </p:nvPr>
        </p:nvSpPr>
        <p:spPr/>
        <p:txBody>
          <a:bodyPr/>
          <a:lstStyle/>
          <a:p>
            <a:fld id="{1B9366AE-5A89-45B7-9EA8-7C0EFF44206E}" type="slidenum">
              <a:rPr lang="en-US" smtClean="0"/>
              <a:t>‹#›</a:t>
            </a:fld>
            <a:endParaRPr lang="en-US"/>
          </a:p>
        </p:txBody>
      </p:sp>
    </p:spTree>
    <p:extLst>
      <p:ext uri="{BB962C8B-B14F-4D97-AF65-F5344CB8AC3E}">
        <p14:creationId xmlns:p14="http://schemas.microsoft.com/office/powerpoint/2010/main" val="8088335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1554761-8A33-482D-B4B2-18B2A8F89E6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2B816EB-AB8E-47C2-9A3E-33DE4D4F8D8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740179-C5D2-4148-BAA2-30F72348BCE2}"/>
              </a:ext>
            </a:extLst>
          </p:cNvPr>
          <p:cNvSpPr>
            <a:spLocks noGrp="1"/>
          </p:cNvSpPr>
          <p:nvPr>
            <p:ph type="dt" sz="half" idx="10"/>
          </p:nvPr>
        </p:nvSpPr>
        <p:spPr/>
        <p:txBody>
          <a:bodyPr/>
          <a:lstStyle/>
          <a:p>
            <a:fld id="{D2DF8B72-9C19-4DBD-8F3B-D049130D4969}" type="datetimeFigureOut">
              <a:rPr lang="en-US" smtClean="0"/>
              <a:t>9/21/2025</a:t>
            </a:fld>
            <a:endParaRPr lang="en-US"/>
          </a:p>
        </p:txBody>
      </p:sp>
      <p:sp>
        <p:nvSpPr>
          <p:cNvPr id="5" name="Footer Placeholder 4">
            <a:extLst>
              <a:ext uri="{FF2B5EF4-FFF2-40B4-BE49-F238E27FC236}">
                <a16:creationId xmlns:a16="http://schemas.microsoft.com/office/drawing/2014/main" id="{31A0BD9F-3BB0-4D0E-9EBA-8CC5FDF828E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4969872-32D9-46E9-AB85-0ABCDEE88AE5}"/>
              </a:ext>
            </a:extLst>
          </p:cNvPr>
          <p:cNvSpPr>
            <a:spLocks noGrp="1"/>
          </p:cNvSpPr>
          <p:nvPr>
            <p:ph type="sldNum" sz="quarter" idx="12"/>
          </p:nvPr>
        </p:nvSpPr>
        <p:spPr/>
        <p:txBody>
          <a:bodyPr/>
          <a:lstStyle/>
          <a:p>
            <a:fld id="{1B9366AE-5A89-45B7-9EA8-7C0EFF44206E}" type="slidenum">
              <a:rPr lang="en-US" smtClean="0"/>
              <a:t>‹#›</a:t>
            </a:fld>
            <a:endParaRPr lang="en-US"/>
          </a:p>
        </p:txBody>
      </p:sp>
    </p:spTree>
    <p:extLst>
      <p:ext uri="{BB962C8B-B14F-4D97-AF65-F5344CB8AC3E}">
        <p14:creationId xmlns:p14="http://schemas.microsoft.com/office/powerpoint/2010/main" val="38368650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1905001"/>
            <a:ext cx="10058400" cy="2593975"/>
          </a:xfrm>
        </p:spPr>
        <p:txBody>
          <a:bodyPr anchor="b"/>
          <a:lstStyle>
            <a:lvl1pPr>
              <a:defRPr sz="6600">
                <a:ln>
                  <a:noFill/>
                </a:ln>
                <a:solidFill>
                  <a:schemeClr val="tx2"/>
                </a:solidFill>
              </a:defRPr>
            </a:lvl1pPr>
          </a:lstStyle>
          <a:p>
            <a:r>
              <a:rPr lang="en-US"/>
              <a:t>Click to edit Master title style</a:t>
            </a:r>
            <a:endParaRPr lang="en-US" dirty="0"/>
          </a:p>
        </p:txBody>
      </p:sp>
      <p:sp>
        <p:nvSpPr>
          <p:cNvPr id="3" name="Subtitle 2"/>
          <p:cNvSpPr>
            <a:spLocks noGrp="1"/>
          </p:cNvSpPr>
          <p:nvPr>
            <p:ph type="subTitle" idx="1"/>
          </p:nvPr>
        </p:nvSpPr>
        <p:spPr>
          <a:xfrm>
            <a:off x="914400" y="4572000"/>
            <a:ext cx="8615680" cy="1066800"/>
          </a:xfrm>
        </p:spPr>
        <p:txBody>
          <a:bodyPr anchor="t">
            <a:normAutofit/>
          </a:bodyPr>
          <a:lstStyle>
            <a:lvl1pPr marL="0" indent="0" algn="l">
              <a:buNone/>
              <a:defRPr sz="20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r>
              <a:rPr lang="en-US"/>
              <a:t>Design and Anaysis of Algorihms, Spring 2008 </a:t>
            </a:r>
          </a:p>
        </p:txBody>
      </p:sp>
      <p:sp>
        <p:nvSpPr>
          <p:cNvPr id="5" name="Footer Placeholder 4"/>
          <p:cNvSpPr>
            <a:spLocks noGrp="1"/>
          </p:cNvSpPr>
          <p:nvPr>
            <p:ph type="ftr" sz="quarter" idx="11"/>
          </p:nvPr>
        </p:nvSpPr>
        <p:spPr/>
        <p:txBody>
          <a:bodyPr/>
          <a:lstStyle/>
          <a:p>
            <a:r>
              <a:rPr lang="en-US"/>
              <a:t>Design &amp; Analysis of Algorithms</a:t>
            </a:r>
          </a:p>
        </p:txBody>
      </p:sp>
      <p:sp>
        <p:nvSpPr>
          <p:cNvPr id="6" name="Slide Number Placeholder 5"/>
          <p:cNvSpPr>
            <a:spLocks noGrp="1"/>
          </p:cNvSpPr>
          <p:nvPr>
            <p:ph type="sldNum" sz="quarter" idx="12"/>
          </p:nvPr>
        </p:nvSpPr>
        <p:spPr/>
        <p:txBody>
          <a:bodyPr/>
          <a:lstStyle/>
          <a:p>
            <a:fld id="{3485D9CA-6DAA-4C3C-A3E2-EDEA918D5F89}" type="slidenum">
              <a:rPr lang="en-US" smtClean="0"/>
              <a:pPr/>
              <a:t>‹#›</a:t>
            </a:fld>
            <a:endParaRPr lang="en-US"/>
          </a:p>
        </p:txBody>
      </p:sp>
    </p:spTree>
    <p:extLst>
      <p:ext uri="{BB962C8B-B14F-4D97-AF65-F5344CB8AC3E}">
        <p14:creationId xmlns:p14="http://schemas.microsoft.com/office/powerpoint/2010/main" val="5978831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Design and Anaysis of Algorihms, Spring 2008 </a:t>
            </a:r>
          </a:p>
        </p:txBody>
      </p:sp>
      <p:sp>
        <p:nvSpPr>
          <p:cNvPr id="5" name="Footer Placeholder 4"/>
          <p:cNvSpPr>
            <a:spLocks noGrp="1"/>
          </p:cNvSpPr>
          <p:nvPr>
            <p:ph type="ftr" sz="quarter" idx="11"/>
          </p:nvPr>
        </p:nvSpPr>
        <p:spPr/>
        <p:txBody>
          <a:bodyPr/>
          <a:lstStyle/>
          <a:p>
            <a:r>
              <a:rPr lang="en-US"/>
              <a:t>Design &amp; Analysis of Algorithms</a:t>
            </a:r>
          </a:p>
        </p:txBody>
      </p:sp>
      <p:sp>
        <p:nvSpPr>
          <p:cNvPr id="6" name="Slide Number Placeholder 5"/>
          <p:cNvSpPr>
            <a:spLocks noGrp="1"/>
          </p:cNvSpPr>
          <p:nvPr>
            <p:ph type="sldNum" sz="quarter" idx="12"/>
          </p:nvPr>
        </p:nvSpPr>
        <p:spPr/>
        <p:txBody>
          <a:bodyPr/>
          <a:lstStyle/>
          <a:p>
            <a:fld id="{3485D9CA-6DAA-4C3C-A3E2-EDEA918D5F89}" type="slidenum">
              <a:rPr lang="en-US" smtClean="0"/>
              <a:pPr/>
              <a:t>‹#›</a:t>
            </a:fld>
            <a:endParaRPr lang="en-US"/>
          </a:p>
        </p:txBody>
      </p:sp>
    </p:spTree>
    <p:extLst>
      <p:ext uri="{BB962C8B-B14F-4D97-AF65-F5344CB8AC3E}">
        <p14:creationId xmlns:p14="http://schemas.microsoft.com/office/powerpoint/2010/main" val="255182258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5" y="5486400"/>
            <a:ext cx="10212916" cy="1168400"/>
          </a:xfrm>
        </p:spPr>
        <p:txBody>
          <a:bodyPr anchor="t"/>
          <a:lstStyle>
            <a:lvl1pPr algn="l">
              <a:defRPr sz="3600" b="0" cap="all"/>
            </a:lvl1pPr>
          </a:lstStyle>
          <a:p>
            <a:r>
              <a:rPr lang="en-US"/>
              <a:t>Click to edit Master title style</a:t>
            </a:r>
            <a:endParaRPr lang="en-US" dirty="0"/>
          </a:p>
        </p:txBody>
      </p:sp>
      <p:sp>
        <p:nvSpPr>
          <p:cNvPr id="3" name="Text Placeholder 2"/>
          <p:cNvSpPr>
            <a:spLocks noGrp="1"/>
          </p:cNvSpPr>
          <p:nvPr>
            <p:ph type="body" idx="1"/>
          </p:nvPr>
        </p:nvSpPr>
        <p:spPr>
          <a:xfrm>
            <a:off x="963085" y="3852863"/>
            <a:ext cx="8180916" cy="1633538"/>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Design and Anaysis of Algorihms, Spring 2008 </a:t>
            </a:r>
          </a:p>
        </p:txBody>
      </p:sp>
      <p:sp>
        <p:nvSpPr>
          <p:cNvPr id="5" name="Footer Placeholder 4"/>
          <p:cNvSpPr>
            <a:spLocks noGrp="1"/>
          </p:cNvSpPr>
          <p:nvPr>
            <p:ph type="ftr" sz="quarter" idx="11"/>
          </p:nvPr>
        </p:nvSpPr>
        <p:spPr/>
        <p:txBody>
          <a:bodyPr/>
          <a:lstStyle/>
          <a:p>
            <a:r>
              <a:rPr lang="en-US"/>
              <a:t>Design &amp; Analysis of Algorithms</a:t>
            </a:r>
          </a:p>
        </p:txBody>
      </p:sp>
      <p:sp>
        <p:nvSpPr>
          <p:cNvPr id="6" name="Slide Number Placeholder 5"/>
          <p:cNvSpPr>
            <a:spLocks noGrp="1"/>
          </p:cNvSpPr>
          <p:nvPr>
            <p:ph type="sldNum" sz="quarter" idx="12"/>
          </p:nvPr>
        </p:nvSpPr>
        <p:spPr/>
        <p:txBody>
          <a:bodyPr/>
          <a:lstStyle/>
          <a:p>
            <a:fld id="{3485D9CA-6DAA-4C3C-A3E2-EDEA918D5F89}" type="slidenum">
              <a:rPr lang="en-US" smtClean="0"/>
              <a:pPr/>
              <a:t>‹#›</a:t>
            </a:fld>
            <a:endParaRPr lang="en-US"/>
          </a:p>
        </p:txBody>
      </p:sp>
    </p:spTree>
    <p:extLst>
      <p:ext uri="{BB962C8B-B14F-4D97-AF65-F5344CB8AC3E}">
        <p14:creationId xmlns:p14="http://schemas.microsoft.com/office/powerpoint/2010/main" val="394886035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536192"/>
            <a:ext cx="48768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92800" y="1536192"/>
            <a:ext cx="48768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r>
              <a:rPr lang="en-US"/>
              <a:t>Design and Anaysis of Algorihms, Spring 2008 </a:t>
            </a:r>
          </a:p>
        </p:txBody>
      </p:sp>
      <p:sp>
        <p:nvSpPr>
          <p:cNvPr id="6" name="Footer Placeholder 5"/>
          <p:cNvSpPr>
            <a:spLocks noGrp="1"/>
          </p:cNvSpPr>
          <p:nvPr>
            <p:ph type="ftr" sz="quarter" idx="11"/>
          </p:nvPr>
        </p:nvSpPr>
        <p:spPr/>
        <p:txBody>
          <a:bodyPr/>
          <a:lstStyle/>
          <a:p>
            <a:r>
              <a:rPr lang="en-US"/>
              <a:t>Design &amp; Analysis of Algorithms</a:t>
            </a:r>
          </a:p>
        </p:txBody>
      </p:sp>
      <p:sp>
        <p:nvSpPr>
          <p:cNvPr id="7" name="Slide Number Placeholder 6"/>
          <p:cNvSpPr>
            <a:spLocks noGrp="1"/>
          </p:cNvSpPr>
          <p:nvPr>
            <p:ph type="sldNum" sz="quarter" idx="12"/>
          </p:nvPr>
        </p:nvSpPr>
        <p:spPr/>
        <p:txBody>
          <a:bodyPr/>
          <a:lstStyle/>
          <a:p>
            <a:fld id="{3485D9CA-6DAA-4C3C-A3E2-EDEA918D5F89}" type="slidenum">
              <a:rPr lang="en-US" smtClean="0"/>
              <a:pPr/>
              <a:t>‹#›</a:t>
            </a:fld>
            <a:endParaRPr lang="en-US"/>
          </a:p>
        </p:txBody>
      </p:sp>
    </p:spTree>
    <p:extLst>
      <p:ext uri="{BB962C8B-B14F-4D97-AF65-F5344CB8AC3E}">
        <p14:creationId xmlns:p14="http://schemas.microsoft.com/office/powerpoint/2010/main" val="12279695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48768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48768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892800" y="1535113"/>
            <a:ext cx="48768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92800" y="2174875"/>
            <a:ext cx="48768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r>
              <a:rPr lang="en-US"/>
              <a:t>Design and Anaysis of Algorihms, Spring 2008 </a:t>
            </a:r>
          </a:p>
        </p:txBody>
      </p:sp>
      <p:sp>
        <p:nvSpPr>
          <p:cNvPr id="8" name="Footer Placeholder 7"/>
          <p:cNvSpPr>
            <a:spLocks noGrp="1"/>
          </p:cNvSpPr>
          <p:nvPr>
            <p:ph type="ftr" sz="quarter" idx="11"/>
          </p:nvPr>
        </p:nvSpPr>
        <p:spPr/>
        <p:txBody>
          <a:bodyPr/>
          <a:lstStyle/>
          <a:p>
            <a:r>
              <a:rPr lang="en-US"/>
              <a:t>Design &amp; Analysis of Algorithms</a:t>
            </a:r>
          </a:p>
        </p:txBody>
      </p:sp>
      <p:sp>
        <p:nvSpPr>
          <p:cNvPr id="9" name="Slide Number Placeholder 8"/>
          <p:cNvSpPr>
            <a:spLocks noGrp="1"/>
          </p:cNvSpPr>
          <p:nvPr>
            <p:ph type="sldNum" sz="quarter" idx="12"/>
          </p:nvPr>
        </p:nvSpPr>
        <p:spPr/>
        <p:txBody>
          <a:bodyPr/>
          <a:lstStyle/>
          <a:p>
            <a:fld id="{3485D9CA-6DAA-4C3C-A3E2-EDEA918D5F89}" type="slidenum">
              <a:rPr lang="en-US" smtClean="0"/>
              <a:pPr/>
              <a:t>‹#›</a:t>
            </a:fld>
            <a:endParaRPr lang="en-US"/>
          </a:p>
        </p:txBody>
      </p:sp>
    </p:spTree>
    <p:extLst>
      <p:ext uri="{BB962C8B-B14F-4D97-AF65-F5344CB8AC3E}">
        <p14:creationId xmlns:p14="http://schemas.microsoft.com/office/powerpoint/2010/main" val="367712034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r>
              <a:rPr lang="en-US"/>
              <a:t>Design and Anaysis of Algorihms, Spring 2008 </a:t>
            </a:r>
          </a:p>
        </p:txBody>
      </p:sp>
      <p:sp>
        <p:nvSpPr>
          <p:cNvPr id="4" name="Footer Placeholder 3"/>
          <p:cNvSpPr>
            <a:spLocks noGrp="1"/>
          </p:cNvSpPr>
          <p:nvPr>
            <p:ph type="ftr" sz="quarter" idx="11"/>
          </p:nvPr>
        </p:nvSpPr>
        <p:spPr/>
        <p:txBody>
          <a:bodyPr/>
          <a:lstStyle/>
          <a:p>
            <a:r>
              <a:rPr lang="en-US"/>
              <a:t>Design &amp; Analysis of Algorithms</a:t>
            </a:r>
          </a:p>
        </p:txBody>
      </p:sp>
      <p:sp>
        <p:nvSpPr>
          <p:cNvPr id="5" name="Slide Number Placeholder 4"/>
          <p:cNvSpPr>
            <a:spLocks noGrp="1"/>
          </p:cNvSpPr>
          <p:nvPr>
            <p:ph type="sldNum" sz="quarter" idx="12"/>
          </p:nvPr>
        </p:nvSpPr>
        <p:spPr/>
        <p:txBody>
          <a:bodyPr/>
          <a:lstStyle/>
          <a:p>
            <a:fld id="{3485D9CA-6DAA-4C3C-A3E2-EDEA918D5F89}" type="slidenum">
              <a:rPr lang="en-US" smtClean="0"/>
              <a:pPr/>
              <a:t>‹#›</a:t>
            </a:fld>
            <a:endParaRPr lang="en-US"/>
          </a:p>
        </p:txBody>
      </p:sp>
    </p:spTree>
    <p:extLst>
      <p:ext uri="{BB962C8B-B14F-4D97-AF65-F5344CB8AC3E}">
        <p14:creationId xmlns:p14="http://schemas.microsoft.com/office/powerpoint/2010/main" val="182273308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Design and Anaysis of Algorihms, Spring 2008 </a:t>
            </a:r>
          </a:p>
        </p:txBody>
      </p:sp>
      <p:sp>
        <p:nvSpPr>
          <p:cNvPr id="3" name="Footer Placeholder 2"/>
          <p:cNvSpPr>
            <a:spLocks noGrp="1"/>
          </p:cNvSpPr>
          <p:nvPr>
            <p:ph type="ftr" sz="quarter" idx="11"/>
          </p:nvPr>
        </p:nvSpPr>
        <p:spPr/>
        <p:txBody>
          <a:bodyPr/>
          <a:lstStyle/>
          <a:p>
            <a:r>
              <a:rPr lang="en-US"/>
              <a:t>Design &amp; Analysis of Algorithms</a:t>
            </a:r>
          </a:p>
        </p:txBody>
      </p:sp>
      <p:sp>
        <p:nvSpPr>
          <p:cNvPr id="4" name="Slide Number Placeholder 3"/>
          <p:cNvSpPr>
            <a:spLocks noGrp="1"/>
          </p:cNvSpPr>
          <p:nvPr>
            <p:ph type="sldNum" sz="quarter" idx="12"/>
          </p:nvPr>
        </p:nvSpPr>
        <p:spPr/>
        <p:txBody>
          <a:bodyPr/>
          <a:lstStyle/>
          <a:p>
            <a:fld id="{3485D9CA-6DAA-4C3C-A3E2-EDEA918D5F89}" type="slidenum">
              <a:rPr lang="en-US" smtClean="0"/>
              <a:pPr/>
              <a:t>‹#›</a:t>
            </a:fld>
            <a:endParaRPr lang="en-US"/>
          </a:p>
        </p:txBody>
      </p:sp>
    </p:spTree>
    <p:extLst>
      <p:ext uri="{BB962C8B-B14F-4D97-AF65-F5344CB8AC3E}">
        <p14:creationId xmlns:p14="http://schemas.microsoft.com/office/powerpoint/2010/main" val="329567825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06401" y="5495544"/>
            <a:ext cx="10363200" cy="594360"/>
          </a:xfrm>
        </p:spPr>
        <p:txBody>
          <a:bodyPr anchor="b"/>
          <a:lstStyle>
            <a:lvl1pPr algn="ctr">
              <a:defRPr sz="2200" b="1"/>
            </a:lvl1pPr>
          </a:lstStyle>
          <a:p>
            <a:r>
              <a:rPr lang="en-US"/>
              <a:t>Click to edit Master title style</a:t>
            </a:r>
            <a:endParaRPr lang="en-US" dirty="0"/>
          </a:p>
        </p:txBody>
      </p:sp>
      <p:sp>
        <p:nvSpPr>
          <p:cNvPr id="4" name="Text Placeholder 3"/>
          <p:cNvSpPr>
            <a:spLocks noGrp="1"/>
          </p:cNvSpPr>
          <p:nvPr>
            <p:ph type="body" sz="half" idx="2"/>
          </p:nvPr>
        </p:nvSpPr>
        <p:spPr>
          <a:xfrm>
            <a:off x="406400" y="6096000"/>
            <a:ext cx="10363201" cy="6096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Design and Anaysis of Algorihms, Spring 2008 </a:t>
            </a:r>
          </a:p>
        </p:txBody>
      </p:sp>
      <p:sp>
        <p:nvSpPr>
          <p:cNvPr id="6" name="Footer Placeholder 5"/>
          <p:cNvSpPr>
            <a:spLocks noGrp="1"/>
          </p:cNvSpPr>
          <p:nvPr>
            <p:ph type="ftr" sz="quarter" idx="11"/>
          </p:nvPr>
        </p:nvSpPr>
        <p:spPr/>
        <p:txBody>
          <a:bodyPr/>
          <a:lstStyle/>
          <a:p>
            <a:r>
              <a:rPr lang="en-US"/>
              <a:t>Design &amp; Analysis of Algorithms</a:t>
            </a:r>
          </a:p>
        </p:txBody>
      </p:sp>
      <p:sp>
        <p:nvSpPr>
          <p:cNvPr id="7" name="Slide Number Placeholder 6"/>
          <p:cNvSpPr>
            <a:spLocks noGrp="1"/>
          </p:cNvSpPr>
          <p:nvPr>
            <p:ph type="sldNum" sz="quarter" idx="12"/>
          </p:nvPr>
        </p:nvSpPr>
        <p:spPr/>
        <p:txBody>
          <a:bodyPr/>
          <a:lstStyle/>
          <a:p>
            <a:fld id="{3485D9CA-6DAA-4C3C-A3E2-EDEA918D5F89}" type="slidenum">
              <a:rPr lang="en-US" smtClean="0"/>
              <a:pPr/>
              <a:t>‹#›</a:t>
            </a:fld>
            <a:endParaRPr lang="en-US"/>
          </a:p>
        </p:txBody>
      </p:sp>
      <p:sp>
        <p:nvSpPr>
          <p:cNvPr id="9" name="Content Placeholder 8"/>
          <p:cNvSpPr>
            <a:spLocks noGrp="1"/>
          </p:cNvSpPr>
          <p:nvPr>
            <p:ph sz="quarter" idx="13"/>
          </p:nvPr>
        </p:nvSpPr>
        <p:spPr>
          <a:xfrm>
            <a:off x="406400" y="381000"/>
            <a:ext cx="10363200" cy="49428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4544094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02336" y="5495278"/>
            <a:ext cx="10363200" cy="594626"/>
          </a:xfrm>
        </p:spPr>
        <p:txBody>
          <a:bodyPr anchor="b"/>
          <a:lstStyle>
            <a:lvl1pPr algn="ctr">
              <a:defRPr sz="2200" b="1">
                <a:ln>
                  <a:noFill/>
                </a:ln>
                <a:solidFill>
                  <a:schemeClr val="tx2"/>
                </a:solidFill>
              </a:defRPr>
            </a:lvl1pPr>
          </a:lstStyle>
          <a:p>
            <a:r>
              <a:rPr lang="en-US"/>
              <a:t>Click to edit Master title style</a:t>
            </a:r>
            <a:endParaRPr lang="en-US" dirty="0"/>
          </a:p>
        </p:txBody>
      </p:sp>
      <p:sp>
        <p:nvSpPr>
          <p:cNvPr id="3" name="Picture Placeholder 2"/>
          <p:cNvSpPr>
            <a:spLocks noGrp="1"/>
          </p:cNvSpPr>
          <p:nvPr>
            <p:ph type="pic" idx="1"/>
          </p:nvPr>
        </p:nvSpPr>
        <p:spPr>
          <a:xfrm>
            <a:off x="0" y="0"/>
            <a:ext cx="11277600" cy="54864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402336" y="6096000"/>
            <a:ext cx="10363200" cy="612648"/>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r>
              <a:rPr lang="en-US"/>
              <a:t>Design and Anaysis of Algorihms, Spring 2008 </a:t>
            </a:r>
          </a:p>
        </p:txBody>
      </p:sp>
      <p:sp>
        <p:nvSpPr>
          <p:cNvPr id="9" name="Slide Number Placeholder 8"/>
          <p:cNvSpPr>
            <a:spLocks noGrp="1"/>
          </p:cNvSpPr>
          <p:nvPr>
            <p:ph type="sldNum" sz="quarter" idx="11"/>
          </p:nvPr>
        </p:nvSpPr>
        <p:spPr/>
        <p:txBody>
          <a:bodyPr/>
          <a:lstStyle/>
          <a:p>
            <a:fld id="{3485D9CA-6DAA-4C3C-A3E2-EDEA918D5F89}" type="slidenum">
              <a:rPr lang="en-US" smtClean="0"/>
              <a:pPr/>
              <a:t>‹#›</a:t>
            </a:fld>
            <a:endParaRPr lang="en-US"/>
          </a:p>
        </p:txBody>
      </p:sp>
      <p:sp>
        <p:nvSpPr>
          <p:cNvPr id="10" name="Footer Placeholder 9"/>
          <p:cNvSpPr>
            <a:spLocks noGrp="1"/>
          </p:cNvSpPr>
          <p:nvPr>
            <p:ph type="ftr" sz="quarter" idx="12"/>
          </p:nvPr>
        </p:nvSpPr>
        <p:spPr/>
        <p:txBody>
          <a:bodyPr/>
          <a:lstStyle/>
          <a:p>
            <a:r>
              <a:rPr lang="en-US"/>
              <a:t>Design &amp; Analysis of Algorithms</a:t>
            </a:r>
          </a:p>
        </p:txBody>
      </p:sp>
    </p:spTree>
    <p:extLst>
      <p:ext uri="{BB962C8B-B14F-4D97-AF65-F5344CB8AC3E}">
        <p14:creationId xmlns:p14="http://schemas.microsoft.com/office/powerpoint/2010/main" val="80208626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Design and Anaysis of Algorihms, Spring 2008 </a:t>
            </a:r>
          </a:p>
        </p:txBody>
      </p:sp>
      <p:sp>
        <p:nvSpPr>
          <p:cNvPr id="5" name="Footer Placeholder 4"/>
          <p:cNvSpPr>
            <a:spLocks noGrp="1"/>
          </p:cNvSpPr>
          <p:nvPr>
            <p:ph type="ftr" sz="quarter" idx="11"/>
          </p:nvPr>
        </p:nvSpPr>
        <p:spPr/>
        <p:txBody>
          <a:bodyPr/>
          <a:lstStyle/>
          <a:p>
            <a:r>
              <a:rPr lang="en-US"/>
              <a:t>Design &amp; Analysis of Algorithms</a:t>
            </a:r>
          </a:p>
        </p:txBody>
      </p:sp>
      <p:sp>
        <p:nvSpPr>
          <p:cNvPr id="6" name="Slide Number Placeholder 5"/>
          <p:cNvSpPr>
            <a:spLocks noGrp="1"/>
          </p:cNvSpPr>
          <p:nvPr>
            <p:ph type="sldNum" sz="quarter" idx="12"/>
          </p:nvPr>
        </p:nvSpPr>
        <p:spPr/>
        <p:txBody>
          <a:bodyPr/>
          <a:lstStyle/>
          <a:p>
            <a:fld id="{3485D9CA-6DAA-4C3C-A3E2-EDEA918D5F89}" type="slidenum">
              <a:rPr lang="en-US" smtClean="0"/>
              <a:pPr/>
              <a:t>‹#›</a:t>
            </a:fld>
            <a:endParaRPr lang="en-US"/>
          </a:p>
        </p:txBody>
      </p:sp>
    </p:spTree>
    <p:extLst>
      <p:ext uri="{BB962C8B-B14F-4D97-AF65-F5344CB8AC3E}">
        <p14:creationId xmlns:p14="http://schemas.microsoft.com/office/powerpoint/2010/main" val="267123719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336800" cy="58515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Design and Anaysis of Algorihms, Spring 2008 </a:t>
            </a:r>
          </a:p>
        </p:txBody>
      </p:sp>
      <p:sp>
        <p:nvSpPr>
          <p:cNvPr id="5" name="Footer Placeholder 4"/>
          <p:cNvSpPr>
            <a:spLocks noGrp="1"/>
          </p:cNvSpPr>
          <p:nvPr>
            <p:ph type="ftr" sz="quarter" idx="11"/>
          </p:nvPr>
        </p:nvSpPr>
        <p:spPr/>
        <p:txBody>
          <a:bodyPr/>
          <a:lstStyle/>
          <a:p>
            <a:r>
              <a:rPr lang="en-US"/>
              <a:t>Design &amp; Analysis of Algorithms</a:t>
            </a:r>
          </a:p>
        </p:txBody>
      </p:sp>
      <p:sp>
        <p:nvSpPr>
          <p:cNvPr id="6" name="Slide Number Placeholder 5"/>
          <p:cNvSpPr>
            <a:spLocks noGrp="1"/>
          </p:cNvSpPr>
          <p:nvPr>
            <p:ph type="sldNum" sz="quarter" idx="12"/>
          </p:nvPr>
        </p:nvSpPr>
        <p:spPr/>
        <p:txBody>
          <a:bodyPr/>
          <a:lstStyle/>
          <a:p>
            <a:fld id="{3485D9CA-6DAA-4C3C-A3E2-EDEA918D5F89}" type="slidenum">
              <a:rPr lang="en-US" smtClean="0"/>
              <a:pPr/>
              <a:t>‹#›</a:t>
            </a:fld>
            <a:endParaRPr lang="en-US"/>
          </a:p>
        </p:txBody>
      </p:sp>
    </p:spTree>
    <p:extLst>
      <p:ext uri="{BB962C8B-B14F-4D97-AF65-F5344CB8AC3E}">
        <p14:creationId xmlns:p14="http://schemas.microsoft.com/office/powerpoint/2010/main" val="115559366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a:t>Click to edit Master title style</a:t>
            </a:r>
          </a:p>
        </p:txBody>
      </p:sp>
      <p:sp>
        <p:nvSpPr>
          <p:cNvPr id="3" name="Text Placeholder 2"/>
          <p:cNvSpPr>
            <a:spLocks noGrp="1"/>
          </p:cNvSpPr>
          <p:nvPr>
            <p:ph type="body" sz="half" idx="1"/>
          </p:nvPr>
        </p:nvSpPr>
        <p:spPr>
          <a:xfrm>
            <a:off x="609600" y="1600201"/>
            <a:ext cx="53848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6197600" y="1600200"/>
            <a:ext cx="5384800" cy="21859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6197600" y="3938589"/>
            <a:ext cx="5384800" cy="2187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4"/>
          <p:cNvSpPr>
            <a:spLocks noGrp="1" noChangeArrowheads="1"/>
          </p:cNvSpPr>
          <p:nvPr>
            <p:ph type="dt" sz="half" idx="10"/>
          </p:nvPr>
        </p:nvSpPr>
        <p:spPr>
          <a:ln/>
        </p:spPr>
        <p:txBody>
          <a:bodyPr/>
          <a:lstStyle>
            <a:lvl1pPr>
              <a:defRPr/>
            </a:lvl1pPr>
          </a:lstStyle>
          <a:p>
            <a:pPr>
              <a:defRPr/>
            </a:pPr>
            <a:r>
              <a:rPr lang="en-US"/>
              <a:t>Design and Anaysis of Algorihms, Spring 2008 </a:t>
            </a:r>
            <a:endParaRPr lang="en-GB"/>
          </a:p>
        </p:txBody>
      </p:sp>
      <p:sp>
        <p:nvSpPr>
          <p:cNvPr id="7" name="Rectangle 5"/>
          <p:cNvSpPr>
            <a:spLocks noGrp="1" noChangeArrowheads="1"/>
          </p:cNvSpPr>
          <p:nvPr>
            <p:ph type="ftr" sz="quarter" idx="11"/>
          </p:nvPr>
        </p:nvSpPr>
        <p:spPr>
          <a:ln/>
        </p:spPr>
        <p:txBody>
          <a:bodyPr/>
          <a:lstStyle>
            <a:lvl1pPr>
              <a:defRPr/>
            </a:lvl1pPr>
          </a:lstStyle>
          <a:p>
            <a:pPr>
              <a:defRPr/>
            </a:pPr>
            <a:r>
              <a:rPr lang="en-GB"/>
              <a:t>Design &amp; Analysis of Algorithms</a:t>
            </a:r>
          </a:p>
        </p:txBody>
      </p:sp>
      <p:sp>
        <p:nvSpPr>
          <p:cNvPr id="8" name="Rectangle 6"/>
          <p:cNvSpPr>
            <a:spLocks noGrp="1" noChangeArrowheads="1"/>
          </p:cNvSpPr>
          <p:nvPr>
            <p:ph type="sldNum" sz="quarter" idx="12"/>
          </p:nvPr>
        </p:nvSpPr>
        <p:spPr>
          <a:ln/>
        </p:spPr>
        <p:txBody>
          <a:bodyPr/>
          <a:lstStyle>
            <a:lvl1pPr>
              <a:defRPr/>
            </a:lvl1pPr>
          </a:lstStyle>
          <a:p>
            <a:fld id="{1CAA143B-99B6-4B27-B043-E574855ABF90}" type="slidenum">
              <a:rPr lang="en-GB"/>
              <a:pPr/>
              <a:t>‹#›</a:t>
            </a:fld>
            <a:endParaRPr lang="en-GB"/>
          </a:p>
        </p:txBody>
      </p:sp>
    </p:spTree>
    <p:extLst>
      <p:ext uri="{BB962C8B-B14F-4D97-AF65-F5344CB8AC3E}">
        <p14:creationId xmlns:p14="http://schemas.microsoft.com/office/powerpoint/2010/main" val="255075925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a:t>Click to edit Master title style</a:t>
            </a:r>
          </a:p>
        </p:txBody>
      </p:sp>
      <p:sp>
        <p:nvSpPr>
          <p:cNvPr id="3" name="Text Placeholder 2"/>
          <p:cNvSpPr>
            <a:spLocks noGrp="1"/>
          </p:cNvSpPr>
          <p:nvPr>
            <p:ph type="body" sz="half" idx="1"/>
          </p:nvPr>
        </p:nvSpPr>
        <p:spPr>
          <a:xfrm>
            <a:off x="609600" y="1600201"/>
            <a:ext cx="53848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r>
              <a:rPr lang="en-US"/>
              <a:t>Design and Anaysis of Algorihms, Spring 2008 </a:t>
            </a:r>
            <a:endParaRPr lang="en-GB"/>
          </a:p>
        </p:txBody>
      </p:sp>
      <p:sp>
        <p:nvSpPr>
          <p:cNvPr id="6" name="Rectangle 5"/>
          <p:cNvSpPr>
            <a:spLocks noGrp="1" noChangeArrowheads="1"/>
          </p:cNvSpPr>
          <p:nvPr>
            <p:ph type="ftr" sz="quarter" idx="11"/>
          </p:nvPr>
        </p:nvSpPr>
        <p:spPr>
          <a:ln/>
        </p:spPr>
        <p:txBody>
          <a:bodyPr/>
          <a:lstStyle>
            <a:lvl1pPr>
              <a:defRPr/>
            </a:lvl1pPr>
          </a:lstStyle>
          <a:p>
            <a:pPr>
              <a:defRPr/>
            </a:pPr>
            <a:r>
              <a:rPr lang="en-GB"/>
              <a:t>Design &amp; Analysis of Algorithms</a:t>
            </a:r>
          </a:p>
        </p:txBody>
      </p:sp>
      <p:sp>
        <p:nvSpPr>
          <p:cNvPr id="7" name="Rectangle 6"/>
          <p:cNvSpPr>
            <a:spLocks noGrp="1" noChangeArrowheads="1"/>
          </p:cNvSpPr>
          <p:nvPr>
            <p:ph type="sldNum" sz="quarter" idx="12"/>
          </p:nvPr>
        </p:nvSpPr>
        <p:spPr>
          <a:ln/>
        </p:spPr>
        <p:txBody>
          <a:bodyPr/>
          <a:lstStyle>
            <a:lvl1pPr>
              <a:defRPr/>
            </a:lvl1pPr>
          </a:lstStyle>
          <a:p>
            <a:fld id="{15718971-3FDC-4323-BE22-69C0E5D57951}" type="slidenum">
              <a:rPr lang="en-GB"/>
              <a:pPr/>
              <a:t>‹#›</a:t>
            </a:fld>
            <a:endParaRPr lang="en-GB"/>
          </a:p>
        </p:txBody>
      </p:sp>
    </p:spTree>
    <p:extLst>
      <p:ext uri="{BB962C8B-B14F-4D97-AF65-F5344CB8AC3E}">
        <p14:creationId xmlns:p14="http://schemas.microsoft.com/office/powerpoint/2010/main" val="272587144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fourObj">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609600" y="274638"/>
            <a:ext cx="10972800" cy="1143000"/>
          </a:xfrm>
        </p:spPr>
        <p:txBody>
          <a:bodyPr/>
          <a:lstStyle/>
          <a:p>
            <a:r>
              <a:rPr lang="en-US"/>
              <a:t>Click to edit Master title style</a:t>
            </a:r>
          </a:p>
        </p:txBody>
      </p:sp>
      <p:sp>
        <p:nvSpPr>
          <p:cNvPr id="3" name="Content Placeholder 2"/>
          <p:cNvSpPr>
            <a:spLocks noGrp="1"/>
          </p:cNvSpPr>
          <p:nvPr>
            <p:ph sz="quarter" idx="1"/>
          </p:nvPr>
        </p:nvSpPr>
        <p:spPr>
          <a:xfrm>
            <a:off x="609600" y="1600200"/>
            <a:ext cx="5384800" cy="21859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6197600" y="1600200"/>
            <a:ext cx="5384800" cy="21859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609600" y="3938589"/>
            <a:ext cx="5384800" cy="2187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6197600" y="3938589"/>
            <a:ext cx="5384800" cy="2187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r>
              <a:rPr lang="en-US"/>
              <a:t>Design and Anaysis of Algorihms, Spring 2008 </a:t>
            </a:r>
            <a:endParaRPr lang="en-GB"/>
          </a:p>
        </p:txBody>
      </p:sp>
      <p:sp>
        <p:nvSpPr>
          <p:cNvPr id="8" name="Rectangle 5"/>
          <p:cNvSpPr>
            <a:spLocks noGrp="1" noChangeArrowheads="1"/>
          </p:cNvSpPr>
          <p:nvPr>
            <p:ph type="ftr" sz="quarter" idx="11"/>
          </p:nvPr>
        </p:nvSpPr>
        <p:spPr>
          <a:ln/>
        </p:spPr>
        <p:txBody>
          <a:bodyPr/>
          <a:lstStyle>
            <a:lvl1pPr>
              <a:defRPr/>
            </a:lvl1pPr>
          </a:lstStyle>
          <a:p>
            <a:pPr>
              <a:defRPr/>
            </a:pPr>
            <a:r>
              <a:rPr lang="en-GB"/>
              <a:t>Design &amp; Analysis of Algorithms</a:t>
            </a:r>
          </a:p>
        </p:txBody>
      </p:sp>
      <p:sp>
        <p:nvSpPr>
          <p:cNvPr id="9" name="Rectangle 6"/>
          <p:cNvSpPr>
            <a:spLocks noGrp="1" noChangeArrowheads="1"/>
          </p:cNvSpPr>
          <p:nvPr>
            <p:ph type="sldNum" sz="quarter" idx="12"/>
          </p:nvPr>
        </p:nvSpPr>
        <p:spPr>
          <a:ln/>
        </p:spPr>
        <p:txBody>
          <a:bodyPr/>
          <a:lstStyle>
            <a:lvl1pPr>
              <a:defRPr/>
            </a:lvl1pPr>
          </a:lstStyle>
          <a:p>
            <a:fld id="{51BCAC09-0EE0-4829-9090-1F0BC639B9B6}" type="slidenum">
              <a:rPr lang="en-GB"/>
              <a:pPr/>
              <a:t>‹#›</a:t>
            </a:fld>
            <a:endParaRPr lang="en-GB"/>
          </a:p>
        </p:txBody>
      </p:sp>
    </p:spTree>
    <p:extLst>
      <p:ext uri="{BB962C8B-B14F-4D97-AF65-F5344CB8AC3E}">
        <p14:creationId xmlns:p14="http://schemas.microsoft.com/office/powerpoint/2010/main" val="7339551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theme" Target="../theme/theme2.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2EB5029-5875-48B9-9C22-38D785FCE9B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BA0B3BA-C511-4FC7-AA99-072F757CF5F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2700382-92E4-4D10-875A-89C34EF30D3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2DF8B72-9C19-4DBD-8F3B-D049130D4969}" type="datetimeFigureOut">
              <a:rPr lang="en-US" smtClean="0"/>
              <a:t>9/21/2025</a:t>
            </a:fld>
            <a:endParaRPr lang="en-US"/>
          </a:p>
        </p:txBody>
      </p:sp>
      <p:sp>
        <p:nvSpPr>
          <p:cNvPr id="5" name="Footer Placeholder 4">
            <a:extLst>
              <a:ext uri="{FF2B5EF4-FFF2-40B4-BE49-F238E27FC236}">
                <a16:creationId xmlns:a16="http://schemas.microsoft.com/office/drawing/2014/main" id="{29CD864E-90F0-4014-8C2D-CE853EFCBA4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B062C12-0EAF-4F9E-BB1B-EED572C618D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B9366AE-5A89-45B7-9EA8-7C0EFF44206E}" type="slidenum">
              <a:rPr lang="en-US" smtClean="0"/>
              <a:t>‹#›</a:t>
            </a:fld>
            <a:endParaRPr lang="en-US"/>
          </a:p>
        </p:txBody>
      </p:sp>
    </p:spTree>
    <p:extLst>
      <p:ext uri="{BB962C8B-B14F-4D97-AF65-F5344CB8AC3E}">
        <p14:creationId xmlns:p14="http://schemas.microsoft.com/office/powerpoint/2010/main" val="9752439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160000" cy="1143000"/>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609600" y="1600200"/>
            <a:ext cx="10160000" cy="48006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6"/>
          <p:cNvSpPr/>
          <p:nvPr/>
        </p:nvSpPr>
        <p:spPr>
          <a:xfrm>
            <a:off x="11277600" y="0"/>
            <a:ext cx="9144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8" name="Rectangle 7"/>
          <p:cNvSpPr/>
          <p:nvPr/>
        </p:nvSpPr>
        <p:spPr>
          <a:xfrm>
            <a:off x="11277600" y="5486400"/>
            <a:ext cx="914400" cy="6858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 name="Slide Number Placeholder 5"/>
          <p:cNvSpPr>
            <a:spLocks noGrp="1"/>
          </p:cNvSpPr>
          <p:nvPr>
            <p:ph type="sldNum" sz="quarter" idx="4"/>
          </p:nvPr>
        </p:nvSpPr>
        <p:spPr>
          <a:xfrm>
            <a:off x="11375717" y="5648960"/>
            <a:ext cx="731520" cy="396240"/>
          </a:xfrm>
          <a:prstGeom prst="bracketPair">
            <a:avLst>
              <a:gd name="adj" fmla="val 17949"/>
            </a:avLst>
          </a:prstGeom>
          <a:ln w="19050">
            <a:solidFill>
              <a:srgbClr val="FFFFFF"/>
            </a:solidFill>
          </a:ln>
        </p:spPr>
        <p:txBody>
          <a:bodyPr vert="horz" lIns="0" tIns="0" rIns="0" bIns="0" rtlCol="0" anchor="ctr"/>
          <a:lstStyle>
            <a:lvl1pPr algn="ctr">
              <a:defRPr sz="1800">
                <a:solidFill>
                  <a:srgbClr val="FFFFFF"/>
                </a:solidFill>
              </a:defRPr>
            </a:lvl1pPr>
          </a:lstStyle>
          <a:p>
            <a:fld id="{3485D9CA-6DAA-4C3C-A3E2-EDEA918D5F89}" type="slidenum">
              <a:rPr lang="en-US" smtClean="0"/>
              <a:pPr/>
              <a:t>‹#›</a:t>
            </a:fld>
            <a:endParaRPr lang="en-US"/>
          </a:p>
        </p:txBody>
      </p:sp>
      <p:sp>
        <p:nvSpPr>
          <p:cNvPr id="5" name="Footer Placeholder 4"/>
          <p:cNvSpPr>
            <a:spLocks noGrp="1"/>
          </p:cNvSpPr>
          <p:nvPr>
            <p:ph type="ftr" sz="quarter" idx="3"/>
          </p:nvPr>
        </p:nvSpPr>
        <p:spPr>
          <a:xfrm rot="16200000">
            <a:off x="10510428" y="3987800"/>
            <a:ext cx="2367281" cy="487680"/>
          </a:xfrm>
          <a:prstGeom prst="rect">
            <a:avLst/>
          </a:prstGeom>
        </p:spPr>
        <p:txBody>
          <a:bodyPr vert="horz" lIns="91440" tIns="45720" rIns="91440" bIns="45720" rtlCol="0" anchor="ctr"/>
          <a:lstStyle>
            <a:lvl1pPr algn="r">
              <a:defRPr sz="1200">
                <a:solidFill>
                  <a:schemeClr val="bg2"/>
                </a:solidFill>
              </a:defRPr>
            </a:lvl1pPr>
          </a:lstStyle>
          <a:p>
            <a:r>
              <a:rPr lang="en-US"/>
              <a:t>Design &amp; Analysis of Algorithms</a:t>
            </a:r>
          </a:p>
        </p:txBody>
      </p:sp>
      <p:sp>
        <p:nvSpPr>
          <p:cNvPr id="4" name="Date Placeholder 3"/>
          <p:cNvSpPr>
            <a:spLocks noGrp="1"/>
          </p:cNvSpPr>
          <p:nvPr>
            <p:ph type="dt" sz="half" idx="2"/>
          </p:nvPr>
        </p:nvSpPr>
        <p:spPr>
          <a:xfrm rot="16200000">
            <a:off x="10474869" y="1584960"/>
            <a:ext cx="2438399" cy="487680"/>
          </a:xfrm>
          <a:prstGeom prst="rect">
            <a:avLst/>
          </a:prstGeom>
        </p:spPr>
        <p:txBody>
          <a:bodyPr vert="horz" lIns="91440" tIns="45720" rIns="91440" bIns="45720" rtlCol="0" anchor="ctr"/>
          <a:lstStyle>
            <a:lvl1pPr algn="l">
              <a:defRPr sz="1200">
                <a:solidFill>
                  <a:schemeClr val="bg2"/>
                </a:solidFill>
              </a:defRPr>
            </a:lvl1pPr>
          </a:lstStyle>
          <a:p>
            <a:r>
              <a:rPr lang="en-US"/>
              <a:t>Design and Anaysis of Algorihms, Spring 2008 </a:t>
            </a:r>
          </a:p>
        </p:txBody>
      </p:sp>
    </p:spTree>
    <p:extLst>
      <p:ext uri="{BB962C8B-B14F-4D97-AF65-F5344CB8AC3E}">
        <p14:creationId xmlns:p14="http://schemas.microsoft.com/office/powerpoint/2010/main" val="238991726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Lst>
  <p:hf hdr="0" dt="0"/>
  <p:txStyles>
    <p:titleStyle>
      <a:lvl1pPr algn="l" defTabSz="914400" rtl="0" eaLnBrk="1" latinLnBrk="0" hangingPunct="1">
        <a:spcBef>
          <a:spcPct val="0"/>
        </a:spcBef>
        <a:buNone/>
        <a:defRPr sz="4600" kern="1200" cap="none" spc="-100" baseline="0">
          <a:ln>
            <a:noFill/>
          </a:ln>
          <a:solidFill>
            <a:schemeClr val="tx2"/>
          </a:solidFill>
          <a:effectLst/>
          <a:latin typeface="+mj-lt"/>
          <a:ea typeface="+mj-ea"/>
          <a:cs typeface="+mj-cs"/>
        </a:defRPr>
      </a:lvl1pPr>
    </p:titleStyle>
    <p:body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3.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4.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5.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13.xml"/><Relationship Id="rId1" Type="http://schemas.openxmlformats.org/officeDocument/2006/relationships/tags" Target="../tags/tag6.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3.xml"/><Relationship Id="rId1" Type="http://schemas.openxmlformats.org/officeDocument/2006/relationships/tags" Target="../tags/tag7.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Layout" Target="../slideLayouts/slideLayout13.xml"/><Relationship Id="rId1" Type="http://schemas.openxmlformats.org/officeDocument/2006/relationships/tags" Target="../tags/tag8.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9.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Layout" Target="../slideLayouts/slideLayout13.xml"/><Relationship Id="rId1" Type="http://schemas.openxmlformats.org/officeDocument/2006/relationships/tags" Target="../tags/tag10.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11.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12.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Layout" Target="../slideLayouts/slideLayout13.xml"/><Relationship Id="rId1" Type="http://schemas.openxmlformats.org/officeDocument/2006/relationships/tags" Target="../tags/tag13.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14.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15.xml"/></Relationships>
</file>

<file path=ppt/slides/_rels/slide17.xml.rels><?xml version="1.0" encoding="UTF-8" standalone="yes"?>
<Relationships xmlns="http://schemas.openxmlformats.org/package/2006/relationships"><Relationship Id="rId3" Type="http://schemas.openxmlformats.org/officeDocument/2006/relationships/image" Target="../media/image7.gif"/><Relationship Id="rId2" Type="http://schemas.openxmlformats.org/officeDocument/2006/relationships/slideLayout" Target="../slideLayouts/slideLayout13.xml"/><Relationship Id="rId1" Type="http://schemas.openxmlformats.org/officeDocument/2006/relationships/tags" Target="../tags/tag16.xml"/></Relationships>
</file>

<file path=ppt/slides/_rels/slide18.xml.rels><?xml version="1.0" encoding="UTF-8" standalone="yes"?>
<Relationships xmlns="http://schemas.openxmlformats.org/package/2006/relationships"><Relationship Id="rId3" Type="http://schemas.openxmlformats.org/officeDocument/2006/relationships/image" Target="../media/image8.gif"/><Relationship Id="rId2" Type="http://schemas.openxmlformats.org/officeDocument/2006/relationships/slideLayout" Target="../slideLayouts/slideLayout13.xml"/><Relationship Id="rId1" Type="http://schemas.openxmlformats.org/officeDocument/2006/relationships/tags" Target="../tags/tag17.xml"/></Relationships>
</file>

<file path=ppt/slides/_rels/slide19.xml.rels><?xml version="1.0" encoding="UTF-8" standalone="yes"?>
<Relationships xmlns="http://schemas.openxmlformats.org/package/2006/relationships"><Relationship Id="rId3" Type="http://schemas.openxmlformats.org/officeDocument/2006/relationships/image" Target="../media/image9.gif"/><Relationship Id="rId2" Type="http://schemas.openxmlformats.org/officeDocument/2006/relationships/slideLayout" Target="../slideLayouts/slideLayout13.xml"/><Relationship Id="rId1" Type="http://schemas.openxmlformats.org/officeDocument/2006/relationships/tags" Target="../tags/tag18.xml"/></Relationships>
</file>

<file path=ppt/slides/_rels/slide20.xml.rels><?xml version="1.0" encoding="UTF-8" standalone="yes"?>
<Relationships xmlns="http://schemas.openxmlformats.org/package/2006/relationships"><Relationship Id="rId3" Type="http://schemas.openxmlformats.org/officeDocument/2006/relationships/image" Target="../media/image10.gif"/><Relationship Id="rId2" Type="http://schemas.openxmlformats.org/officeDocument/2006/relationships/slideLayout" Target="../slideLayouts/slideLayout13.xml"/><Relationship Id="rId1" Type="http://schemas.openxmlformats.org/officeDocument/2006/relationships/tags" Target="../tags/tag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3485D9CA-6DAA-4C3C-A3E2-EDEA918D5F89}" type="slidenum">
              <a:rPr lang="en-US">
                <a:latin typeface="Calibri"/>
              </a:rPr>
              <a:pPr/>
              <a:t>1</a:t>
            </a:fld>
            <a:endParaRPr lang="en-US">
              <a:latin typeface="Calibri"/>
            </a:endParaRPr>
          </a:p>
        </p:txBody>
      </p:sp>
      <p:sp>
        <p:nvSpPr>
          <p:cNvPr id="7" name="Title 1"/>
          <p:cNvSpPr>
            <a:spLocks noGrp="1"/>
          </p:cNvSpPr>
          <p:nvPr>
            <p:ph type="ctrTitle"/>
          </p:nvPr>
        </p:nvSpPr>
        <p:spPr>
          <a:xfrm>
            <a:off x="1524000" y="1654176"/>
            <a:ext cx="8458200" cy="1470025"/>
          </a:xfrm>
        </p:spPr>
        <p:txBody>
          <a:bodyPr/>
          <a:lstStyle/>
          <a:p>
            <a:pPr algn="ctr"/>
            <a:r>
              <a:rPr lang="en-US" sz="3200" b="1" dirty="0"/>
              <a:t>CSC 334 – Parallel and Distributed Computing</a:t>
            </a:r>
          </a:p>
        </p:txBody>
      </p:sp>
      <p:sp>
        <p:nvSpPr>
          <p:cNvPr id="8" name="Subtitle 2"/>
          <p:cNvSpPr txBox="1">
            <a:spLocks/>
          </p:cNvSpPr>
          <p:nvPr/>
        </p:nvSpPr>
        <p:spPr>
          <a:xfrm>
            <a:off x="1524000" y="3505200"/>
            <a:ext cx="8458200" cy="1752600"/>
          </a:xfrm>
          <a:prstGeom prst="rect">
            <a:avLst/>
          </a:prstGeom>
        </p:spPr>
        <p:txBody>
          <a:bodyPr vert="horz" lIns="91440" tIns="45720" rIns="91440" bIns="45720" rtlCol="0" anchor="t">
            <a:normAutofit/>
          </a:bodyPr>
          <a:lstStyle>
            <a:lvl1pPr marL="0" indent="0" algn="l" defTabSz="914400" rtl="0" eaLnBrk="1" latinLnBrk="0" hangingPunct="1">
              <a:spcBef>
                <a:spcPct val="20000"/>
              </a:spcBef>
              <a:buClr>
                <a:schemeClr val="accent1"/>
              </a:buClr>
              <a:buFont typeface="Arial" pitchFamily="34" charset="0"/>
              <a:buNone/>
              <a:defRPr sz="2000" kern="1200">
                <a:solidFill>
                  <a:schemeClr val="tx1">
                    <a:tint val="75000"/>
                  </a:schemeClr>
                </a:solidFill>
                <a:latin typeface="+mn-lt"/>
                <a:ea typeface="+mn-ea"/>
                <a:cs typeface="+mn-cs"/>
              </a:defRPr>
            </a:lvl1pPr>
            <a:lvl2pPr marL="457200" indent="0" algn="ctr" defTabSz="914400" rtl="0" eaLnBrk="1" latinLnBrk="0" hangingPunct="1">
              <a:spcBef>
                <a:spcPct val="20000"/>
              </a:spcBef>
              <a:buClr>
                <a:schemeClr val="accent2"/>
              </a:buClr>
              <a:buFont typeface="Arial" pitchFamily="34" charset="0"/>
              <a:buNone/>
              <a:defRPr sz="2000" kern="1200">
                <a:solidFill>
                  <a:schemeClr val="tx1">
                    <a:tint val="75000"/>
                  </a:schemeClr>
                </a:solidFill>
                <a:latin typeface="+mn-lt"/>
                <a:ea typeface="+mn-ea"/>
                <a:cs typeface="+mn-cs"/>
              </a:defRPr>
            </a:lvl2pPr>
            <a:lvl3pPr marL="914400" indent="0" algn="ctr" defTabSz="914400" rtl="0" eaLnBrk="1" latinLnBrk="0" hangingPunct="1">
              <a:spcBef>
                <a:spcPct val="20000"/>
              </a:spcBef>
              <a:buClr>
                <a:schemeClr val="accent3"/>
              </a:buClr>
              <a:buFont typeface="Arial" pitchFamily="34" charset="0"/>
              <a:buNone/>
              <a:defRPr sz="1800" kern="1200">
                <a:solidFill>
                  <a:schemeClr val="tx1">
                    <a:tint val="75000"/>
                  </a:schemeClr>
                </a:solidFill>
                <a:latin typeface="+mn-lt"/>
                <a:ea typeface="+mn-ea"/>
                <a:cs typeface="+mn-cs"/>
              </a:defRPr>
            </a:lvl3pPr>
            <a:lvl4pPr marL="1371600" indent="0" algn="ctr" defTabSz="914400" rtl="0" eaLnBrk="1" latinLnBrk="0" hangingPunct="1">
              <a:spcBef>
                <a:spcPct val="20000"/>
              </a:spcBef>
              <a:buClr>
                <a:schemeClr val="accent4"/>
              </a:buClr>
              <a:buFont typeface="Arial" pitchFamily="34" charset="0"/>
              <a:buNone/>
              <a:defRPr sz="1600" kern="1200">
                <a:solidFill>
                  <a:schemeClr val="tx1">
                    <a:tint val="75000"/>
                  </a:schemeClr>
                </a:solidFill>
                <a:latin typeface="+mn-lt"/>
                <a:ea typeface="+mn-ea"/>
                <a:cs typeface="+mn-cs"/>
              </a:defRPr>
            </a:lvl4pPr>
            <a:lvl5pPr marL="1828800" indent="0" algn="ctr" defTabSz="914400" rtl="0" eaLnBrk="1" latinLnBrk="0" hangingPunct="1">
              <a:spcBef>
                <a:spcPct val="20000"/>
              </a:spcBef>
              <a:buClr>
                <a:schemeClr val="accent5"/>
              </a:buClr>
              <a:buFont typeface="Arial" pitchFamily="34" charset="0"/>
              <a:buNone/>
              <a:defRPr sz="1400" kern="1200" baseline="0">
                <a:solidFill>
                  <a:schemeClr val="tx1">
                    <a:tint val="75000"/>
                  </a:schemeClr>
                </a:solidFill>
                <a:latin typeface="+mn-lt"/>
                <a:ea typeface="+mn-ea"/>
                <a:cs typeface="+mn-cs"/>
              </a:defRPr>
            </a:lvl5pPr>
            <a:lvl6pPr marL="2286000" indent="0" algn="ctr" defTabSz="914400" rtl="0" eaLnBrk="1" latinLnBrk="0" hangingPunct="1">
              <a:spcBef>
                <a:spcPct val="20000"/>
              </a:spcBef>
              <a:buClr>
                <a:schemeClr val="accent1"/>
              </a:buClr>
              <a:buFont typeface="Arial" pitchFamily="34" charset="0"/>
              <a:buNone/>
              <a:defRPr sz="1400" kern="1200" baseline="0">
                <a:solidFill>
                  <a:schemeClr val="tx1">
                    <a:tint val="75000"/>
                  </a:schemeClr>
                </a:solidFill>
                <a:latin typeface="+mn-lt"/>
                <a:ea typeface="+mn-ea"/>
                <a:cs typeface="+mn-cs"/>
              </a:defRPr>
            </a:lvl6pPr>
            <a:lvl7pPr marL="2743200" indent="0" algn="ctr" defTabSz="914400" rtl="0" eaLnBrk="1" latinLnBrk="0" hangingPunct="1">
              <a:spcBef>
                <a:spcPct val="20000"/>
              </a:spcBef>
              <a:buClr>
                <a:schemeClr val="accent2"/>
              </a:buClr>
              <a:buFont typeface="Arial" pitchFamily="34" charset="0"/>
              <a:buNone/>
              <a:defRPr sz="1400" kern="1200">
                <a:solidFill>
                  <a:schemeClr val="tx1">
                    <a:tint val="75000"/>
                  </a:schemeClr>
                </a:solidFill>
                <a:latin typeface="+mn-lt"/>
                <a:ea typeface="+mn-ea"/>
                <a:cs typeface="+mn-cs"/>
              </a:defRPr>
            </a:lvl7pPr>
            <a:lvl8pPr marL="3200400" indent="0" algn="ctr" defTabSz="914400" rtl="0" eaLnBrk="1" latinLnBrk="0" hangingPunct="1">
              <a:spcBef>
                <a:spcPct val="20000"/>
              </a:spcBef>
              <a:buClr>
                <a:schemeClr val="accent3"/>
              </a:buClr>
              <a:buFont typeface="Arial" pitchFamily="34" charset="0"/>
              <a:buNone/>
              <a:defRPr sz="1400" kern="1200">
                <a:solidFill>
                  <a:schemeClr val="tx1">
                    <a:tint val="75000"/>
                  </a:schemeClr>
                </a:solidFill>
                <a:latin typeface="+mn-lt"/>
                <a:ea typeface="+mn-ea"/>
                <a:cs typeface="+mn-cs"/>
              </a:defRPr>
            </a:lvl8pPr>
            <a:lvl9pPr marL="3657600" indent="0" algn="ctr" defTabSz="914400" rtl="0" eaLnBrk="1" latinLnBrk="0" hangingPunct="1">
              <a:spcBef>
                <a:spcPct val="20000"/>
              </a:spcBef>
              <a:buClr>
                <a:schemeClr val="accent4"/>
              </a:buClr>
              <a:buFont typeface="Arial" pitchFamily="34" charset="0"/>
              <a:buNone/>
              <a:defRPr sz="1400" kern="1200">
                <a:solidFill>
                  <a:schemeClr val="tx1">
                    <a:tint val="75000"/>
                  </a:schemeClr>
                </a:solidFill>
                <a:latin typeface="+mn-lt"/>
                <a:ea typeface="+mn-ea"/>
                <a:cs typeface="+mn-cs"/>
              </a:defRPr>
            </a:lvl9pPr>
          </a:lstStyle>
          <a:p>
            <a:pPr algn="ctr">
              <a:buClr>
                <a:srgbClr val="A9A57C"/>
              </a:buClr>
            </a:pPr>
            <a:r>
              <a:rPr lang="en-US" sz="2800" b="1" spc="-100" dirty="0">
                <a:solidFill>
                  <a:srgbClr val="675E47"/>
                </a:solidFill>
                <a:latin typeface="Cambria"/>
              </a:rPr>
              <a:t>Instructor: </a:t>
            </a:r>
            <a:r>
              <a:rPr lang="en-US" sz="2800" b="1" spc="-100" dirty="0" smtClean="0">
                <a:solidFill>
                  <a:srgbClr val="675E47"/>
                </a:solidFill>
                <a:latin typeface="Cambria"/>
              </a:rPr>
              <a:t>Ms. Muntha Amjad</a:t>
            </a:r>
            <a:endParaRPr lang="en-US" sz="2800" b="1" spc="-100" dirty="0">
              <a:solidFill>
                <a:srgbClr val="675E47"/>
              </a:solidFill>
              <a:latin typeface="Cambria"/>
            </a:endParaRPr>
          </a:p>
          <a:p>
            <a:pPr algn="ctr">
              <a:buClr>
                <a:srgbClr val="A9A57C"/>
              </a:buClr>
            </a:pPr>
            <a:r>
              <a:rPr lang="en-US" sz="2800" b="1" spc="-100" dirty="0">
                <a:solidFill>
                  <a:srgbClr val="675E47"/>
                </a:solidFill>
                <a:latin typeface="Cambria"/>
              </a:rPr>
              <a:t>Lecture# 03: Parallel Programming Models</a:t>
            </a:r>
          </a:p>
        </p:txBody>
      </p:sp>
    </p:spTree>
    <p:extLst>
      <p:ext uri="{BB962C8B-B14F-4D97-AF65-F5344CB8AC3E}">
        <p14:creationId xmlns:p14="http://schemas.microsoft.com/office/powerpoint/2010/main" val="142399088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830B1D-698E-161B-E900-CE34423385A6}"/>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8CB8DAEF-0868-F4CA-FDF8-D0C90FF83EB9}"/>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Parallel Programming Models</a:t>
            </a:r>
          </a:p>
        </p:txBody>
      </p:sp>
      <p:sp>
        <p:nvSpPr>
          <p:cNvPr id="3" name="Slide Number Placeholder 2">
            <a:extLst>
              <a:ext uri="{FF2B5EF4-FFF2-40B4-BE49-F238E27FC236}">
                <a16:creationId xmlns:a16="http://schemas.microsoft.com/office/drawing/2014/main" id="{A3F0CE91-4A57-5523-3169-DE82BFE28E0F}"/>
              </a:ext>
            </a:extLst>
          </p:cNvPr>
          <p:cNvSpPr>
            <a:spLocks noGrp="1"/>
          </p:cNvSpPr>
          <p:nvPr>
            <p:ph type="sldNum" sz="quarter" idx="12"/>
          </p:nvPr>
        </p:nvSpPr>
        <p:spPr/>
        <p:txBody>
          <a:bodyPr/>
          <a:lstStyle/>
          <a:p>
            <a:fld id="{3485D9CA-6DAA-4C3C-A3E2-EDEA918D5F89}" type="slidenum">
              <a:rPr lang="en-US">
                <a:latin typeface="Calibri"/>
              </a:rPr>
              <a:pPr/>
              <a:t>2</a:t>
            </a:fld>
            <a:endParaRPr lang="en-US">
              <a:latin typeface="Calibri"/>
            </a:endParaRPr>
          </a:p>
        </p:txBody>
      </p:sp>
      <p:sp>
        <p:nvSpPr>
          <p:cNvPr id="12" name="Rectangle 3">
            <a:extLst>
              <a:ext uri="{FF2B5EF4-FFF2-40B4-BE49-F238E27FC236}">
                <a16:creationId xmlns:a16="http://schemas.microsoft.com/office/drawing/2014/main" id="{434F488D-9D11-E6B3-F986-BF1182416B0B}"/>
              </a:ext>
            </a:extLst>
          </p:cNvPr>
          <p:cNvSpPr txBox="1">
            <a:spLocks noChangeArrowheads="1"/>
          </p:cNvSpPr>
          <p:nvPr/>
        </p:nvSpPr>
        <p:spPr>
          <a:xfrm>
            <a:off x="632150" y="1453241"/>
            <a:ext cx="10485029" cy="5404759"/>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There are several parallel programming models in common use:</a:t>
            </a:r>
            <a:endParaRPr lang="en-US" sz="1200" dirty="0">
              <a:latin typeface="Arial" panose="020B0604020202020204" pitchFamily="34" charset="0"/>
              <a:cs typeface="Arial" panose="020B0604020202020204" pitchFamily="34" charset="0"/>
            </a:endParaRPr>
          </a:p>
          <a:p>
            <a:pPr lvl="1" algn="just"/>
            <a:r>
              <a:rPr lang="en-US" dirty="0">
                <a:latin typeface="Arial" panose="020B0604020202020204" pitchFamily="34" charset="0"/>
                <a:cs typeface="Arial" panose="020B0604020202020204" pitchFamily="34" charset="0"/>
              </a:rPr>
              <a:t>Shared Memory (without threads)</a:t>
            </a:r>
          </a:p>
          <a:p>
            <a:pPr lvl="1" algn="just"/>
            <a:r>
              <a:rPr lang="en-US" dirty="0">
                <a:latin typeface="Arial" panose="020B0604020202020204" pitchFamily="34" charset="0"/>
                <a:cs typeface="Arial" panose="020B0604020202020204" pitchFamily="34" charset="0"/>
              </a:rPr>
              <a:t>Shared Memory (</a:t>
            </a:r>
            <a:r>
              <a:rPr lang="en-US" dirty="0" smtClean="0">
                <a:latin typeface="Arial" panose="020B0604020202020204" pitchFamily="34" charset="0"/>
                <a:cs typeface="Arial" panose="020B0604020202020204" pitchFamily="34" charset="0"/>
              </a:rPr>
              <a:t>with </a:t>
            </a:r>
            <a:r>
              <a:rPr lang="en-US" dirty="0">
                <a:latin typeface="Arial" panose="020B0604020202020204" pitchFamily="34" charset="0"/>
                <a:cs typeface="Arial" panose="020B0604020202020204" pitchFamily="34" charset="0"/>
              </a:rPr>
              <a:t>threads</a:t>
            </a:r>
            <a:r>
              <a:rPr lang="en-US" dirty="0" smtClean="0">
                <a:latin typeface="Arial" panose="020B0604020202020204" pitchFamily="34" charset="0"/>
                <a:cs typeface="Arial" panose="020B0604020202020204" pitchFamily="34" charset="0"/>
              </a:rPr>
              <a:t>)</a:t>
            </a:r>
            <a:endParaRPr lang="en-US" dirty="0">
              <a:latin typeface="Arial" panose="020B0604020202020204" pitchFamily="34" charset="0"/>
              <a:cs typeface="Arial" panose="020B0604020202020204" pitchFamily="34" charset="0"/>
            </a:endParaRPr>
          </a:p>
          <a:p>
            <a:pPr lvl="1" algn="just"/>
            <a:r>
              <a:rPr lang="en-US" dirty="0">
                <a:latin typeface="Arial" panose="020B0604020202020204" pitchFamily="34" charset="0"/>
                <a:cs typeface="Arial" panose="020B0604020202020204" pitchFamily="34" charset="0"/>
              </a:rPr>
              <a:t>Distributed Memory / Message Passing</a:t>
            </a:r>
          </a:p>
          <a:p>
            <a:pPr lvl="1" algn="just"/>
            <a:r>
              <a:rPr lang="en-US" dirty="0">
                <a:latin typeface="Arial" panose="020B0604020202020204" pitchFamily="34" charset="0"/>
                <a:cs typeface="Arial" panose="020B0604020202020204" pitchFamily="34" charset="0"/>
              </a:rPr>
              <a:t>Data Parallel</a:t>
            </a:r>
          </a:p>
          <a:p>
            <a:pPr lvl="1" algn="just"/>
            <a:r>
              <a:rPr lang="en-US" dirty="0">
                <a:latin typeface="Arial" panose="020B0604020202020204" pitchFamily="34" charset="0"/>
                <a:cs typeface="Arial" panose="020B0604020202020204" pitchFamily="34" charset="0"/>
              </a:rPr>
              <a:t>Hybrid</a:t>
            </a:r>
          </a:p>
          <a:p>
            <a:pPr lvl="1" algn="just"/>
            <a:r>
              <a:rPr lang="en-US" dirty="0">
                <a:latin typeface="Arial" panose="020B0604020202020204" pitchFamily="34" charset="0"/>
                <a:cs typeface="Arial" panose="020B0604020202020204" pitchFamily="34" charset="0"/>
              </a:rPr>
              <a:t>Single Program Multiple Data (SPMD)</a:t>
            </a:r>
          </a:p>
          <a:p>
            <a:pPr lvl="1" algn="just"/>
            <a:r>
              <a:rPr lang="en-US" dirty="0">
                <a:latin typeface="Arial" panose="020B0604020202020204" pitchFamily="34" charset="0"/>
                <a:cs typeface="Arial" panose="020B0604020202020204" pitchFamily="34" charset="0"/>
              </a:rPr>
              <a:t>Multiple Program Multiple Data (MPMD)</a:t>
            </a:r>
          </a:p>
          <a:p>
            <a:pPr lvl="1" algn="just"/>
            <a:endParaRPr lang="en-US"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Parallel programming models exist as an abstraction above hardware and memory architectures.</a:t>
            </a:r>
          </a:p>
        </p:txBody>
      </p:sp>
    </p:spTree>
    <p:custDataLst>
      <p:tags r:id="rId1"/>
    </p:custDataLst>
    <p:extLst>
      <p:ext uri="{BB962C8B-B14F-4D97-AF65-F5344CB8AC3E}">
        <p14:creationId xmlns:p14="http://schemas.microsoft.com/office/powerpoint/2010/main" val="191485133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C4DF19-185A-CEE5-6635-57229EC5233F}"/>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91526CA0-08AC-0A5C-CB7D-77985FD076A2}"/>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Overview</a:t>
            </a:r>
          </a:p>
        </p:txBody>
      </p:sp>
      <p:sp>
        <p:nvSpPr>
          <p:cNvPr id="3" name="Slide Number Placeholder 2">
            <a:extLst>
              <a:ext uri="{FF2B5EF4-FFF2-40B4-BE49-F238E27FC236}">
                <a16:creationId xmlns:a16="http://schemas.microsoft.com/office/drawing/2014/main" id="{74DB334D-C63C-73DF-A56B-2461534F0CD4}"/>
              </a:ext>
            </a:extLst>
          </p:cNvPr>
          <p:cNvSpPr>
            <a:spLocks noGrp="1"/>
          </p:cNvSpPr>
          <p:nvPr>
            <p:ph type="sldNum" sz="quarter" idx="12"/>
          </p:nvPr>
        </p:nvSpPr>
        <p:spPr/>
        <p:txBody>
          <a:bodyPr/>
          <a:lstStyle/>
          <a:p>
            <a:fld id="{3485D9CA-6DAA-4C3C-A3E2-EDEA918D5F89}" type="slidenum">
              <a:rPr lang="en-US">
                <a:latin typeface="Calibri"/>
              </a:rPr>
              <a:pPr/>
              <a:t>3</a:t>
            </a:fld>
            <a:endParaRPr lang="en-US">
              <a:latin typeface="Calibri"/>
            </a:endParaRPr>
          </a:p>
        </p:txBody>
      </p:sp>
      <p:sp>
        <p:nvSpPr>
          <p:cNvPr id="12" name="Rectangle 3">
            <a:extLst>
              <a:ext uri="{FF2B5EF4-FFF2-40B4-BE49-F238E27FC236}">
                <a16:creationId xmlns:a16="http://schemas.microsoft.com/office/drawing/2014/main" id="{C238A056-2B85-5DD3-52B2-D45208FA8C96}"/>
              </a:ext>
            </a:extLst>
          </p:cNvPr>
          <p:cNvSpPr txBox="1">
            <a:spLocks noChangeArrowheads="1"/>
          </p:cNvSpPr>
          <p:nvPr/>
        </p:nvSpPr>
        <p:spPr>
          <a:xfrm>
            <a:off x="632150" y="1453241"/>
            <a:ext cx="10485029" cy="5404759"/>
          </a:xfrm>
          <a:prstGeom prst="rect">
            <a:avLst/>
          </a:prstGeom>
          <a:ln w="15875">
            <a:noFill/>
          </a:ln>
        </p:spPr>
        <p:txBody>
          <a:bodyPr vert="horz" lIns="91440" tIns="45720" rIns="91440" bIns="45720" rtlCol="0">
            <a:normAutofit lnSpcReduction="10000"/>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Although it might not seem apparent, these models are NOT specific to a particular type of machine or memory architecture. In fact, any of these models can (theoretically) be implemented on any underlying hardware.</a:t>
            </a:r>
          </a:p>
          <a:p>
            <a:pPr algn="just"/>
            <a:endParaRPr lang="en-US" dirty="0">
              <a:latin typeface="Arial" panose="020B0604020202020204" pitchFamily="34" charset="0"/>
              <a:cs typeface="Arial" panose="020B0604020202020204" pitchFamily="34" charset="0"/>
            </a:endParaRPr>
          </a:p>
          <a:p>
            <a:pPr algn="just"/>
            <a:r>
              <a:rPr lang="en-US" b="1" dirty="0">
                <a:solidFill>
                  <a:srgbClr val="00B050"/>
                </a:solidFill>
                <a:latin typeface="Arial" panose="020B0604020202020204" pitchFamily="34" charset="0"/>
                <a:cs typeface="Arial" panose="020B0604020202020204" pitchFamily="34" charset="0"/>
              </a:rPr>
              <a:t>Shared memory model</a:t>
            </a:r>
            <a:r>
              <a:rPr lang="en-US" dirty="0">
                <a:latin typeface="Arial" panose="020B0604020202020204" pitchFamily="34" charset="0"/>
                <a:cs typeface="Arial" panose="020B0604020202020204" pitchFamily="34" charset="0"/>
              </a:rPr>
              <a:t> on a </a:t>
            </a:r>
            <a:r>
              <a:rPr lang="en-US" b="1" dirty="0">
                <a:solidFill>
                  <a:srgbClr val="00B050"/>
                </a:solidFill>
                <a:latin typeface="Arial" panose="020B0604020202020204" pitchFamily="34" charset="0"/>
                <a:cs typeface="Arial" panose="020B0604020202020204" pitchFamily="34" charset="0"/>
              </a:rPr>
              <a:t>distributed memory machine</a:t>
            </a:r>
            <a:r>
              <a:rPr lang="en-US" dirty="0">
                <a:latin typeface="Arial" panose="020B0604020202020204" pitchFamily="34" charset="0"/>
                <a:cs typeface="Arial" panose="020B0604020202020204" pitchFamily="34" charset="0"/>
              </a:rPr>
              <a:t>: Kendall Square Research (KSR) ALLCACHE approach. Machine memory was physically distributed across networked machines but appeared to the user as a single shared memory global address space. Generically, this approach is referred to as "virtual shared memory".</a:t>
            </a:r>
          </a:p>
          <a:p>
            <a:pPr algn="just"/>
            <a:endParaRPr lang="en-US" dirty="0">
              <a:latin typeface="Arial" panose="020B0604020202020204" pitchFamily="34" charset="0"/>
              <a:cs typeface="Arial" panose="020B0604020202020204" pitchFamily="34" charset="0"/>
            </a:endParaRPr>
          </a:p>
          <a:p>
            <a:pPr algn="just"/>
            <a:r>
              <a:rPr lang="en-US" b="1" dirty="0">
                <a:solidFill>
                  <a:srgbClr val="00B050"/>
                </a:solidFill>
                <a:latin typeface="Arial" panose="020B0604020202020204" pitchFamily="34" charset="0"/>
                <a:cs typeface="Arial" panose="020B0604020202020204" pitchFamily="34" charset="0"/>
              </a:rPr>
              <a:t>Distributed memory model</a:t>
            </a:r>
            <a:r>
              <a:rPr lang="en-US" dirty="0">
                <a:latin typeface="Arial" panose="020B0604020202020204" pitchFamily="34" charset="0"/>
                <a:cs typeface="Arial" panose="020B0604020202020204" pitchFamily="34" charset="0"/>
              </a:rPr>
              <a:t> on a </a:t>
            </a:r>
            <a:r>
              <a:rPr lang="en-US" b="1" dirty="0">
                <a:solidFill>
                  <a:srgbClr val="00B050"/>
                </a:solidFill>
                <a:latin typeface="Arial" panose="020B0604020202020204" pitchFamily="34" charset="0"/>
                <a:cs typeface="Arial" panose="020B0604020202020204" pitchFamily="34" charset="0"/>
              </a:rPr>
              <a:t>shared memory machine</a:t>
            </a:r>
            <a:r>
              <a:rPr lang="en-US" dirty="0" smtClean="0">
                <a:latin typeface="Arial" panose="020B0604020202020204" pitchFamily="34" charset="0"/>
                <a:cs typeface="Arial" panose="020B0604020202020204" pitchFamily="34" charset="0"/>
              </a:rPr>
              <a:t>: Message Passing Interface (MPI) on SGI Origin 2000 employed </a:t>
            </a:r>
            <a:r>
              <a:rPr lang="en-US" dirty="0">
                <a:latin typeface="Arial" panose="020B0604020202020204" pitchFamily="34" charset="0"/>
                <a:cs typeface="Arial" panose="020B0604020202020204" pitchFamily="34" charset="0"/>
              </a:rPr>
              <a:t>the CC-NUMA </a:t>
            </a:r>
            <a:r>
              <a:rPr lang="en-US" dirty="0" smtClean="0">
                <a:latin typeface="Arial" panose="020B0604020202020204" pitchFamily="34" charset="0"/>
                <a:cs typeface="Arial" panose="020B0604020202020204" pitchFamily="34" charset="0"/>
              </a:rPr>
              <a:t>(</a:t>
            </a:r>
            <a:r>
              <a:rPr lang="en-US" dirty="0">
                <a:latin typeface="Arial" panose="020B0604020202020204" pitchFamily="34" charset="0"/>
                <a:cs typeface="Arial" panose="020B0604020202020204" pitchFamily="34" charset="0"/>
              </a:rPr>
              <a:t>Cache-Coherent Non-Uniform Memory Access) </a:t>
            </a:r>
            <a:r>
              <a:rPr lang="en-US" dirty="0" smtClean="0">
                <a:latin typeface="Arial" panose="020B0604020202020204" pitchFamily="34" charset="0"/>
                <a:cs typeface="Arial" panose="020B0604020202020204" pitchFamily="34" charset="0"/>
              </a:rPr>
              <a:t>type of shared memory architecture, where every task has direct access to global memory. However, the ability to send and receive messages using MPI, as is commonly done over a network of distributed memory machines, was implemented and commonly used.</a:t>
            </a:r>
            <a:endParaRPr lang="en-US" dirty="0">
              <a:latin typeface="Arial" panose="020B0604020202020204" pitchFamily="34" charset="0"/>
              <a:cs typeface="Arial" panose="020B0604020202020204" pitchFamily="34" charset="0"/>
            </a:endParaRPr>
          </a:p>
        </p:txBody>
      </p:sp>
    </p:spTree>
    <p:custDataLst>
      <p:tags r:id="rId1"/>
    </p:custDataLst>
    <p:extLst>
      <p:ext uri="{BB962C8B-B14F-4D97-AF65-F5344CB8AC3E}">
        <p14:creationId xmlns:p14="http://schemas.microsoft.com/office/powerpoint/2010/main" val="393498033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336247-DBB7-B80B-7CC4-9E1620A7B8A4}"/>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80B788B9-5613-04BF-B43E-2CFCFAECCDB7}"/>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Overview</a:t>
            </a:r>
          </a:p>
        </p:txBody>
      </p:sp>
      <p:sp>
        <p:nvSpPr>
          <p:cNvPr id="3" name="Slide Number Placeholder 2">
            <a:extLst>
              <a:ext uri="{FF2B5EF4-FFF2-40B4-BE49-F238E27FC236}">
                <a16:creationId xmlns:a16="http://schemas.microsoft.com/office/drawing/2014/main" id="{ADA40CD4-05C5-D0FF-4DAF-47FFBB7A8B0C}"/>
              </a:ext>
            </a:extLst>
          </p:cNvPr>
          <p:cNvSpPr>
            <a:spLocks noGrp="1"/>
          </p:cNvSpPr>
          <p:nvPr>
            <p:ph type="sldNum" sz="quarter" idx="12"/>
          </p:nvPr>
        </p:nvSpPr>
        <p:spPr/>
        <p:txBody>
          <a:bodyPr/>
          <a:lstStyle/>
          <a:p>
            <a:fld id="{3485D9CA-6DAA-4C3C-A3E2-EDEA918D5F89}" type="slidenum">
              <a:rPr lang="en-US">
                <a:latin typeface="Calibri"/>
              </a:rPr>
              <a:pPr/>
              <a:t>4</a:t>
            </a:fld>
            <a:endParaRPr lang="en-US">
              <a:latin typeface="Calibri"/>
            </a:endParaRPr>
          </a:p>
        </p:txBody>
      </p:sp>
      <p:sp>
        <p:nvSpPr>
          <p:cNvPr id="12" name="Rectangle 3">
            <a:extLst>
              <a:ext uri="{FF2B5EF4-FFF2-40B4-BE49-F238E27FC236}">
                <a16:creationId xmlns:a16="http://schemas.microsoft.com/office/drawing/2014/main" id="{A6829CA8-043B-70B9-B5EA-7F045A1FF801}"/>
              </a:ext>
            </a:extLst>
          </p:cNvPr>
          <p:cNvSpPr txBox="1">
            <a:spLocks noChangeArrowheads="1"/>
          </p:cNvSpPr>
          <p:nvPr/>
        </p:nvSpPr>
        <p:spPr>
          <a:xfrm>
            <a:off x="632150" y="1453241"/>
            <a:ext cx="10485029" cy="5404759"/>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Which model to use is often a combination of what is available and personal choice. </a:t>
            </a:r>
            <a:r>
              <a:rPr lang="en-US" b="1" dirty="0">
                <a:solidFill>
                  <a:srgbClr val="FF0000"/>
                </a:solidFill>
                <a:latin typeface="Arial" panose="020B0604020202020204" pitchFamily="34" charset="0"/>
                <a:cs typeface="Arial" panose="020B0604020202020204" pitchFamily="34" charset="0"/>
              </a:rPr>
              <a:t>There is no "best" model</a:t>
            </a:r>
            <a:r>
              <a:rPr lang="en-US" dirty="0">
                <a:latin typeface="Arial" panose="020B0604020202020204" pitchFamily="34" charset="0"/>
                <a:cs typeface="Arial" panose="020B0604020202020204" pitchFamily="34" charset="0"/>
              </a:rPr>
              <a:t>, although there certainly are better implementations of some models over others. </a:t>
            </a:r>
          </a:p>
          <a:p>
            <a:pPr algn="just"/>
            <a:endParaRPr lang="en-US"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This lecture describes each of the models mentioned above and discuss some of their actual implementations.</a:t>
            </a:r>
          </a:p>
        </p:txBody>
      </p:sp>
    </p:spTree>
    <p:custDataLst>
      <p:tags r:id="rId1"/>
    </p:custDataLst>
    <p:extLst>
      <p:ext uri="{BB962C8B-B14F-4D97-AF65-F5344CB8AC3E}">
        <p14:creationId xmlns:p14="http://schemas.microsoft.com/office/powerpoint/2010/main" val="107786368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ED4B99-1590-E1EE-1B09-C5BF42166A56}"/>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9BBF7C2C-6252-C5CD-7476-7A65977DF4E3}"/>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Shared Memory Model (without threads)</a:t>
            </a:r>
          </a:p>
        </p:txBody>
      </p:sp>
      <p:sp>
        <p:nvSpPr>
          <p:cNvPr id="3" name="Slide Number Placeholder 2">
            <a:extLst>
              <a:ext uri="{FF2B5EF4-FFF2-40B4-BE49-F238E27FC236}">
                <a16:creationId xmlns:a16="http://schemas.microsoft.com/office/drawing/2014/main" id="{1035D286-0F51-9CE6-0DBC-BEC0A4739CF2}"/>
              </a:ext>
            </a:extLst>
          </p:cNvPr>
          <p:cNvSpPr>
            <a:spLocks noGrp="1"/>
          </p:cNvSpPr>
          <p:nvPr>
            <p:ph type="sldNum" sz="quarter" idx="12"/>
          </p:nvPr>
        </p:nvSpPr>
        <p:spPr/>
        <p:txBody>
          <a:bodyPr/>
          <a:lstStyle/>
          <a:p>
            <a:fld id="{3485D9CA-6DAA-4C3C-A3E2-EDEA918D5F89}" type="slidenum">
              <a:rPr lang="en-US">
                <a:latin typeface="Calibri"/>
              </a:rPr>
              <a:pPr/>
              <a:t>5</a:t>
            </a:fld>
            <a:endParaRPr lang="en-US">
              <a:latin typeface="Calibri"/>
            </a:endParaRPr>
          </a:p>
        </p:txBody>
      </p:sp>
      <p:sp>
        <p:nvSpPr>
          <p:cNvPr id="12" name="Rectangle 3">
            <a:extLst>
              <a:ext uri="{FF2B5EF4-FFF2-40B4-BE49-F238E27FC236}">
                <a16:creationId xmlns:a16="http://schemas.microsoft.com/office/drawing/2014/main" id="{9A7BB697-F8BF-37BF-E418-F8802510C862}"/>
              </a:ext>
            </a:extLst>
          </p:cNvPr>
          <p:cNvSpPr txBox="1">
            <a:spLocks noChangeArrowheads="1"/>
          </p:cNvSpPr>
          <p:nvPr/>
        </p:nvSpPr>
        <p:spPr>
          <a:xfrm>
            <a:off x="632150" y="1453241"/>
            <a:ext cx="10485029" cy="5404759"/>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In this programming model, processes/tasks share a common address space, which they read and write to </a:t>
            </a:r>
            <a:r>
              <a:rPr lang="en-US" dirty="0" smtClean="0">
                <a:latin typeface="Arial" panose="020B0604020202020204" pitchFamily="34" charset="0"/>
                <a:cs typeface="Arial" panose="020B0604020202020204" pitchFamily="34" charset="0"/>
              </a:rPr>
              <a:t>asynchronously, </a:t>
            </a:r>
            <a:r>
              <a:rPr lang="en-US" dirty="0">
                <a:latin typeface="Arial" panose="020B0604020202020204" pitchFamily="34" charset="0"/>
                <a:cs typeface="Arial" panose="020B0604020202020204" pitchFamily="34" charset="0"/>
              </a:rPr>
              <a:t>meaning that processes do not need to explicitly communicate but rather access shared data </a:t>
            </a:r>
            <a:r>
              <a:rPr lang="en-US" dirty="0" smtClean="0">
                <a:latin typeface="Arial" panose="020B0604020202020204" pitchFamily="34" charset="0"/>
                <a:cs typeface="Arial" panose="020B0604020202020204" pitchFamily="34" charset="0"/>
              </a:rPr>
              <a:t>directly.</a:t>
            </a:r>
            <a:endParaRPr lang="en-US"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Various mechanisms such as locks / semaphores are used to control access to the shared memory, resolve contentions and to prevent race conditions (where multiple processes modify data unpredictably) and </a:t>
            </a:r>
            <a:r>
              <a:rPr lang="en-US" dirty="0" smtClean="0">
                <a:latin typeface="Arial" panose="020B0604020202020204" pitchFamily="34" charset="0"/>
                <a:cs typeface="Arial" panose="020B0604020202020204" pitchFamily="34" charset="0"/>
              </a:rPr>
              <a:t>deadlocks (situations </a:t>
            </a:r>
            <a:r>
              <a:rPr lang="en-US" dirty="0">
                <a:latin typeface="Arial" panose="020B0604020202020204" pitchFamily="34" charset="0"/>
                <a:cs typeface="Arial" panose="020B0604020202020204" pitchFamily="34" charset="0"/>
              </a:rPr>
              <a:t>where processes wait indefinitely for resources</a:t>
            </a:r>
            <a:r>
              <a:rPr lang="en-US" dirty="0" smtClean="0">
                <a:latin typeface="Arial" panose="020B0604020202020204" pitchFamily="34" charset="0"/>
                <a:cs typeface="Arial" panose="020B0604020202020204" pitchFamily="34" charset="0"/>
              </a:rPr>
              <a:t>).</a:t>
            </a:r>
            <a:endParaRPr lang="en-US"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This is perhaps the simplest parallel programming model.</a:t>
            </a:r>
          </a:p>
          <a:p>
            <a:pPr algn="just"/>
            <a:endParaRPr lang="en-US" sz="1200"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An advantage of this model from the programmer's point of view is that the notion of data "ownership" is lacking, so there is no need to specify explicitly the communication of data between tasks. All processes see and have equal access to shared memory. Program development can often be simplified.</a:t>
            </a:r>
          </a:p>
        </p:txBody>
      </p:sp>
    </p:spTree>
    <p:custDataLst>
      <p:tags r:id="rId1"/>
    </p:custDataLst>
    <p:extLst>
      <p:ext uri="{BB962C8B-B14F-4D97-AF65-F5344CB8AC3E}">
        <p14:creationId xmlns:p14="http://schemas.microsoft.com/office/powerpoint/2010/main" val="421085228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8B1145-B8FF-9C30-CCE8-C1599BC2E3ED}"/>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328B00A6-376E-B3F5-9BC3-A663C94FCA4B}"/>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Shared Memory Model (without threads)</a:t>
            </a:r>
          </a:p>
        </p:txBody>
      </p:sp>
      <p:sp>
        <p:nvSpPr>
          <p:cNvPr id="3" name="Slide Number Placeholder 2">
            <a:extLst>
              <a:ext uri="{FF2B5EF4-FFF2-40B4-BE49-F238E27FC236}">
                <a16:creationId xmlns:a16="http://schemas.microsoft.com/office/drawing/2014/main" id="{1658005D-F8F1-8A7B-FB23-078692FA5A09}"/>
              </a:ext>
            </a:extLst>
          </p:cNvPr>
          <p:cNvSpPr>
            <a:spLocks noGrp="1"/>
          </p:cNvSpPr>
          <p:nvPr>
            <p:ph type="sldNum" sz="quarter" idx="12"/>
          </p:nvPr>
        </p:nvSpPr>
        <p:spPr/>
        <p:txBody>
          <a:bodyPr/>
          <a:lstStyle/>
          <a:p>
            <a:fld id="{3485D9CA-6DAA-4C3C-A3E2-EDEA918D5F89}" type="slidenum">
              <a:rPr lang="en-US">
                <a:latin typeface="Calibri"/>
              </a:rPr>
              <a:pPr/>
              <a:t>6</a:t>
            </a:fld>
            <a:endParaRPr lang="en-US">
              <a:latin typeface="Calibri"/>
            </a:endParaRPr>
          </a:p>
        </p:txBody>
      </p:sp>
      <p:sp>
        <p:nvSpPr>
          <p:cNvPr id="12" name="Rectangle 3">
            <a:extLst>
              <a:ext uri="{FF2B5EF4-FFF2-40B4-BE49-F238E27FC236}">
                <a16:creationId xmlns:a16="http://schemas.microsoft.com/office/drawing/2014/main" id="{F2CBFF1E-ACF0-B438-39A7-FF424E7FA7F7}"/>
              </a:ext>
            </a:extLst>
          </p:cNvPr>
          <p:cNvSpPr txBox="1">
            <a:spLocks noChangeArrowheads="1"/>
          </p:cNvSpPr>
          <p:nvPr/>
        </p:nvSpPr>
        <p:spPr>
          <a:xfrm>
            <a:off x="632150" y="1453241"/>
            <a:ext cx="10104160" cy="5404759"/>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An important disadvantage in terms of performance is that it becomes more difficult to understand and manage data locality:</a:t>
            </a:r>
          </a:p>
          <a:p>
            <a:pPr lvl="2" algn="just"/>
            <a:r>
              <a:rPr lang="en-US" dirty="0">
                <a:latin typeface="Arial" panose="020B0604020202020204" pitchFamily="34" charset="0"/>
                <a:cs typeface="Arial" panose="020B0604020202020204" pitchFamily="34" charset="0"/>
              </a:rPr>
              <a:t>If a process works with data that is stored close to it (e.g., in its own cache or memory), it does not need to access shared memory frequently. </a:t>
            </a:r>
            <a:endParaRPr lang="en-US" dirty="0" smtClean="0">
              <a:latin typeface="Arial" panose="020B0604020202020204" pitchFamily="34" charset="0"/>
              <a:cs typeface="Arial" panose="020B0604020202020204" pitchFamily="34" charset="0"/>
            </a:endParaRPr>
          </a:p>
          <a:p>
            <a:pPr lvl="2" algn="just"/>
            <a:r>
              <a:rPr lang="en-US" dirty="0" smtClean="0">
                <a:latin typeface="Arial" panose="020B0604020202020204" pitchFamily="34" charset="0"/>
                <a:cs typeface="Arial" panose="020B0604020202020204" pitchFamily="34" charset="0"/>
              </a:rPr>
              <a:t>Accessing </a:t>
            </a:r>
            <a:r>
              <a:rPr lang="en-US" dirty="0">
                <a:latin typeface="Arial" panose="020B0604020202020204" pitchFamily="34" charset="0"/>
                <a:cs typeface="Arial" panose="020B0604020202020204" pitchFamily="34" charset="0"/>
              </a:rPr>
              <a:t>memory (especially shared memory) takes time and resources</a:t>
            </a:r>
            <a:r>
              <a:rPr lang="en-US" dirty="0" smtClean="0">
                <a:latin typeface="Arial" panose="020B0604020202020204" pitchFamily="34" charset="0"/>
                <a:cs typeface="Arial" panose="020B0604020202020204" pitchFamily="34" charset="0"/>
              </a:rPr>
              <a:t>. If </a:t>
            </a:r>
            <a:r>
              <a:rPr lang="en-US" dirty="0">
                <a:latin typeface="Arial" panose="020B0604020202020204" pitchFamily="34" charset="0"/>
                <a:cs typeface="Arial" panose="020B0604020202020204" pitchFamily="34" charset="0"/>
              </a:rPr>
              <a:t>a process can keep the data in its local cache or memory, it avoids costly accesses to the shared memory. </a:t>
            </a:r>
            <a:endParaRPr lang="en-US" dirty="0" smtClean="0">
              <a:latin typeface="Arial" panose="020B0604020202020204" pitchFamily="34" charset="0"/>
              <a:cs typeface="Arial" panose="020B0604020202020204" pitchFamily="34" charset="0"/>
            </a:endParaRPr>
          </a:p>
          <a:p>
            <a:pPr lvl="2" algn="just"/>
            <a:r>
              <a:rPr lang="en-US" dirty="0" smtClean="0">
                <a:latin typeface="Arial" panose="020B0604020202020204" pitchFamily="34" charset="0"/>
                <a:cs typeface="Arial" panose="020B0604020202020204" pitchFamily="34" charset="0"/>
              </a:rPr>
              <a:t>Modern </a:t>
            </a:r>
            <a:r>
              <a:rPr lang="en-US" dirty="0">
                <a:latin typeface="Arial" panose="020B0604020202020204" pitchFamily="34" charset="0"/>
                <a:cs typeface="Arial" panose="020B0604020202020204" pitchFamily="34" charset="0"/>
              </a:rPr>
              <a:t>processors use caches to store frequently used data</a:t>
            </a:r>
            <a:r>
              <a:rPr lang="en-US" dirty="0" smtClean="0">
                <a:latin typeface="Arial" panose="020B0604020202020204" pitchFamily="34" charset="0"/>
                <a:cs typeface="Arial" panose="020B0604020202020204" pitchFamily="34" charset="0"/>
              </a:rPr>
              <a:t>. If </a:t>
            </a:r>
            <a:r>
              <a:rPr lang="en-US" dirty="0">
                <a:latin typeface="Arial" panose="020B0604020202020204" pitchFamily="34" charset="0"/>
                <a:cs typeface="Arial" panose="020B0604020202020204" pitchFamily="34" charset="0"/>
              </a:rPr>
              <a:t>multiple processes keep accessing the same shared data, the cache keeps refreshing (updating), which slows things down</a:t>
            </a:r>
            <a:r>
              <a:rPr lang="en-US" dirty="0" smtClean="0">
                <a:latin typeface="Arial" panose="020B0604020202020204" pitchFamily="34" charset="0"/>
                <a:cs typeface="Arial" panose="020B0604020202020204" pitchFamily="34" charset="0"/>
              </a:rPr>
              <a:t>.</a:t>
            </a:r>
          </a:p>
          <a:p>
            <a:pPr lvl="2" algn="just"/>
            <a:r>
              <a:rPr lang="en-US" dirty="0">
                <a:latin typeface="Arial" panose="020B0604020202020204" pitchFamily="34" charset="0"/>
                <a:cs typeface="Arial" panose="020B0604020202020204" pitchFamily="34" charset="0"/>
              </a:rPr>
              <a:t>In a shared memory system, processes communicate via a system bus</a:t>
            </a:r>
            <a:r>
              <a:rPr lang="en-US" dirty="0" smtClean="0">
                <a:latin typeface="Arial" panose="020B0604020202020204" pitchFamily="34" charset="0"/>
                <a:cs typeface="Arial" panose="020B0604020202020204" pitchFamily="34" charset="0"/>
              </a:rPr>
              <a:t>. If </a:t>
            </a:r>
            <a:r>
              <a:rPr lang="en-US" dirty="0">
                <a:latin typeface="Arial" panose="020B0604020202020204" pitchFamily="34" charset="0"/>
                <a:cs typeface="Arial" panose="020B0604020202020204" pitchFamily="34" charset="0"/>
              </a:rPr>
              <a:t>many processes frequently access the same data in shared memory, the bus gets congested, leading to slowdowns.</a:t>
            </a:r>
          </a:p>
          <a:p>
            <a:pPr lvl="1" algn="just"/>
            <a:r>
              <a:rPr lang="en-US" dirty="0" smtClean="0">
                <a:latin typeface="Arial" panose="020B0604020202020204" pitchFamily="34" charset="0"/>
                <a:cs typeface="Arial" panose="020B0604020202020204" pitchFamily="34" charset="0"/>
              </a:rPr>
              <a:t>Unfortunately</a:t>
            </a:r>
            <a:r>
              <a:rPr lang="en-US" dirty="0">
                <a:latin typeface="Arial" panose="020B0604020202020204" pitchFamily="34" charset="0"/>
                <a:cs typeface="Arial" panose="020B0604020202020204" pitchFamily="34" charset="0"/>
              </a:rPr>
              <a:t>, controlling data locality is hard to understand and may be beyond the control of the average user.</a:t>
            </a:r>
          </a:p>
          <a:p>
            <a:pPr lvl="1" algn="just"/>
            <a:endParaRPr lang="en-US" sz="1200" dirty="0">
              <a:latin typeface="Arial" panose="020B0604020202020204" pitchFamily="34" charset="0"/>
              <a:cs typeface="Arial" panose="020B0604020202020204" pitchFamily="34" charset="0"/>
            </a:endParaRPr>
          </a:p>
        </p:txBody>
      </p:sp>
    </p:spTree>
    <p:custDataLst>
      <p:tags r:id="rId1"/>
    </p:custDataLst>
    <p:extLst>
      <p:ext uri="{BB962C8B-B14F-4D97-AF65-F5344CB8AC3E}">
        <p14:creationId xmlns:p14="http://schemas.microsoft.com/office/powerpoint/2010/main" val="88621864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8B1145-B8FF-9C30-CCE8-C1599BC2E3ED}"/>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328B00A6-376E-B3F5-9BC3-A663C94FCA4B}"/>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Shared Memory Model (without threads)</a:t>
            </a:r>
          </a:p>
        </p:txBody>
      </p:sp>
      <p:sp>
        <p:nvSpPr>
          <p:cNvPr id="3" name="Slide Number Placeholder 2">
            <a:extLst>
              <a:ext uri="{FF2B5EF4-FFF2-40B4-BE49-F238E27FC236}">
                <a16:creationId xmlns:a16="http://schemas.microsoft.com/office/drawing/2014/main" id="{1658005D-F8F1-8A7B-FB23-078692FA5A09}"/>
              </a:ext>
            </a:extLst>
          </p:cNvPr>
          <p:cNvSpPr>
            <a:spLocks noGrp="1"/>
          </p:cNvSpPr>
          <p:nvPr>
            <p:ph type="sldNum" sz="quarter" idx="12"/>
          </p:nvPr>
        </p:nvSpPr>
        <p:spPr/>
        <p:txBody>
          <a:bodyPr/>
          <a:lstStyle/>
          <a:p>
            <a:fld id="{3485D9CA-6DAA-4C3C-A3E2-EDEA918D5F89}" type="slidenum">
              <a:rPr lang="en-US">
                <a:latin typeface="Calibri"/>
              </a:rPr>
              <a:pPr/>
              <a:t>7</a:t>
            </a:fld>
            <a:endParaRPr lang="en-US">
              <a:latin typeface="Calibri"/>
            </a:endParaRPr>
          </a:p>
        </p:txBody>
      </p:sp>
      <p:sp>
        <p:nvSpPr>
          <p:cNvPr id="12" name="Rectangle 3">
            <a:extLst>
              <a:ext uri="{FF2B5EF4-FFF2-40B4-BE49-F238E27FC236}">
                <a16:creationId xmlns:a16="http://schemas.microsoft.com/office/drawing/2014/main" id="{F2CBFF1E-ACF0-B438-39A7-FF424E7FA7F7}"/>
              </a:ext>
            </a:extLst>
          </p:cNvPr>
          <p:cNvSpPr txBox="1">
            <a:spLocks noChangeArrowheads="1"/>
          </p:cNvSpPr>
          <p:nvPr/>
        </p:nvSpPr>
        <p:spPr>
          <a:xfrm>
            <a:off x="632150" y="1453241"/>
            <a:ext cx="9591142" cy="5404759"/>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lvl="1" algn="just"/>
            <a:endParaRPr lang="en-US" sz="1200" dirty="0">
              <a:latin typeface="Arial" panose="020B0604020202020204" pitchFamily="34" charset="0"/>
              <a:cs typeface="Arial" panose="020B0604020202020204" pitchFamily="34" charset="0"/>
            </a:endParaRPr>
          </a:p>
          <a:p>
            <a:pPr algn="just"/>
            <a:r>
              <a:rPr lang="en-US" b="1" dirty="0">
                <a:solidFill>
                  <a:srgbClr val="FF0000"/>
                </a:solidFill>
                <a:latin typeface="Arial" panose="020B0604020202020204" pitchFamily="34" charset="0"/>
                <a:cs typeface="Arial" panose="020B0604020202020204" pitchFamily="34" charset="0"/>
              </a:rPr>
              <a:t>Implementation:</a:t>
            </a:r>
          </a:p>
          <a:p>
            <a:pPr lvl="1" algn="just"/>
            <a:r>
              <a:rPr lang="en-US" dirty="0">
                <a:latin typeface="Arial" panose="020B0604020202020204" pitchFamily="34" charset="0"/>
                <a:cs typeface="Arial" panose="020B0604020202020204" pitchFamily="34" charset="0"/>
              </a:rPr>
              <a:t>On shared memory platforms, native operating systems, compilers and/or hardware provide support for shared memory programming. For example, the POSIX standard provides an API for using shared memory, and UNIX provides shared memory segments (</a:t>
            </a:r>
            <a:r>
              <a:rPr lang="en-US" dirty="0" err="1">
                <a:latin typeface="Arial" panose="020B0604020202020204" pitchFamily="34" charset="0"/>
                <a:cs typeface="Arial" panose="020B0604020202020204" pitchFamily="34" charset="0"/>
              </a:rPr>
              <a:t>shmget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shmat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shmctl</a:t>
            </a:r>
            <a:r>
              <a:rPr lang="en-US" dirty="0">
                <a:latin typeface="Arial" panose="020B0604020202020204" pitchFamily="34" charset="0"/>
                <a:cs typeface="Arial" panose="020B0604020202020204" pitchFamily="34" charset="0"/>
              </a:rPr>
              <a:t>, etc</a:t>
            </a:r>
            <a:r>
              <a:rPr lang="en-US" dirty="0" smtClean="0">
                <a:latin typeface="Arial" panose="020B0604020202020204" pitchFamily="34" charset="0"/>
                <a:cs typeface="Arial" panose="020B0604020202020204" pitchFamily="34" charset="0"/>
              </a:rPr>
              <a:t>.).</a:t>
            </a:r>
          </a:p>
          <a:p>
            <a:pPr marL="411480" lvl="1" indent="0" algn="just">
              <a:buNone/>
            </a:pPr>
            <a:endParaRPr lang="en-US" dirty="0">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9C95AD9D-B0D5-5553-7AD4-39B5705272B4}"/>
              </a:ext>
            </a:extLst>
          </p:cNvPr>
          <p:cNvPicPr>
            <a:picLocks noChangeAspect="1"/>
          </p:cNvPicPr>
          <p:nvPr/>
        </p:nvPicPr>
        <p:blipFill>
          <a:blip r:embed="rId3"/>
          <a:stretch>
            <a:fillRect/>
          </a:stretch>
        </p:blipFill>
        <p:spPr>
          <a:xfrm>
            <a:off x="3774837" y="3394072"/>
            <a:ext cx="3951255" cy="3231580"/>
          </a:xfrm>
          <a:prstGeom prst="rect">
            <a:avLst/>
          </a:prstGeom>
        </p:spPr>
      </p:pic>
    </p:spTree>
    <p:custDataLst>
      <p:tags r:id="rId1"/>
    </p:custDataLst>
    <p:extLst>
      <p:ext uri="{BB962C8B-B14F-4D97-AF65-F5344CB8AC3E}">
        <p14:creationId xmlns:p14="http://schemas.microsoft.com/office/powerpoint/2010/main" val="298931829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854D15-807D-DEEB-E987-818F48B6A942}"/>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BBDCE850-B3E7-90EE-5D9B-90F1CF732ECB}"/>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Threads Model</a:t>
            </a:r>
          </a:p>
        </p:txBody>
      </p:sp>
      <p:sp>
        <p:nvSpPr>
          <p:cNvPr id="3" name="Slide Number Placeholder 2">
            <a:extLst>
              <a:ext uri="{FF2B5EF4-FFF2-40B4-BE49-F238E27FC236}">
                <a16:creationId xmlns:a16="http://schemas.microsoft.com/office/drawing/2014/main" id="{70A67044-AB58-EA92-3CAC-2196E73C4048}"/>
              </a:ext>
            </a:extLst>
          </p:cNvPr>
          <p:cNvSpPr>
            <a:spLocks noGrp="1"/>
          </p:cNvSpPr>
          <p:nvPr>
            <p:ph type="sldNum" sz="quarter" idx="12"/>
          </p:nvPr>
        </p:nvSpPr>
        <p:spPr/>
        <p:txBody>
          <a:bodyPr/>
          <a:lstStyle/>
          <a:p>
            <a:fld id="{3485D9CA-6DAA-4C3C-A3E2-EDEA918D5F89}" type="slidenum">
              <a:rPr lang="en-US">
                <a:latin typeface="Calibri"/>
              </a:rPr>
              <a:pPr/>
              <a:t>8</a:t>
            </a:fld>
            <a:endParaRPr lang="en-US">
              <a:latin typeface="Calibri"/>
            </a:endParaRPr>
          </a:p>
        </p:txBody>
      </p:sp>
      <p:sp>
        <p:nvSpPr>
          <p:cNvPr id="12" name="Rectangle 3">
            <a:extLst>
              <a:ext uri="{FF2B5EF4-FFF2-40B4-BE49-F238E27FC236}">
                <a16:creationId xmlns:a16="http://schemas.microsoft.com/office/drawing/2014/main" id="{1A670165-076F-AC40-0759-6B7B70C28DD2}"/>
              </a:ext>
            </a:extLst>
          </p:cNvPr>
          <p:cNvSpPr txBox="1">
            <a:spLocks noChangeArrowheads="1"/>
          </p:cNvSpPr>
          <p:nvPr/>
        </p:nvSpPr>
        <p:spPr>
          <a:xfrm>
            <a:off x="632150" y="1453241"/>
            <a:ext cx="7597450" cy="5252357"/>
          </a:xfrm>
          <a:prstGeom prst="rect">
            <a:avLst/>
          </a:prstGeom>
          <a:ln w="15875">
            <a:noFill/>
          </a:ln>
        </p:spPr>
        <p:txBody>
          <a:bodyPr vert="horz" lIns="91440" tIns="45720" rIns="91440" bIns="45720" rtlCol="0">
            <a:normAutofit fontScale="85000" lnSpcReduction="20000"/>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In this shared memory programming model, a single “heavy weight” process can have multiple “light weight” concurrent execution paths. For example:</a:t>
            </a:r>
            <a:endParaRPr lang="en-US" sz="1100" dirty="0">
              <a:latin typeface="Arial" panose="020B0604020202020204" pitchFamily="34" charset="0"/>
              <a:cs typeface="Arial" panose="020B0604020202020204" pitchFamily="34" charset="0"/>
            </a:endParaRPr>
          </a:p>
          <a:p>
            <a:pPr lvl="1" algn="just"/>
            <a:r>
              <a:rPr lang="en-US" dirty="0">
                <a:latin typeface="Arial" panose="020B0604020202020204" pitchFamily="34" charset="0"/>
                <a:cs typeface="Arial" panose="020B0604020202020204" pitchFamily="34" charset="0"/>
              </a:rPr>
              <a:t>The operating system schedules the main program </a:t>
            </a:r>
            <a:r>
              <a:rPr lang="en-US" b="1" dirty="0" err="1">
                <a:latin typeface="Arial" panose="020B0604020202020204" pitchFamily="34" charset="0"/>
                <a:cs typeface="Arial" panose="020B0604020202020204" pitchFamily="34" charset="0"/>
              </a:rPr>
              <a:t>a.out</a:t>
            </a:r>
            <a:r>
              <a:rPr lang="en-US" dirty="0">
                <a:latin typeface="Arial" panose="020B0604020202020204" pitchFamily="34" charset="0"/>
                <a:cs typeface="Arial" panose="020B0604020202020204" pitchFamily="34" charset="0"/>
              </a:rPr>
              <a:t> which is loaded and acquires all necessary resources to run. This is the "heavy weight" process.</a:t>
            </a:r>
          </a:p>
          <a:p>
            <a:pPr lvl="1" algn="just"/>
            <a:r>
              <a:rPr lang="en-US" b="1" dirty="0" err="1">
                <a:latin typeface="Arial" panose="020B0604020202020204" pitchFamily="34" charset="0"/>
                <a:cs typeface="Arial" panose="020B0604020202020204" pitchFamily="34" charset="0"/>
              </a:rPr>
              <a:t>a.out</a:t>
            </a:r>
            <a:r>
              <a:rPr lang="en-US" dirty="0">
                <a:latin typeface="Arial" panose="020B0604020202020204" pitchFamily="34" charset="0"/>
                <a:cs typeface="Arial" panose="020B0604020202020204" pitchFamily="34" charset="0"/>
              </a:rPr>
              <a:t> performs some serial work and then </a:t>
            </a:r>
            <a:r>
              <a:rPr lang="en-US" b="1" dirty="0">
                <a:solidFill>
                  <a:srgbClr val="FF0000"/>
                </a:solidFill>
                <a:latin typeface="Arial" panose="020B0604020202020204" pitchFamily="34" charset="0"/>
                <a:cs typeface="Arial" panose="020B0604020202020204" pitchFamily="34" charset="0"/>
              </a:rPr>
              <a:t>creates a number of tasks (threads)</a:t>
            </a:r>
            <a:r>
              <a:rPr lang="en-US" dirty="0">
                <a:latin typeface="Arial" panose="020B0604020202020204" pitchFamily="34" charset="0"/>
                <a:cs typeface="Arial" panose="020B0604020202020204" pitchFamily="34" charset="0"/>
              </a:rPr>
              <a:t> that can be scheduled and run by the operating system concurrently.</a:t>
            </a:r>
          </a:p>
          <a:p>
            <a:pPr lvl="1" algn="just"/>
            <a:r>
              <a:rPr lang="en-US" b="1" dirty="0">
                <a:solidFill>
                  <a:srgbClr val="FF0000"/>
                </a:solidFill>
                <a:latin typeface="Arial" panose="020B0604020202020204" pitchFamily="34" charset="0"/>
                <a:cs typeface="Arial" panose="020B0604020202020204" pitchFamily="34" charset="0"/>
              </a:rPr>
              <a:t>Each thread has local data</a:t>
            </a:r>
            <a:r>
              <a:rPr lang="en-US" dirty="0">
                <a:latin typeface="Arial" panose="020B0604020202020204" pitchFamily="34" charset="0"/>
                <a:cs typeface="Arial" panose="020B0604020202020204" pitchFamily="34" charset="0"/>
              </a:rPr>
              <a:t>, but also, </a:t>
            </a:r>
            <a:r>
              <a:rPr lang="en-US" b="1" dirty="0">
                <a:solidFill>
                  <a:srgbClr val="FF0000"/>
                </a:solidFill>
                <a:latin typeface="Arial" panose="020B0604020202020204" pitchFamily="34" charset="0"/>
                <a:cs typeface="Arial" panose="020B0604020202020204" pitchFamily="34" charset="0"/>
              </a:rPr>
              <a:t>shares the entire resources of</a:t>
            </a:r>
            <a:r>
              <a:rPr lang="en-US" dirty="0">
                <a:latin typeface="Arial" panose="020B0604020202020204" pitchFamily="34" charset="0"/>
                <a:cs typeface="Arial" panose="020B0604020202020204" pitchFamily="34" charset="0"/>
              </a:rPr>
              <a:t> </a:t>
            </a:r>
            <a:r>
              <a:rPr lang="en-US" b="1" dirty="0" err="1">
                <a:latin typeface="Arial" panose="020B0604020202020204" pitchFamily="34" charset="0"/>
                <a:cs typeface="Arial" panose="020B0604020202020204" pitchFamily="34" charset="0"/>
              </a:rPr>
              <a:t>a.out</a:t>
            </a:r>
            <a:r>
              <a:rPr lang="en-US" dirty="0">
                <a:latin typeface="Arial" panose="020B0604020202020204" pitchFamily="34" charset="0"/>
                <a:cs typeface="Arial" panose="020B0604020202020204" pitchFamily="34" charset="0"/>
              </a:rPr>
              <a:t>. This saves the overhead associated with replicating a program's resources for each thread ("light weight"). Each thread also benefits from a global memory view because it shares the memory space of </a:t>
            </a:r>
            <a:r>
              <a:rPr lang="en-US" b="1" dirty="0" err="1">
                <a:latin typeface="Arial" panose="020B0604020202020204" pitchFamily="34" charset="0"/>
                <a:cs typeface="Arial" panose="020B0604020202020204" pitchFamily="34" charset="0"/>
              </a:rPr>
              <a:t>a.out</a:t>
            </a:r>
            <a:r>
              <a:rPr lang="en-US" dirty="0">
                <a:latin typeface="Arial" panose="020B0604020202020204" pitchFamily="34" charset="0"/>
                <a:cs typeface="Arial" panose="020B0604020202020204" pitchFamily="34" charset="0"/>
              </a:rPr>
              <a:t>.</a:t>
            </a:r>
          </a:p>
          <a:p>
            <a:pPr lvl="1" algn="just"/>
            <a:r>
              <a:rPr lang="en-US" dirty="0">
                <a:latin typeface="Arial" panose="020B0604020202020204" pitchFamily="34" charset="0"/>
                <a:cs typeface="Arial" panose="020B0604020202020204" pitchFamily="34" charset="0"/>
              </a:rPr>
              <a:t>A thread's work may best be described as a subroutine within the main program. Any thread can execute any subroutine at the same time as other threads.</a:t>
            </a:r>
          </a:p>
          <a:p>
            <a:pPr lvl="1" algn="just"/>
            <a:r>
              <a:rPr lang="en-US" b="1" dirty="0">
                <a:solidFill>
                  <a:srgbClr val="FF0000"/>
                </a:solidFill>
                <a:latin typeface="Arial" panose="020B0604020202020204" pitchFamily="34" charset="0"/>
                <a:cs typeface="Arial" panose="020B0604020202020204" pitchFamily="34" charset="0"/>
              </a:rPr>
              <a:t>Threads communicate</a:t>
            </a:r>
            <a:r>
              <a:rPr lang="en-US" dirty="0">
                <a:latin typeface="Arial" panose="020B0604020202020204" pitchFamily="34" charset="0"/>
                <a:cs typeface="Arial" panose="020B0604020202020204" pitchFamily="34" charset="0"/>
              </a:rPr>
              <a:t> with each other </a:t>
            </a:r>
            <a:r>
              <a:rPr lang="en-US" b="1" dirty="0">
                <a:solidFill>
                  <a:srgbClr val="FF0000"/>
                </a:solidFill>
                <a:latin typeface="Arial" panose="020B0604020202020204" pitchFamily="34" charset="0"/>
                <a:cs typeface="Arial" panose="020B0604020202020204" pitchFamily="34" charset="0"/>
              </a:rPr>
              <a:t>through global memory</a:t>
            </a:r>
            <a:r>
              <a:rPr lang="en-US" dirty="0">
                <a:latin typeface="Arial" panose="020B0604020202020204" pitchFamily="34" charset="0"/>
                <a:cs typeface="Arial" panose="020B0604020202020204" pitchFamily="34" charset="0"/>
              </a:rPr>
              <a:t> (updating address locations). This requires synchronization constructs to ensure that more than one thread is not updating the same global address at any time.</a:t>
            </a:r>
          </a:p>
          <a:p>
            <a:pPr lvl="1" algn="just"/>
            <a:r>
              <a:rPr lang="en-US" dirty="0">
                <a:latin typeface="Arial" panose="020B0604020202020204" pitchFamily="34" charset="0"/>
                <a:cs typeface="Arial" panose="020B0604020202020204" pitchFamily="34" charset="0"/>
              </a:rPr>
              <a:t>Threads can come and go, but </a:t>
            </a:r>
            <a:r>
              <a:rPr lang="en-US" b="1" dirty="0" err="1">
                <a:latin typeface="Arial" panose="020B0604020202020204" pitchFamily="34" charset="0"/>
                <a:cs typeface="Arial" panose="020B0604020202020204" pitchFamily="34" charset="0"/>
              </a:rPr>
              <a:t>a.out</a:t>
            </a:r>
            <a:r>
              <a:rPr lang="en-US" dirty="0">
                <a:latin typeface="Arial" panose="020B0604020202020204" pitchFamily="34" charset="0"/>
                <a:cs typeface="Arial" panose="020B0604020202020204" pitchFamily="34" charset="0"/>
              </a:rPr>
              <a:t> remains present to provide the necessary shared resources until the application has completed.</a:t>
            </a:r>
          </a:p>
        </p:txBody>
      </p:sp>
      <p:pic>
        <p:nvPicPr>
          <p:cNvPr id="6" name="Picture 5">
            <a:extLst>
              <a:ext uri="{FF2B5EF4-FFF2-40B4-BE49-F238E27FC236}">
                <a16:creationId xmlns:a16="http://schemas.microsoft.com/office/drawing/2014/main" id="{27DE1AFA-9627-DDD1-C353-90C7DB8774A5}"/>
              </a:ext>
            </a:extLst>
          </p:cNvPr>
          <p:cNvPicPr>
            <a:picLocks noChangeAspect="1"/>
          </p:cNvPicPr>
          <p:nvPr/>
        </p:nvPicPr>
        <p:blipFill>
          <a:blip r:embed="rId4"/>
          <a:stretch>
            <a:fillRect/>
          </a:stretch>
        </p:blipFill>
        <p:spPr>
          <a:xfrm>
            <a:off x="8342389" y="1655495"/>
            <a:ext cx="2823378" cy="4389705"/>
          </a:xfrm>
          <a:prstGeom prst="rect">
            <a:avLst/>
          </a:prstGeom>
        </p:spPr>
      </p:pic>
    </p:spTree>
    <p:custDataLst>
      <p:tags r:id="rId1"/>
    </p:custDataLst>
    <p:extLst>
      <p:ext uri="{BB962C8B-B14F-4D97-AF65-F5344CB8AC3E}">
        <p14:creationId xmlns:p14="http://schemas.microsoft.com/office/powerpoint/2010/main" val="169202119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1A4C41-8B5A-0C3F-C0FE-E768A1DCC5B5}"/>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D91E6690-7CE2-3D70-7F05-8BAEB3CFB684}"/>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Threads Model Implementations</a:t>
            </a:r>
          </a:p>
        </p:txBody>
      </p:sp>
      <p:sp>
        <p:nvSpPr>
          <p:cNvPr id="3" name="Slide Number Placeholder 2">
            <a:extLst>
              <a:ext uri="{FF2B5EF4-FFF2-40B4-BE49-F238E27FC236}">
                <a16:creationId xmlns:a16="http://schemas.microsoft.com/office/drawing/2014/main" id="{CFD5089F-A863-98E9-8737-8642BC15F913}"/>
              </a:ext>
            </a:extLst>
          </p:cNvPr>
          <p:cNvSpPr>
            <a:spLocks noGrp="1"/>
          </p:cNvSpPr>
          <p:nvPr>
            <p:ph type="sldNum" sz="quarter" idx="12"/>
          </p:nvPr>
        </p:nvSpPr>
        <p:spPr/>
        <p:txBody>
          <a:bodyPr/>
          <a:lstStyle/>
          <a:p>
            <a:fld id="{3485D9CA-6DAA-4C3C-A3E2-EDEA918D5F89}" type="slidenum">
              <a:rPr lang="en-US">
                <a:latin typeface="Calibri"/>
              </a:rPr>
              <a:pPr/>
              <a:t>9</a:t>
            </a:fld>
            <a:endParaRPr lang="en-US">
              <a:latin typeface="Calibri"/>
            </a:endParaRPr>
          </a:p>
        </p:txBody>
      </p:sp>
      <p:sp>
        <p:nvSpPr>
          <p:cNvPr id="12" name="Rectangle 3">
            <a:extLst>
              <a:ext uri="{FF2B5EF4-FFF2-40B4-BE49-F238E27FC236}">
                <a16:creationId xmlns:a16="http://schemas.microsoft.com/office/drawing/2014/main" id="{1D9E1339-F007-0301-EC66-52FAAA40DBA9}"/>
              </a:ext>
            </a:extLst>
          </p:cNvPr>
          <p:cNvSpPr txBox="1">
            <a:spLocks noChangeArrowheads="1"/>
          </p:cNvSpPr>
          <p:nvPr/>
        </p:nvSpPr>
        <p:spPr>
          <a:xfrm>
            <a:off x="632150" y="1453241"/>
            <a:ext cx="10581282" cy="5404759"/>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endParaRPr lang="en-US" sz="1200" dirty="0">
              <a:latin typeface="Arial" panose="020B0604020202020204" pitchFamily="34" charset="0"/>
              <a:cs typeface="Arial" panose="020B0604020202020204" pitchFamily="34" charset="0"/>
            </a:endParaRPr>
          </a:p>
          <a:p>
            <a:pPr algn="just"/>
            <a:endParaRPr lang="en-US" dirty="0" smtClean="0">
              <a:latin typeface="Arial" panose="020B0604020202020204" pitchFamily="34" charset="0"/>
              <a:cs typeface="Arial" panose="020B0604020202020204" pitchFamily="34" charset="0"/>
            </a:endParaRPr>
          </a:p>
          <a:p>
            <a:pPr algn="just"/>
            <a:endParaRPr lang="en-US" dirty="0">
              <a:latin typeface="Arial" panose="020B0604020202020204" pitchFamily="34" charset="0"/>
              <a:cs typeface="Arial" panose="020B0604020202020204" pitchFamily="34" charset="0"/>
            </a:endParaRPr>
          </a:p>
          <a:p>
            <a:pPr algn="just"/>
            <a:endParaRPr lang="en-US" dirty="0" smtClean="0">
              <a:latin typeface="Arial" panose="020B0604020202020204" pitchFamily="34" charset="0"/>
              <a:cs typeface="Arial" panose="020B0604020202020204" pitchFamily="34" charset="0"/>
            </a:endParaRPr>
          </a:p>
          <a:p>
            <a:pPr algn="just"/>
            <a:endParaRPr lang="en-US" dirty="0" smtClean="0">
              <a:latin typeface="Arial" panose="020B0604020202020204" pitchFamily="34" charset="0"/>
              <a:cs typeface="Arial" panose="020B0604020202020204" pitchFamily="34" charset="0"/>
            </a:endParaRPr>
          </a:p>
          <a:p>
            <a:pPr algn="just"/>
            <a:r>
              <a:rPr lang="en-US" dirty="0" smtClean="0">
                <a:latin typeface="Arial" panose="020B0604020202020204" pitchFamily="34" charset="0"/>
                <a:cs typeface="Arial" panose="020B0604020202020204" pitchFamily="34" charset="0"/>
              </a:rPr>
              <a:t>In </a:t>
            </a:r>
            <a:r>
              <a:rPr lang="en-US" dirty="0">
                <a:latin typeface="Arial" panose="020B0604020202020204" pitchFamily="34" charset="0"/>
                <a:cs typeface="Arial" panose="020B0604020202020204" pitchFamily="34" charset="0"/>
              </a:rPr>
              <a:t>both cases, the programmer is responsible for determining all parallelism.</a:t>
            </a:r>
          </a:p>
          <a:p>
            <a:pPr algn="just"/>
            <a:endParaRPr lang="en-US" sz="1200"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Threaded implementations are not new in computing. In the past, hardware vendors developed their own proprietary threading methods</a:t>
            </a:r>
            <a:r>
              <a:rPr lang="en-US" dirty="0" smtClean="0">
                <a:latin typeface="Arial" panose="020B0604020202020204" pitchFamily="34" charset="0"/>
                <a:cs typeface="Arial" panose="020B0604020202020204" pitchFamily="34" charset="0"/>
              </a:rPr>
              <a:t>. These </a:t>
            </a:r>
            <a:r>
              <a:rPr lang="en-US" dirty="0">
                <a:latin typeface="Arial" panose="020B0604020202020204" pitchFamily="34" charset="0"/>
                <a:cs typeface="Arial" panose="020B0604020202020204" pitchFamily="34" charset="0"/>
              </a:rPr>
              <a:t>implementations were incompatible with each other, making it difficult to write portable, cross-platform multithreaded programs.</a:t>
            </a:r>
            <a:endParaRPr lang="en-US" sz="1200"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Unrelated standardization efforts have resulted in two very different implementations of threads: </a:t>
            </a:r>
            <a:r>
              <a:rPr lang="en-US" b="1" dirty="0">
                <a:solidFill>
                  <a:srgbClr val="FF0000"/>
                </a:solidFill>
                <a:latin typeface="Arial" panose="020B0604020202020204" pitchFamily="34" charset="0"/>
                <a:cs typeface="Arial" panose="020B0604020202020204" pitchFamily="34" charset="0"/>
              </a:rPr>
              <a:t>POSIX Threads</a:t>
            </a:r>
            <a:r>
              <a:rPr lang="en-US" dirty="0">
                <a:latin typeface="Arial" panose="020B0604020202020204" pitchFamily="34" charset="0"/>
                <a:cs typeface="Arial" panose="020B0604020202020204" pitchFamily="34" charset="0"/>
              </a:rPr>
              <a:t> and </a:t>
            </a:r>
            <a:r>
              <a:rPr lang="en-US" b="1" dirty="0">
                <a:solidFill>
                  <a:srgbClr val="FF0000"/>
                </a:solidFill>
                <a:latin typeface="Arial" panose="020B0604020202020204" pitchFamily="34" charset="0"/>
                <a:cs typeface="Arial" panose="020B0604020202020204" pitchFamily="34" charset="0"/>
              </a:rPr>
              <a:t>OpenMP</a:t>
            </a:r>
            <a:r>
              <a:rPr lang="en-US" dirty="0">
                <a:latin typeface="Arial" panose="020B0604020202020204" pitchFamily="34" charset="0"/>
                <a:cs typeface="Arial" panose="020B0604020202020204" pitchFamily="34" charset="0"/>
              </a:rPr>
              <a:t>.</a:t>
            </a:r>
          </a:p>
        </p:txBody>
      </p:sp>
      <p:pic>
        <p:nvPicPr>
          <p:cNvPr id="2" name="Picture 1"/>
          <p:cNvPicPr>
            <a:picLocks noChangeAspect="1"/>
          </p:cNvPicPr>
          <p:nvPr/>
        </p:nvPicPr>
        <p:blipFill>
          <a:blip r:embed="rId3"/>
          <a:stretch>
            <a:fillRect/>
          </a:stretch>
        </p:blipFill>
        <p:spPr>
          <a:xfrm>
            <a:off x="764620" y="961545"/>
            <a:ext cx="9383721" cy="2216370"/>
          </a:xfrm>
          <a:prstGeom prst="rect">
            <a:avLst/>
          </a:prstGeom>
        </p:spPr>
      </p:pic>
    </p:spTree>
    <p:custDataLst>
      <p:tags r:id="rId1"/>
    </p:custDataLst>
    <p:extLst>
      <p:ext uri="{BB962C8B-B14F-4D97-AF65-F5344CB8AC3E}">
        <p14:creationId xmlns:p14="http://schemas.microsoft.com/office/powerpoint/2010/main" val="385860948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9DF294-D741-A282-2DB7-7F9BB7A0BD7B}"/>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505A3B12-0BFE-E18E-86B6-029210BA0359}"/>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Threads Model Implementations</a:t>
            </a:r>
          </a:p>
        </p:txBody>
      </p:sp>
      <p:sp>
        <p:nvSpPr>
          <p:cNvPr id="3" name="Slide Number Placeholder 2">
            <a:extLst>
              <a:ext uri="{FF2B5EF4-FFF2-40B4-BE49-F238E27FC236}">
                <a16:creationId xmlns:a16="http://schemas.microsoft.com/office/drawing/2014/main" id="{06E18F64-4076-0666-5F21-4B2D59E6EB9D}"/>
              </a:ext>
            </a:extLst>
          </p:cNvPr>
          <p:cNvSpPr>
            <a:spLocks noGrp="1"/>
          </p:cNvSpPr>
          <p:nvPr>
            <p:ph type="sldNum" sz="quarter" idx="12"/>
          </p:nvPr>
        </p:nvSpPr>
        <p:spPr/>
        <p:txBody>
          <a:bodyPr/>
          <a:lstStyle/>
          <a:p>
            <a:fld id="{3485D9CA-6DAA-4C3C-A3E2-EDEA918D5F89}" type="slidenum">
              <a:rPr lang="en-US">
                <a:latin typeface="Calibri"/>
              </a:rPr>
              <a:pPr/>
              <a:t>10</a:t>
            </a:fld>
            <a:endParaRPr lang="en-US">
              <a:latin typeface="Calibri"/>
            </a:endParaRPr>
          </a:p>
        </p:txBody>
      </p:sp>
      <p:sp>
        <p:nvSpPr>
          <p:cNvPr id="12" name="Rectangle 3">
            <a:extLst>
              <a:ext uri="{FF2B5EF4-FFF2-40B4-BE49-F238E27FC236}">
                <a16:creationId xmlns:a16="http://schemas.microsoft.com/office/drawing/2014/main" id="{53248F6C-1488-CF93-9C87-E38745B6470A}"/>
              </a:ext>
            </a:extLst>
          </p:cNvPr>
          <p:cNvSpPr txBox="1">
            <a:spLocks noChangeArrowheads="1"/>
          </p:cNvSpPr>
          <p:nvPr/>
        </p:nvSpPr>
        <p:spPr>
          <a:xfrm>
            <a:off x="632150" y="1453241"/>
            <a:ext cx="10581282" cy="5541117"/>
          </a:xfrm>
          <a:prstGeom prst="rect">
            <a:avLst/>
          </a:prstGeom>
          <a:ln w="15875">
            <a:noFill/>
          </a:ln>
        </p:spPr>
        <p:txBody>
          <a:bodyPr vert="horz" lIns="91440" tIns="45720" rIns="91440" bIns="45720" rtlCol="0">
            <a:normAutofit lnSpcReduction="10000"/>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b="1" dirty="0">
                <a:solidFill>
                  <a:srgbClr val="FF0000"/>
                </a:solidFill>
                <a:latin typeface="Arial" panose="020B0604020202020204" pitchFamily="34" charset="0"/>
                <a:cs typeface="Arial" panose="020B0604020202020204" pitchFamily="34" charset="0"/>
              </a:rPr>
              <a:t>POSIX Threads:</a:t>
            </a:r>
            <a:endParaRPr lang="en-US" dirty="0">
              <a:latin typeface="Arial" panose="020B0604020202020204" pitchFamily="34" charset="0"/>
              <a:cs typeface="Arial" panose="020B0604020202020204" pitchFamily="34" charset="0"/>
            </a:endParaRPr>
          </a:p>
          <a:p>
            <a:pPr lvl="1" algn="just"/>
            <a:r>
              <a:rPr lang="en-US" dirty="0">
                <a:latin typeface="Arial" panose="020B0604020202020204" pitchFamily="34" charset="0"/>
                <a:cs typeface="Arial" panose="020B0604020202020204" pitchFamily="34" charset="0"/>
              </a:rPr>
              <a:t>Specified by the IEEE POSIX 1003.1c standard (1995). C Language only</a:t>
            </a:r>
          </a:p>
          <a:p>
            <a:pPr lvl="1" algn="just"/>
            <a:r>
              <a:rPr lang="en-US" dirty="0">
                <a:latin typeface="Arial" panose="020B0604020202020204" pitchFamily="34" charset="0"/>
                <a:cs typeface="Arial" panose="020B0604020202020204" pitchFamily="34" charset="0"/>
              </a:rPr>
              <a:t>Part of Unix/Linux operating systems </a:t>
            </a:r>
          </a:p>
          <a:p>
            <a:pPr lvl="1" algn="just"/>
            <a:r>
              <a:rPr lang="en-US" dirty="0">
                <a:latin typeface="Arial" panose="020B0604020202020204" pitchFamily="34" charset="0"/>
                <a:cs typeface="Arial" panose="020B0604020202020204" pitchFamily="34" charset="0"/>
              </a:rPr>
              <a:t>Library based; requires parallel coding; commonly referred to as </a:t>
            </a:r>
            <a:r>
              <a:rPr lang="en-US" dirty="0" err="1">
                <a:latin typeface="Arial" panose="020B0604020202020204" pitchFamily="34" charset="0"/>
                <a:cs typeface="Arial" panose="020B0604020202020204" pitchFamily="34" charset="0"/>
              </a:rPr>
              <a:t>Pthreads</a:t>
            </a:r>
            <a:r>
              <a:rPr lang="en-US" dirty="0">
                <a:latin typeface="Arial" panose="020B0604020202020204" pitchFamily="34" charset="0"/>
                <a:cs typeface="Arial" panose="020B0604020202020204" pitchFamily="34" charset="0"/>
              </a:rPr>
              <a:t>. </a:t>
            </a:r>
          </a:p>
          <a:p>
            <a:pPr lvl="1" algn="just"/>
            <a:r>
              <a:rPr lang="en-US" dirty="0">
                <a:latin typeface="Arial" panose="020B0604020202020204" pitchFamily="34" charset="0"/>
                <a:cs typeface="Arial" panose="020B0604020202020204" pitchFamily="34" charset="0"/>
              </a:rPr>
              <a:t>Very explicit parallelism; requires significant programmer attention to detail. </a:t>
            </a:r>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r>
              <a:rPr lang="en-US" b="1" dirty="0">
                <a:solidFill>
                  <a:srgbClr val="FF0000"/>
                </a:solidFill>
                <a:latin typeface="Arial" panose="020B0604020202020204" pitchFamily="34" charset="0"/>
                <a:cs typeface="Arial" panose="020B0604020202020204" pitchFamily="34" charset="0"/>
              </a:rPr>
              <a:t>OpenMP: </a:t>
            </a:r>
          </a:p>
          <a:p>
            <a:pPr lvl="1" algn="just"/>
            <a:r>
              <a:rPr lang="en-US" dirty="0">
                <a:latin typeface="Arial" panose="020B0604020202020204" pitchFamily="34" charset="0"/>
                <a:cs typeface="Arial" panose="020B0604020202020204" pitchFamily="34" charset="0"/>
              </a:rPr>
              <a:t>Industry standard, jointly defined and endorsed by a group of major computer hardware and software vendors, organizations and individuals.</a:t>
            </a:r>
          </a:p>
          <a:p>
            <a:pPr lvl="1" algn="just"/>
            <a:r>
              <a:rPr lang="en-US" dirty="0">
                <a:latin typeface="Arial" panose="020B0604020202020204" pitchFamily="34" charset="0"/>
                <a:cs typeface="Arial" panose="020B0604020202020204" pitchFamily="34" charset="0"/>
              </a:rPr>
              <a:t>Compiler directive based </a:t>
            </a:r>
          </a:p>
          <a:p>
            <a:pPr lvl="1" algn="just"/>
            <a:r>
              <a:rPr lang="en-US" dirty="0">
                <a:latin typeface="Arial" panose="020B0604020202020204" pitchFamily="34" charset="0"/>
                <a:cs typeface="Arial" panose="020B0604020202020204" pitchFamily="34" charset="0"/>
              </a:rPr>
              <a:t>Portable / multi-platform, including Unix and Windows platforms</a:t>
            </a:r>
          </a:p>
          <a:p>
            <a:pPr lvl="1" algn="just"/>
            <a:r>
              <a:rPr lang="en-US" dirty="0">
                <a:latin typeface="Arial" panose="020B0604020202020204" pitchFamily="34" charset="0"/>
                <a:cs typeface="Arial" panose="020B0604020202020204" pitchFamily="34" charset="0"/>
              </a:rPr>
              <a:t>Available in C/C++ and Fortran implementations </a:t>
            </a:r>
          </a:p>
          <a:p>
            <a:pPr lvl="1" algn="just"/>
            <a:r>
              <a:rPr lang="en-US" dirty="0">
                <a:latin typeface="Arial" panose="020B0604020202020204" pitchFamily="34" charset="0"/>
                <a:cs typeface="Arial" panose="020B0604020202020204" pitchFamily="34" charset="0"/>
              </a:rPr>
              <a:t>Can be very easy and simple to use – provides for "incremental parallelism“</a:t>
            </a:r>
          </a:p>
          <a:p>
            <a:pPr algn="just"/>
            <a:endParaRPr lang="en-US" sz="1200"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Other common threaded implementations include Microsoft threads, Java and Python threads CUDA threads for GPUs</a:t>
            </a:r>
          </a:p>
        </p:txBody>
      </p:sp>
    </p:spTree>
    <p:custDataLst>
      <p:tags r:id="rId1"/>
    </p:custDataLst>
    <p:extLst>
      <p:ext uri="{BB962C8B-B14F-4D97-AF65-F5344CB8AC3E}">
        <p14:creationId xmlns:p14="http://schemas.microsoft.com/office/powerpoint/2010/main" val="87635574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920A68-6B1F-25C4-BB7E-06E44D957005}"/>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CBB13FFE-DBA6-77E4-17DF-6DAEB7C7F027}"/>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Distributed Memory/ Message Passing Model</a:t>
            </a:r>
          </a:p>
        </p:txBody>
      </p:sp>
      <p:sp>
        <p:nvSpPr>
          <p:cNvPr id="3" name="Slide Number Placeholder 2">
            <a:extLst>
              <a:ext uri="{FF2B5EF4-FFF2-40B4-BE49-F238E27FC236}">
                <a16:creationId xmlns:a16="http://schemas.microsoft.com/office/drawing/2014/main" id="{677FC821-769D-9739-252E-DDD86E82B07A}"/>
              </a:ext>
            </a:extLst>
          </p:cNvPr>
          <p:cNvSpPr>
            <a:spLocks noGrp="1"/>
          </p:cNvSpPr>
          <p:nvPr>
            <p:ph type="sldNum" sz="quarter" idx="12"/>
          </p:nvPr>
        </p:nvSpPr>
        <p:spPr/>
        <p:txBody>
          <a:bodyPr/>
          <a:lstStyle/>
          <a:p>
            <a:fld id="{3485D9CA-6DAA-4C3C-A3E2-EDEA918D5F89}" type="slidenum">
              <a:rPr lang="en-US">
                <a:latin typeface="Calibri"/>
              </a:rPr>
              <a:pPr/>
              <a:t>11</a:t>
            </a:fld>
            <a:endParaRPr lang="en-US">
              <a:latin typeface="Calibri"/>
            </a:endParaRPr>
          </a:p>
        </p:txBody>
      </p:sp>
      <p:sp>
        <p:nvSpPr>
          <p:cNvPr id="12" name="Rectangle 3">
            <a:extLst>
              <a:ext uri="{FF2B5EF4-FFF2-40B4-BE49-F238E27FC236}">
                <a16:creationId xmlns:a16="http://schemas.microsoft.com/office/drawing/2014/main" id="{DE0F1145-FD09-3043-29DA-313741AB8838}"/>
              </a:ext>
            </a:extLst>
          </p:cNvPr>
          <p:cNvSpPr txBox="1">
            <a:spLocks noChangeArrowheads="1"/>
          </p:cNvSpPr>
          <p:nvPr/>
        </p:nvSpPr>
        <p:spPr>
          <a:xfrm>
            <a:off x="632150" y="1453241"/>
            <a:ext cx="6378249" cy="5404759"/>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This model demonstrates the following characteristics:</a:t>
            </a:r>
          </a:p>
          <a:p>
            <a:pPr lvl="1" algn="just"/>
            <a:r>
              <a:rPr lang="en-US" dirty="0">
                <a:latin typeface="Arial" panose="020B0604020202020204" pitchFamily="34" charset="0"/>
                <a:cs typeface="Arial" panose="020B0604020202020204" pitchFamily="34" charset="0"/>
              </a:rPr>
              <a:t>A set of tasks that use their own local memory during computation. Multiple tasks can reside on the same physical machine and/or across an arbitrary number of machines.</a:t>
            </a:r>
          </a:p>
          <a:p>
            <a:pPr lvl="1" algn="just"/>
            <a:r>
              <a:rPr lang="en-US" dirty="0">
                <a:latin typeface="Arial" panose="020B0604020202020204" pitchFamily="34" charset="0"/>
                <a:cs typeface="Arial" panose="020B0604020202020204" pitchFamily="34" charset="0"/>
              </a:rPr>
              <a:t>Tasks exchange data through communications by sending and receiving messages.</a:t>
            </a:r>
          </a:p>
          <a:p>
            <a:pPr lvl="1" algn="just"/>
            <a:r>
              <a:rPr lang="en-US" dirty="0">
                <a:latin typeface="Arial" panose="020B0604020202020204" pitchFamily="34" charset="0"/>
                <a:cs typeface="Arial" panose="020B0604020202020204" pitchFamily="34" charset="0"/>
              </a:rPr>
              <a:t>Data transfer usually requires cooperative operations to be performed by each process. For example, a send operation must have a matching receive operation.</a:t>
            </a:r>
            <a:r>
              <a:rPr lang="en-US" sz="2000" dirty="0">
                <a:latin typeface="Courier New" panose="02070309020205020404" pitchFamily="49" charset="0"/>
                <a:cs typeface="Courier New" panose="02070309020205020404" pitchFamily="49" charset="0"/>
              </a:rPr>
              <a:t>	</a:t>
            </a:r>
            <a:endParaRPr lang="en-US" dirty="0">
              <a:latin typeface="Courier New" panose="02070309020205020404" pitchFamily="49" charset="0"/>
              <a:cs typeface="Courier New" panose="02070309020205020404" pitchFamily="49" charset="0"/>
            </a:endParaRPr>
          </a:p>
        </p:txBody>
      </p:sp>
      <p:pic>
        <p:nvPicPr>
          <p:cNvPr id="4" name="Picture 3">
            <a:extLst>
              <a:ext uri="{FF2B5EF4-FFF2-40B4-BE49-F238E27FC236}">
                <a16:creationId xmlns:a16="http://schemas.microsoft.com/office/drawing/2014/main" id="{8D72667E-9E3B-89EC-6245-B90D4365A474}"/>
              </a:ext>
            </a:extLst>
          </p:cNvPr>
          <p:cNvPicPr>
            <a:picLocks noChangeAspect="1"/>
          </p:cNvPicPr>
          <p:nvPr/>
        </p:nvPicPr>
        <p:blipFill>
          <a:blip r:embed="rId3"/>
          <a:stretch>
            <a:fillRect/>
          </a:stretch>
        </p:blipFill>
        <p:spPr>
          <a:xfrm>
            <a:off x="7315200" y="2144698"/>
            <a:ext cx="3821676" cy="2619807"/>
          </a:xfrm>
          <a:prstGeom prst="rect">
            <a:avLst/>
          </a:prstGeom>
        </p:spPr>
      </p:pic>
    </p:spTree>
    <p:custDataLst>
      <p:tags r:id="rId1"/>
    </p:custDataLst>
    <p:extLst>
      <p:ext uri="{BB962C8B-B14F-4D97-AF65-F5344CB8AC3E}">
        <p14:creationId xmlns:p14="http://schemas.microsoft.com/office/powerpoint/2010/main" val="252895893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58EBA8-3D84-5751-22B3-D14EA9F0464F}"/>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D4204F2C-A738-1AA4-1E31-91705EA6E650}"/>
              </a:ext>
            </a:extLst>
          </p:cNvPr>
          <p:cNvSpPr>
            <a:spLocks noGrp="1" noChangeArrowheads="1"/>
          </p:cNvSpPr>
          <p:nvPr>
            <p:ph type="title"/>
          </p:nvPr>
        </p:nvSpPr>
        <p:spPr>
          <a:xfrm>
            <a:off x="764620" y="554038"/>
            <a:ext cx="10241280" cy="407507"/>
          </a:xfrm>
        </p:spPr>
        <p:txBody>
          <a:bodyPr/>
          <a:lstStyle/>
          <a:p>
            <a:r>
              <a:rPr lang="en-US" sz="4000" dirty="0">
                <a:latin typeface="Arial" panose="020B0604020202020204" pitchFamily="34" charset="0"/>
                <a:cs typeface="Arial" panose="020B0604020202020204" pitchFamily="34" charset="0"/>
              </a:rPr>
              <a:t>Message Passing Model Implementation: MPI</a:t>
            </a:r>
          </a:p>
        </p:txBody>
      </p:sp>
      <p:sp>
        <p:nvSpPr>
          <p:cNvPr id="3" name="Slide Number Placeholder 2">
            <a:extLst>
              <a:ext uri="{FF2B5EF4-FFF2-40B4-BE49-F238E27FC236}">
                <a16:creationId xmlns:a16="http://schemas.microsoft.com/office/drawing/2014/main" id="{8E3BCA4B-8B51-4CE2-79A2-17A2EABB7676}"/>
              </a:ext>
            </a:extLst>
          </p:cNvPr>
          <p:cNvSpPr>
            <a:spLocks noGrp="1"/>
          </p:cNvSpPr>
          <p:nvPr>
            <p:ph type="sldNum" sz="quarter" idx="12"/>
          </p:nvPr>
        </p:nvSpPr>
        <p:spPr/>
        <p:txBody>
          <a:bodyPr/>
          <a:lstStyle/>
          <a:p>
            <a:fld id="{3485D9CA-6DAA-4C3C-A3E2-EDEA918D5F89}" type="slidenum">
              <a:rPr lang="en-US">
                <a:latin typeface="Calibri"/>
              </a:rPr>
              <a:pPr/>
              <a:t>12</a:t>
            </a:fld>
            <a:endParaRPr lang="en-US">
              <a:latin typeface="Calibri"/>
            </a:endParaRPr>
          </a:p>
        </p:txBody>
      </p:sp>
      <p:sp>
        <p:nvSpPr>
          <p:cNvPr id="12" name="Rectangle 3">
            <a:extLst>
              <a:ext uri="{FF2B5EF4-FFF2-40B4-BE49-F238E27FC236}">
                <a16:creationId xmlns:a16="http://schemas.microsoft.com/office/drawing/2014/main" id="{E1C2CFD4-5DD1-ABAA-820D-2EF0179AE4DD}"/>
              </a:ext>
            </a:extLst>
          </p:cNvPr>
          <p:cNvSpPr txBox="1">
            <a:spLocks noChangeArrowheads="1"/>
          </p:cNvSpPr>
          <p:nvPr/>
        </p:nvSpPr>
        <p:spPr>
          <a:xfrm>
            <a:off x="632150" y="1453241"/>
            <a:ext cx="10485029" cy="5404759"/>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From a programming perspective, message passing implementations commonly comprise a library of subroutines that are imbedded in source code. The programmer is responsible for determining all parallelism. </a:t>
            </a:r>
          </a:p>
          <a:p>
            <a:pPr algn="just"/>
            <a:endParaRPr lang="en-US" sz="1200"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Historically, a variety of message passing libraries have been available since the 1980s. These implementations differed substantially from each other making it difficult for programmers to develop portable applications. </a:t>
            </a:r>
          </a:p>
          <a:p>
            <a:pPr algn="just"/>
            <a:endParaRPr lang="en-US" sz="1200"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In 1992, the MPI Forum was formed with the primary goal of establishing a standard interface for message passing implementations. </a:t>
            </a:r>
          </a:p>
          <a:p>
            <a:pPr algn="just"/>
            <a:endParaRPr lang="en-US" sz="1200"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Part 1 of the Message Passing Interface (MPI) was released in 1994. Part 2 (MPI-2) was released in 1996. </a:t>
            </a:r>
          </a:p>
        </p:txBody>
      </p:sp>
    </p:spTree>
    <p:custDataLst>
      <p:tags r:id="rId1"/>
    </p:custDataLst>
    <p:extLst>
      <p:ext uri="{BB962C8B-B14F-4D97-AF65-F5344CB8AC3E}">
        <p14:creationId xmlns:p14="http://schemas.microsoft.com/office/powerpoint/2010/main" val="402632384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8FD5D2-9650-871A-EC48-A78C9248B997}"/>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9634E419-ECA8-519D-A648-4F6C2AEC331B}"/>
              </a:ext>
            </a:extLst>
          </p:cNvPr>
          <p:cNvSpPr>
            <a:spLocks noGrp="1" noChangeArrowheads="1"/>
          </p:cNvSpPr>
          <p:nvPr>
            <p:ph type="title"/>
          </p:nvPr>
        </p:nvSpPr>
        <p:spPr>
          <a:xfrm>
            <a:off x="402917" y="401157"/>
            <a:ext cx="10241280" cy="407507"/>
          </a:xfrm>
        </p:spPr>
        <p:txBody>
          <a:bodyPr/>
          <a:lstStyle/>
          <a:p>
            <a:r>
              <a:rPr lang="en-US" sz="4000" dirty="0">
                <a:latin typeface="Arial" panose="020B0604020202020204" pitchFamily="34" charset="0"/>
                <a:cs typeface="Arial" panose="020B0604020202020204" pitchFamily="34" charset="0"/>
              </a:rPr>
              <a:t>Message Passing Model Implementation: MPI</a:t>
            </a:r>
          </a:p>
        </p:txBody>
      </p:sp>
      <p:sp>
        <p:nvSpPr>
          <p:cNvPr id="3" name="Slide Number Placeholder 2">
            <a:extLst>
              <a:ext uri="{FF2B5EF4-FFF2-40B4-BE49-F238E27FC236}">
                <a16:creationId xmlns:a16="http://schemas.microsoft.com/office/drawing/2014/main" id="{C9E2A090-729D-FCF5-D48A-12B9D89A6E98}"/>
              </a:ext>
            </a:extLst>
          </p:cNvPr>
          <p:cNvSpPr>
            <a:spLocks noGrp="1"/>
          </p:cNvSpPr>
          <p:nvPr>
            <p:ph type="sldNum" sz="quarter" idx="12"/>
          </p:nvPr>
        </p:nvSpPr>
        <p:spPr/>
        <p:txBody>
          <a:bodyPr/>
          <a:lstStyle/>
          <a:p>
            <a:fld id="{3485D9CA-6DAA-4C3C-A3E2-EDEA918D5F89}" type="slidenum">
              <a:rPr lang="en-US">
                <a:latin typeface="Calibri"/>
              </a:rPr>
              <a:pPr/>
              <a:t>13</a:t>
            </a:fld>
            <a:endParaRPr lang="en-US">
              <a:latin typeface="Calibri"/>
            </a:endParaRPr>
          </a:p>
        </p:txBody>
      </p:sp>
      <p:sp>
        <p:nvSpPr>
          <p:cNvPr id="12" name="Rectangle 3">
            <a:extLst>
              <a:ext uri="{FF2B5EF4-FFF2-40B4-BE49-F238E27FC236}">
                <a16:creationId xmlns:a16="http://schemas.microsoft.com/office/drawing/2014/main" id="{D869EC6A-0AA1-156D-B369-EF3A0901D5A6}"/>
              </a:ext>
            </a:extLst>
          </p:cNvPr>
          <p:cNvSpPr txBox="1">
            <a:spLocks noChangeArrowheads="1"/>
          </p:cNvSpPr>
          <p:nvPr/>
        </p:nvSpPr>
        <p:spPr>
          <a:xfrm>
            <a:off x="159168" y="808664"/>
            <a:ext cx="10485029" cy="5404759"/>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endParaRPr lang="en-US" dirty="0" smtClean="0">
              <a:latin typeface="Arial" panose="020B0604020202020204" pitchFamily="34" charset="0"/>
              <a:cs typeface="Arial" panose="020B0604020202020204" pitchFamily="34" charset="0"/>
            </a:endParaRPr>
          </a:p>
          <a:p>
            <a:pPr algn="just"/>
            <a:r>
              <a:rPr lang="en-US" dirty="0" smtClean="0">
                <a:latin typeface="Arial" panose="020B0604020202020204" pitchFamily="34" charset="0"/>
                <a:cs typeface="Arial" panose="020B0604020202020204" pitchFamily="34" charset="0"/>
              </a:rPr>
              <a:t>MPI </a:t>
            </a:r>
            <a:r>
              <a:rPr lang="en-US" dirty="0">
                <a:latin typeface="Arial" panose="020B0604020202020204" pitchFamily="34" charset="0"/>
                <a:cs typeface="Arial" panose="020B0604020202020204" pitchFamily="34" charset="0"/>
              </a:rPr>
              <a:t>is the "de facto" industry standard for message passing in parallel computing</a:t>
            </a:r>
            <a:r>
              <a:rPr lang="en-US" dirty="0" smtClean="0">
                <a:latin typeface="Arial" panose="020B0604020202020204" pitchFamily="34" charset="0"/>
                <a:cs typeface="Arial" panose="020B0604020202020204" pitchFamily="34" charset="0"/>
              </a:rPr>
              <a:t>.</a:t>
            </a:r>
          </a:p>
          <a:p>
            <a:pPr algn="just"/>
            <a:r>
              <a:rPr lang="en-US" dirty="0" smtClean="0">
                <a:latin typeface="Arial" panose="020B0604020202020204" pitchFamily="34" charset="0"/>
                <a:cs typeface="Arial" panose="020B0604020202020204" pitchFamily="34" charset="0"/>
              </a:rPr>
              <a:t>It </a:t>
            </a:r>
            <a:r>
              <a:rPr lang="en-US" dirty="0">
                <a:latin typeface="Arial" panose="020B0604020202020204" pitchFamily="34" charset="0"/>
                <a:cs typeface="Arial" panose="020B0604020202020204" pitchFamily="34" charset="0"/>
              </a:rPr>
              <a:t>has replaced older message-passing implementations for production use</a:t>
            </a:r>
            <a:r>
              <a:rPr lang="en-US" dirty="0" smtClean="0">
                <a:latin typeface="Arial" panose="020B0604020202020204" pitchFamily="34" charset="0"/>
                <a:cs typeface="Arial" panose="020B0604020202020204" pitchFamily="34" charset="0"/>
              </a:rPr>
              <a:t>.</a:t>
            </a:r>
          </a:p>
          <a:p>
            <a:pPr algn="just"/>
            <a:r>
              <a:rPr lang="en-US" dirty="0" smtClean="0">
                <a:latin typeface="Arial" panose="020B0604020202020204" pitchFamily="34" charset="0"/>
                <a:cs typeface="Arial" panose="020B0604020202020204" pitchFamily="34" charset="0"/>
              </a:rPr>
              <a:t>MPI </a:t>
            </a:r>
            <a:r>
              <a:rPr lang="en-US" dirty="0">
                <a:latin typeface="Arial" panose="020B0604020202020204" pitchFamily="34" charset="0"/>
                <a:cs typeface="Arial" panose="020B0604020202020204" pitchFamily="34" charset="0"/>
              </a:rPr>
              <a:t>is available on most parallel computing platforms, ensuring wide applicability</a:t>
            </a:r>
            <a:r>
              <a:rPr lang="en-US" dirty="0" smtClean="0">
                <a:latin typeface="Arial" panose="020B0604020202020204" pitchFamily="34" charset="0"/>
                <a:cs typeface="Arial" panose="020B0604020202020204" pitchFamily="34" charset="0"/>
              </a:rPr>
              <a:t>.</a:t>
            </a:r>
          </a:p>
          <a:p>
            <a:pPr algn="just"/>
            <a:r>
              <a:rPr lang="en-US" dirty="0" smtClean="0">
                <a:latin typeface="Arial" panose="020B0604020202020204" pitchFamily="34" charset="0"/>
                <a:cs typeface="Arial" panose="020B0604020202020204" pitchFamily="34" charset="0"/>
              </a:rPr>
              <a:t>Different </a:t>
            </a:r>
            <a:r>
              <a:rPr lang="en-US" dirty="0">
                <a:latin typeface="Arial" panose="020B0604020202020204" pitchFamily="34" charset="0"/>
                <a:cs typeface="Arial" panose="020B0604020202020204" pitchFamily="34" charset="0"/>
              </a:rPr>
              <a:t>MPI versions exist (MPI-1, MPI-2, MPI-3), but not all implementations support every feature.</a:t>
            </a:r>
            <a:endParaRPr lang="en-US" sz="1200"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For shared memory architectures, MPI implementations usually don't use a network for task communications. Instead, they use shared memory (memory copies) for performance reasons. </a:t>
            </a:r>
          </a:p>
          <a:p>
            <a:pPr algn="just"/>
            <a:endParaRPr lang="en-US" sz="1200" dirty="0">
              <a:latin typeface="Arial" panose="020B0604020202020204" pitchFamily="34" charset="0"/>
              <a:cs typeface="Arial" panose="020B0604020202020204" pitchFamily="34" charset="0"/>
            </a:endParaRPr>
          </a:p>
        </p:txBody>
      </p:sp>
    </p:spTree>
    <p:custDataLst>
      <p:tags r:id="rId1"/>
    </p:custDataLst>
    <p:extLst>
      <p:ext uri="{BB962C8B-B14F-4D97-AF65-F5344CB8AC3E}">
        <p14:creationId xmlns:p14="http://schemas.microsoft.com/office/powerpoint/2010/main" val="276401101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8FD5D2-9650-871A-EC48-A78C9248B997}"/>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9634E419-ECA8-519D-A648-4F6C2AEC331B}"/>
              </a:ext>
            </a:extLst>
          </p:cNvPr>
          <p:cNvSpPr>
            <a:spLocks noGrp="1" noChangeArrowheads="1"/>
          </p:cNvSpPr>
          <p:nvPr>
            <p:ph type="title"/>
          </p:nvPr>
        </p:nvSpPr>
        <p:spPr>
          <a:xfrm>
            <a:off x="484201" y="179284"/>
            <a:ext cx="10241280" cy="407507"/>
          </a:xfrm>
        </p:spPr>
        <p:txBody>
          <a:bodyPr/>
          <a:lstStyle/>
          <a:p>
            <a:r>
              <a:rPr lang="en-US" sz="4000" dirty="0">
                <a:latin typeface="Arial" panose="020B0604020202020204" pitchFamily="34" charset="0"/>
                <a:cs typeface="Arial" panose="020B0604020202020204" pitchFamily="34" charset="0"/>
              </a:rPr>
              <a:t>Message Passing Model Implementation: MPI</a:t>
            </a:r>
          </a:p>
        </p:txBody>
      </p:sp>
      <p:sp>
        <p:nvSpPr>
          <p:cNvPr id="3" name="Slide Number Placeholder 2">
            <a:extLst>
              <a:ext uri="{FF2B5EF4-FFF2-40B4-BE49-F238E27FC236}">
                <a16:creationId xmlns:a16="http://schemas.microsoft.com/office/drawing/2014/main" id="{C9E2A090-729D-FCF5-D48A-12B9D89A6E98}"/>
              </a:ext>
            </a:extLst>
          </p:cNvPr>
          <p:cNvSpPr>
            <a:spLocks noGrp="1"/>
          </p:cNvSpPr>
          <p:nvPr>
            <p:ph type="sldNum" sz="quarter" idx="12"/>
          </p:nvPr>
        </p:nvSpPr>
        <p:spPr/>
        <p:txBody>
          <a:bodyPr/>
          <a:lstStyle/>
          <a:p>
            <a:fld id="{3485D9CA-6DAA-4C3C-A3E2-EDEA918D5F89}" type="slidenum">
              <a:rPr lang="en-US">
                <a:latin typeface="Calibri"/>
              </a:rPr>
              <a:pPr/>
              <a:t>14</a:t>
            </a:fld>
            <a:endParaRPr lang="en-US">
              <a:latin typeface="Calibri"/>
            </a:endParaRPr>
          </a:p>
        </p:txBody>
      </p:sp>
      <p:sp>
        <p:nvSpPr>
          <p:cNvPr id="12" name="Rectangle 3">
            <a:extLst>
              <a:ext uri="{FF2B5EF4-FFF2-40B4-BE49-F238E27FC236}">
                <a16:creationId xmlns:a16="http://schemas.microsoft.com/office/drawing/2014/main" id="{D869EC6A-0AA1-156D-B369-EF3A0901D5A6}"/>
              </a:ext>
            </a:extLst>
          </p:cNvPr>
          <p:cNvSpPr txBox="1">
            <a:spLocks noChangeArrowheads="1"/>
          </p:cNvSpPr>
          <p:nvPr/>
        </p:nvSpPr>
        <p:spPr>
          <a:xfrm>
            <a:off x="159168" y="808664"/>
            <a:ext cx="10485029" cy="5404759"/>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The diagram at the bottom illustrates a hybrid approach combining MPI and </a:t>
            </a:r>
            <a:r>
              <a:rPr lang="en-US" dirty="0" err="1">
                <a:latin typeface="Arial" panose="020B0604020202020204" pitchFamily="34" charset="0"/>
                <a:cs typeface="Arial" panose="020B0604020202020204" pitchFamily="34" charset="0"/>
              </a:rPr>
              <a:t>OpenMP</a:t>
            </a:r>
            <a:r>
              <a:rPr lang="en-US" dirty="0" smtClean="0">
                <a:latin typeface="Arial" panose="020B0604020202020204" pitchFamily="34" charset="0"/>
                <a:cs typeface="Arial" panose="020B0604020202020204" pitchFamily="34" charset="0"/>
              </a:rPr>
              <a:t>:</a:t>
            </a:r>
          </a:p>
          <a:p>
            <a:pPr lvl="1" algn="just"/>
            <a:r>
              <a:rPr lang="en-US" dirty="0" smtClean="0">
                <a:latin typeface="Arial" panose="020B0604020202020204" pitchFamily="34" charset="0"/>
                <a:cs typeface="Arial" panose="020B0604020202020204" pitchFamily="34" charset="0"/>
              </a:rPr>
              <a:t>Each </a:t>
            </a:r>
            <a:r>
              <a:rPr lang="en-US" dirty="0">
                <a:latin typeface="Arial" panose="020B0604020202020204" pitchFamily="34" charset="0"/>
                <a:cs typeface="Arial" panose="020B0604020202020204" pitchFamily="34" charset="0"/>
              </a:rPr>
              <a:t>MPI process runs on a separate node in a distributed system</a:t>
            </a:r>
            <a:r>
              <a:rPr lang="en-US" dirty="0" smtClean="0">
                <a:latin typeface="Arial" panose="020B0604020202020204" pitchFamily="34" charset="0"/>
                <a:cs typeface="Arial" panose="020B0604020202020204" pitchFamily="34" charset="0"/>
              </a:rPr>
              <a:t>.</a:t>
            </a:r>
          </a:p>
          <a:p>
            <a:pPr lvl="1" algn="just"/>
            <a:r>
              <a:rPr lang="en-US" dirty="0" smtClean="0">
                <a:latin typeface="Arial" panose="020B0604020202020204" pitchFamily="34" charset="0"/>
                <a:cs typeface="Arial" panose="020B0604020202020204" pitchFamily="34" charset="0"/>
              </a:rPr>
              <a:t>Within </a:t>
            </a:r>
            <a:r>
              <a:rPr lang="en-US" dirty="0">
                <a:latin typeface="Arial" panose="020B0604020202020204" pitchFamily="34" charset="0"/>
                <a:cs typeface="Arial" panose="020B0604020202020204" pitchFamily="34" charset="0"/>
              </a:rPr>
              <a:t>each node, multiple CPU cores execute </a:t>
            </a:r>
            <a:r>
              <a:rPr lang="en-US" dirty="0" err="1">
                <a:latin typeface="Arial" panose="020B0604020202020204" pitchFamily="34" charset="0"/>
                <a:cs typeface="Arial" panose="020B0604020202020204" pitchFamily="34" charset="0"/>
              </a:rPr>
              <a:t>OpenMP</a:t>
            </a:r>
            <a:r>
              <a:rPr lang="en-US" dirty="0">
                <a:latin typeface="Arial" panose="020B0604020202020204" pitchFamily="34" charset="0"/>
                <a:cs typeface="Arial" panose="020B0604020202020204" pitchFamily="34" charset="0"/>
              </a:rPr>
              <a:t> threads</a:t>
            </a:r>
            <a:r>
              <a:rPr lang="en-US" dirty="0" smtClean="0">
                <a:latin typeface="Arial" panose="020B0604020202020204" pitchFamily="34" charset="0"/>
                <a:cs typeface="Arial" panose="020B0604020202020204" pitchFamily="34" charset="0"/>
              </a:rPr>
              <a:t>.</a:t>
            </a:r>
          </a:p>
          <a:p>
            <a:pPr lvl="1" algn="just"/>
            <a:r>
              <a:rPr lang="en-US" dirty="0" err="1" smtClean="0">
                <a:latin typeface="Arial" panose="020B0604020202020204" pitchFamily="34" charset="0"/>
                <a:cs typeface="Arial" panose="020B0604020202020204" pitchFamily="34" charset="0"/>
              </a:rPr>
              <a:t>OpenMP</a:t>
            </a:r>
            <a:r>
              <a:rPr lang="en-US" dirty="0" smtClean="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is used for intra-node parallelism (within a node), while MPI is used for inter-node communication (across different nodes via a network</a:t>
            </a:r>
            <a:r>
              <a:rPr lang="en-US" dirty="0" smtClean="0">
                <a:latin typeface="Arial" panose="020B0604020202020204" pitchFamily="34" charset="0"/>
                <a:cs typeface="Arial" panose="020B0604020202020204" pitchFamily="34" charset="0"/>
              </a:rPr>
              <a:t>).</a:t>
            </a:r>
          </a:p>
          <a:p>
            <a:pPr algn="just"/>
            <a:r>
              <a:rPr lang="en-US" dirty="0" smtClean="0">
                <a:latin typeface="Arial" panose="020B0604020202020204" pitchFamily="34" charset="0"/>
                <a:cs typeface="Arial" panose="020B0604020202020204" pitchFamily="34" charset="0"/>
              </a:rPr>
              <a:t>This </a:t>
            </a:r>
            <a:r>
              <a:rPr lang="en-US" dirty="0">
                <a:latin typeface="Arial" panose="020B0604020202020204" pitchFamily="34" charset="0"/>
                <a:cs typeface="Arial" panose="020B0604020202020204" pitchFamily="34" charset="0"/>
              </a:rPr>
              <a:t>hybrid approach optimizes performance by reducing communication costs.</a:t>
            </a:r>
            <a:endParaRPr lang="en-US" sz="1200"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EB5F7D4E-D655-1C50-B98F-B07EE5E2B97D}"/>
              </a:ext>
            </a:extLst>
          </p:cNvPr>
          <p:cNvPicPr>
            <a:picLocks noChangeAspect="1"/>
          </p:cNvPicPr>
          <p:nvPr/>
        </p:nvPicPr>
        <p:blipFill>
          <a:blip r:embed="rId3"/>
          <a:stretch>
            <a:fillRect/>
          </a:stretch>
        </p:blipFill>
        <p:spPr>
          <a:xfrm>
            <a:off x="1205923" y="3511043"/>
            <a:ext cx="9137290" cy="3109791"/>
          </a:xfrm>
          <a:prstGeom prst="rect">
            <a:avLst/>
          </a:prstGeom>
        </p:spPr>
      </p:pic>
    </p:spTree>
    <p:custDataLst>
      <p:tags r:id="rId1"/>
    </p:custDataLst>
    <p:extLst>
      <p:ext uri="{BB962C8B-B14F-4D97-AF65-F5344CB8AC3E}">
        <p14:creationId xmlns:p14="http://schemas.microsoft.com/office/powerpoint/2010/main" val="24257163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48FD7E-037C-9678-0209-69E08541C8AB}"/>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9746C986-0E63-6BC7-C119-44D9E6C68AB5}"/>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Data Parallel Model</a:t>
            </a:r>
          </a:p>
        </p:txBody>
      </p:sp>
      <p:sp>
        <p:nvSpPr>
          <p:cNvPr id="3" name="Slide Number Placeholder 2">
            <a:extLst>
              <a:ext uri="{FF2B5EF4-FFF2-40B4-BE49-F238E27FC236}">
                <a16:creationId xmlns:a16="http://schemas.microsoft.com/office/drawing/2014/main" id="{856E9DFC-22AA-533A-7795-1E5B746130E7}"/>
              </a:ext>
            </a:extLst>
          </p:cNvPr>
          <p:cNvSpPr>
            <a:spLocks noGrp="1"/>
          </p:cNvSpPr>
          <p:nvPr>
            <p:ph type="sldNum" sz="quarter" idx="12"/>
          </p:nvPr>
        </p:nvSpPr>
        <p:spPr/>
        <p:txBody>
          <a:bodyPr/>
          <a:lstStyle/>
          <a:p>
            <a:fld id="{3485D9CA-6DAA-4C3C-A3E2-EDEA918D5F89}" type="slidenum">
              <a:rPr lang="en-US">
                <a:latin typeface="Calibri"/>
              </a:rPr>
              <a:pPr/>
              <a:t>15</a:t>
            </a:fld>
            <a:endParaRPr lang="en-US">
              <a:latin typeface="Calibri"/>
            </a:endParaRPr>
          </a:p>
        </p:txBody>
      </p:sp>
      <p:sp>
        <p:nvSpPr>
          <p:cNvPr id="12" name="Rectangle 3">
            <a:extLst>
              <a:ext uri="{FF2B5EF4-FFF2-40B4-BE49-F238E27FC236}">
                <a16:creationId xmlns:a16="http://schemas.microsoft.com/office/drawing/2014/main" id="{2E3C778D-3828-DBB8-9BC5-49988B60E837}"/>
              </a:ext>
            </a:extLst>
          </p:cNvPr>
          <p:cNvSpPr txBox="1">
            <a:spLocks noChangeArrowheads="1"/>
          </p:cNvSpPr>
          <p:nvPr/>
        </p:nvSpPr>
        <p:spPr>
          <a:xfrm>
            <a:off x="632151" y="1453241"/>
            <a:ext cx="10501070" cy="5404759"/>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Also be referred to as the </a:t>
            </a:r>
            <a:r>
              <a:rPr lang="en-US" b="1" dirty="0">
                <a:solidFill>
                  <a:srgbClr val="FF0000"/>
                </a:solidFill>
                <a:latin typeface="Arial" panose="020B0604020202020204" pitchFamily="34" charset="0"/>
                <a:cs typeface="Arial" panose="020B0604020202020204" pitchFamily="34" charset="0"/>
              </a:rPr>
              <a:t>Partitioned Global Address Space (PGAS)</a:t>
            </a:r>
            <a:r>
              <a:rPr lang="en-US" dirty="0">
                <a:latin typeface="Arial" panose="020B0604020202020204" pitchFamily="34" charset="0"/>
                <a:cs typeface="Arial" panose="020B0604020202020204" pitchFamily="34" charset="0"/>
              </a:rPr>
              <a:t> model.</a:t>
            </a:r>
          </a:p>
          <a:p>
            <a:pPr algn="just"/>
            <a:endParaRPr lang="en-US" sz="1200"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The data parallel model demonstrates the following characteristics:</a:t>
            </a:r>
          </a:p>
          <a:p>
            <a:pPr lvl="1" algn="just"/>
            <a:r>
              <a:rPr lang="en-US" dirty="0">
                <a:latin typeface="Arial" panose="020B0604020202020204" pitchFamily="34" charset="0"/>
                <a:cs typeface="Arial" panose="020B0604020202020204" pitchFamily="34" charset="0"/>
              </a:rPr>
              <a:t>Most of the parallel work focuses on performing operations on a data set. The data set is typically organized into a common structure, such as an array or cube. </a:t>
            </a:r>
          </a:p>
          <a:p>
            <a:pPr lvl="1" algn="just"/>
            <a:r>
              <a:rPr lang="en-US" dirty="0">
                <a:latin typeface="Arial" panose="020B0604020202020204" pitchFamily="34" charset="0"/>
                <a:cs typeface="Arial" panose="020B0604020202020204" pitchFamily="34" charset="0"/>
              </a:rPr>
              <a:t>Different tasks operate on separate portions of the same data </a:t>
            </a:r>
            <a:r>
              <a:rPr lang="en-US" dirty="0" smtClean="0">
                <a:latin typeface="Arial" panose="020B0604020202020204" pitchFamily="34" charset="0"/>
                <a:cs typeface="Arial" panose="020B0604020202020204" pitchFamily="34" charset="0"/>
              </a:rPr>
              <a:t>structure. These </a:t>
            </a:r>
            <a:r>
              <a:rPr lang="en-US" dirty="0">
                <a:latin typeface="Arial" panose="020B0604020202020204" pitchFamily="34" charset="0"/>
                <a:cs typeface="Arial" panose="020B0604020202020204" pitchFamily="34" charset="0"/>
              </a:rPr>
              <a:t>tasks do not overlap, meaning each task is responsible for a unique chunk of data</a:t>
            </a:r>
            <a:r>
              <a:rPr lang="en-US" dirty="0" smtClean="0">
                <a:latin typeface="Arial" panose="020B0604020202020204" pitchFamily="34" charset="0"/>
                <a:cs typeface="Arial" panose="020B0604020202020204" pitchFamily="34" charset="0"/>
              </a:rPr>
              <a:t>.</a:t>
            </a:r>
          </a:p>
          <a:p>
            <a:pPr lvl="1" algn="just"/>
            <a:r>
              <a:rPr lang="en-US" dirty="0">
                <a:latin typeface="Arial" panose="020B0604020202020204" pitchFamily="34" charset="0"/>
                <a:cs typeface="Arial" panose="020B0604020202020204" pitchFamily="34" charset="0"/>
              </a:rPr>
              <a:t>All tasks perform the same computation but on different portions of the data</a:t>
            </a:r>
            <a:r>
              <a:rPr lang="en-US" dirty="0" smtClean="0">
                <a:latin typeface="Arial" panose="020B0604020202020204" pitchFamily="34" charset="0"/>
                <a:cs typeface="Arial" panose="020B0604020202020204" pitchFamily="34" charset="0"/>
              </a:rPr>
              <a:t>. Example</a:t>
            </a:r>
            <a:r>
              <a:rPr lang="en-US" dirty="0">
                <a:latin typeface="Arial" panose="020B0604020202020204" pitchFamily="34" charset="0"/>
                <a:cs typeface="Arial" panose="020B0604020202020204" pitchFamily="34" charset="0"/>
              </a:rPr>
              <a:t>: If we need to add 4 to every element in an array, each task processes a different subset of the array.</a:t>
            </a:r>
            <a:endParaRPr lang="en-US" sz="1400"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On shared memory architectures, all tasks may have access to the data structure through global memory. </a:t>
            </a:r>
          </a:p>
          <a:p>
            <a:pPr algn="just"/>
            <a:endParaRPr lang="en-US" sz="1200"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On distributed memory architectures the data structure is split up and resides as "chunks" in the local memory of each task.</a:t>
            </a:r>
          </a:p>
        </p:txBody>
      </p:sp>
    </p:spTree>
    <p:custDataLst>
      <p:tags r:id="rId1"/>
    </p:custDataLst>
    <p:extLst>
      <p:ext uri="{BB962C8B-B14F-4D97-AF65-F5344CB8AC3E}">
        <p14:creationId xmlns:p14="http://schemas.microsoft.com/office/powerpoint/2010/main" val="294432640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F56631-64F2-772B-B18E-0E1CA550DA42}"/>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658F9A27-B031-B94C-C713-793FC0D9C12B}"/>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Data Parallel Model Implementations</a:t>
            </a:r>
          </a:p>
        </p:txBody>
      </p:sp>
      <p:sp>
        <p:nvSpPr>
          <p:cNvPr id="3" name="Slide Number Placeholder 2">
            <a:extLst>
              <a:ext uri="{FF2B5EF4-FFF2-40B4-BE49-F238E27FC236}">
                <a16:creationId xmlns:a16="http://schemas.microsoft.com/office/drawing/2014/main" id="{4C49929F-ED5B-2C43-22BB-5A38D3FB986A}"/>
              </a:ext>
            </a:extLst>
          </p:cNvPr>
          <p:cNvSpPr>
            <a:spLocks noGrp="1"/>
          </p:cNvSpPr>
          <p:nvPr>
            <p:ph type="sldNum" sz="quarter" idx="12"/>
          </p:nvPr>
        </p:nvSpPr>
        <p:spPr/>
        <p:txBody>
          <a:bodyPr/>
          <a:lstStyle/>
          <a:p>
            <a:fld id="{3485D9CA-6DAA-4C3C-A3E2-EDEA918D5F89}" type="slidenum">
              <a:rPr lang="en-US">
                <a:latin typeface="Calibri"/>
              </a:rPr>
              <a:pPr/>
              <a:t>16</a:t>
            </a:fld>
            <a:endParaRPr lang="en-US">
              <a:latin typeface="Calibri"/>
            </a:endParaRPr>
          </a:p>
        </p:txBody>
      </p:sp>
      <p:sp>
        <p:nvSpPr>
          <p:cNvPr id="12" name="Rectangle 3">
            <a:extLst>
              <a:ext uri="{FF2B5EF4-FFF2-40B4-BE49-F238E27FC236}">
                <a16:creationId xmlns:a16="http://schemas.microsoft.com/office/drawing/2014/main" id="{599FC111-6B77-6F17-E856-83871FB1AD8C}"/>
              </a:ext>
            </a:extLst>
          </p:cNvPr>
          <p:cNvSpPr txBox="1">
            <a:spLocks noChangeArrowheads="1"/>
          </p:cNvSpPr>
          <p:nvPr/>
        </p:nvSpPr>
        <p:spPr>
          <a:xfrm>
            <a:off x="632151" y="1453241"/>
            <a:ext cx="10501070" cy="5404759"/>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Currently, there are several parallel programming implementations in various stages of developments, based on the Data Parallel / PGAS model.</a:t>
            </a:r>
          </a:p>
          <a:p>
            <a:pPr lvl="1" algn="just"/>
            <a:r>
              <a:rPr lang="en-US" b="1" dirty="0" err="1">
                <a:solidFill>
                  <a:srgbClr val="FF0000"/>
                </a:solidFill>
                <a:latin typeface="Arial" panose="020B0604020202020204" pitchFamily="34" charset="0"/>
                <a:cs typeface="Arial" panose="020B0604020202020204" pitchFamily="34" charset="0"/>
              </a:rPr>
              <a:t>Coarray</a:t>
            </a:r>
            <a:r>
              <a:rPr lang="en-US" b="1" dirty="0">
                <a:solidFill>
                  <a:srgbClr val="FF0000"/>
                </a:solidFill>
                <a:latin typeface="Arial" panose="020B0604020202020204" pitchFamily="34" charset="0"/>
                <a:cs typeface="Arial" panose="020B0604020202020204" pitchFamily="34" charset="0"/>
              </a:rPr>
              <a:t> Fortran:</a:t>
            </a:r>
            <a:r>
              <a:rPr lang="en-US" dirty="0">
                <a:latin typeface="Arial" panose="020B0604020202020204" pitchFamily="34" charset="0"/>
                <a:cs typeface="Arial" panose="020B0604020202020204" pitchFamily="34" charset="0"/>
              </a:rPr>
              <a:t> </a:t>
            </a:r>
            <a:r>
              <a:rPr lang="en-US" dirty="0" smtClean="0">
                <a:latin typeface="Arial" panose="020B0604020202020204" pitchFamily="34" charset="0"/>
                <a:cs typeface="Arial" panose="020B0604020202020204" pitchFamily="34" charset="0"/>
              </a:rPr>
              <a:t>A small </a:t>
            </a:r>
            <a:r>
              <a:rPr lang="en-US" dirty="0">
                <a:latin typeface="Arial" panose="020B0604020202020204" pitchFamily="34" charset="0"/>
                <a:cs typeface="Arial" panose="020B0604020202020204" pitchFamily="34" charset="0"/>
              </a:rPr>
              <a:t>set of extensions to Fortran 95 for SPMD parallel programming. Compiler dependent.</a:t>
            </a:r>
          </a:p>
          <a:p>
            <a:pPr lvl="1" algn="just"/>
            <a:r>
              <a:rPr lang="en-US" b="1" dirty="0">
                <a:solidFill>
                  <a:srgbClr val="FF0000"/>
                </a:solidFill>
                <a:latin typeface="Arial" panose="020B0604020202020204" pitchFamily="34" charset="0"/>
                <a:cs typeface="Arial" panose="020B0604020202020204" pitchFamily="34" charset="0"/>
              </a:rPr>
              <a:t>Unified Parallel C (UPC): </a:t>
            </a:r>
            <a:r>
              <a:rPr lang="en-US" dirty="0">
                <a:latin typeface="Arial" panose="020B0604020202020204" pitchFamily="34" charset="0"/>
                <a:cs typeface="Arial" panose="020B0604020202020204" pitchFamily="34" charset="0"/>
              </a:rPr>
              <a:t>A</a:t>
            </a:r>
            <a:r>
              <a:rPr lang="en-US" dirty="0" smtClean="0">
                <a:latin typeface="Arial" panose="020B0604020202020204" pitchFamily="34" charset="0"/>
                <a:cs typeface="Arial" panose="020B0604020202020204" pitchFamily="34" charset="0"/>
              </a:rPr>
              <a:t>n </a:t>
            </a:r>
            <a:r>
              <a:rPr lang="en-US" dirty="0">
                <a:latin typeface="Arial" panose="020B0604020202020204" pitchFamily="34" charset="0"/>
                <a:cs typeface="Arial" panose="020B0604020202020204" pitchFamily="34" charset="0"/>
              </a:rPr>
              <a:t>extension to the C programming language for SPMD parallel programming. Compiler dependent.</a:t>
            </a:r>
          </a:p>
          <a:p>
            <a:pPr lvl="1" algn="just"/>
            <a:r>
              <a:rPr lang="en-US" b="1" dirty="0">
                <a:solidFill>
                  <a:srgbClr val="FF0000"/>
                </a:solidFill>
                <a:latin typeface="Arial" panose="020B0604020202020204" pitchFamily="34" charset="0"/>
                <a:cs typeface="Arial" panose="020B0604020202020204" pitchFamily="34" charset="0"/>
              </a:rPr>
              <a:t>Global Arrays: </a:t>
            </a:r>
            <a:r>
              <a:rPr lang="en-US" dirty="0">
                <a:latin typeface="Arial" panose="020B0604020202020204" pitchFamily="34" charset="0"/>
                <a:cs typeface="Arial" panose="020B0604020202020204" pitchFamily="34" charset="0"/>
              </a:rPr>
              <a:t>P</a:t>
            </a:r>
            <a:r>
              <a:rPr lang="en-US" dirty="0" smtClean="0">
                <a:latin typeface="Arial" panose="020B0604020202020204" pitchFamily="34" charset="0"/>
                <a:cs typeface="Arial" panose="020B0604020202020204" pitchFamily="34" charset="0"/>
              </a:rPr>
              <a:t>rovides </a:t>
            </a:r>
            <a:r>
              <a:rPr lang="en-US" dirty="0">
                <a:latin typeface="Arial" panose="020B0604020202020204" pitchFamily="34" charset="0"/>
                <a:cs typeface="Arial" panose="020B0604020202020204" pitchFamily="34" charset="0"/>
              </a:rPr>
              <a:t>a shared memory style programming environment in the context of distributed array data structures. Public domain library with C and Fortran77 bindings.</a:t>
            </a:r>
          </a:p>
          <a:p>
            <a:pPr lvl="1" algn="just"/>
            <a:r>
              <a:rPr lang="en-US" b="1" dirty="0">
                <a:solidFill>
                  <a:srgbClr val="FF0000"/>
                </a:solidFill>
                <a:latin typeface="Arial" panose="020B0604020202020204" pitchFamily="34" charset="0"/>
                <a:cs typeface="Arial" panose="020B0604020202020204" pitchFamily="34" charset="0"/>
              </a:rPr>
              <a:t>X10: </a:t>
            </a:r>
            <a:r>
              <a:rPr lang="en-US" dirty="0">
                <a:latin typeface="Arial" panose="020B0604020202020204" pitchFamily="34" charset="0"/>
                <a:cs typeface="Arial" panose="020B0604020202020204" pitchFamily="34" charset="0"/>
              </a:rPr>
              <a:t>A</a:t>
            </a:r>
            <a:r>
              <a:rPr lang="en-US" dirty="0" smtClean="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PGAS based parallel programming language being developed by IBM at the Thomas J. Watson Research Center.</a:t>
            </a:r>
          </a:p>
          <a:p>
            <a:pPr lvl="1" algn="just"/>
            <a:r>
              <a:rPr lang="en-US" b="1" dirty="0">
                <a:solidFill>
                  <a:srgbClr val="FF0000"/>
                </a:solidFill>
                <a:latin typeface="Arial" panose="020B0604020202020204" pitchFamily="34" charset="0"/>
                <a:cs typeface="Arial" panose="020B0604020202020204" pitchFamily="34" charset="0"/>
              </a:rPr>
              <a:t>Chapel: </a:t>
            </a:r>
            <a:r>
              <a:rPr lang="en-US" dirty="0">
                <a:latin typeface="Arial" panose="020B0604020202020204" pitchFamily="34" charset="0"/>
                <a:cs typeface="Arial" panose="020B0604020202020204" pitchFamily="34" charset="0"/>
              </a:rPr>
              <a:t>A</a:t>
            </a:r>
            <a:r>
              <a:rPr lang="en-US" dirty="0" smtClean="0">
                <a:latin typeface="Arial" panose="020B0604020202020204" pitchFamily="34" charset="0"/>
                <a:cs typeface="Arial" panose="020B0604020202020204" pitchFamily="34" charset="0"/>
              </a:rPr>
              <a:t>n </a:t>
            </a:r>
            <a:r>
              <a:rPr lang="en-US" dirty="0">
                <a:latin typeface="Arial" panose="020B0604020202020204" pitchFamily="34" charset="0"/>
                <a:cs typeface="Arial" panose="020B0604020202020204" pitchFamily="34" charset="0"/>
              </a:rPr>
              <a:t>open-source parallel programming language project being led by Cray. </a:t>
            </a:r>
          </a:p>
        </p:txBody>
      </p:sp>
    </p:spTree>
    <p:custDataLst>
      <p:tags r:id="rId1"/>
    </p:custDataLst>
    <p:extLst>
      <p:ext uri="{BB962C8B-B14F-4D97-AF65-F5344CB8AC3E}">
        <p14:creationId xmlns:p14="http://schemas.microsoft.com/office/powerpoint/2010/main" val="45480152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6D4654-466C-860B-A567-98BD882102C4}"/>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32D267C4-C361-E2BF-B352-85BBA655B0F8}"/>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Hybrid Model</a:t>
            </a:r>
          </a:p>
        </p:txBody>
      </p:sp>
      <p:sp>
        <p:nvSpPr>
          <p:cNvPr id="3" name="Slide Number Placeholder 2">
            <a:extLst>
              <a:ext uri="{FF2B5EF4-FFF2-40B4-BE49-F238E27FC236}">
                <a16:creationId xmlns:a16="http://schemas.microsoft.com/office/drawing/2014/main" id="{365EDA8F-ED6A-7210-34D2-482A5C44E012}"/>
              </a:ext>
            </a:extLst>
          </p:cNvPr>
          <p:cNvSpPr>
            <a:spLocks noGrp="1"/>
          </p:cNvSpPr>
          <p:nvPr>
            <p:ph type="sldNum" sz="quarter" idx="12"/>
          </p:nvPr>
        </p:nvSpPr>
        <p:spPr/>
        <p:txBody>
          <a:bodyPr/>
          <a:lstStyle/>
          <a:p>
            <a:fld id="{3485D9CA-6DAA-4C3C-A3E2-EDEA918D5F89}" type="slidenum">
              <a:rPr lang="en-US">
                <a:latin typeface="Calibri"/>
              </a:rPr>
              <a:pPr/>
              <a:t>17</a:t>
            </a:fld>
            <a:endParaRPr lang="en-US">
              <a:latin typeface="Calibri"/>
            </a:endParaRPr>
          </a:p>
        </p:txBody>
      </p:sp>
      <p:sp>
        <p:nvSpPr>
          <p:cNvPr id="12" name="Rectangle 3">
            <a:extLst>
              <a:ext uri="{FF2B5EF4-FFF2-40B4-BE49-F238E27FC236}">
                <a16:creationId xmlns:a16="http://schemas.microsoft.com/office/drawing/2014/main" id="{42A9296F-DDC1-745F-0CD3-55BE6268A740}"/>
              </a:ext>
            </a:extLst>
          </p:cNvPr>
          <p:cNvSpPr txBox="1">
            <a:spLocks noChangeArrowheads="1"/>
          </p:cNvSpPr>
          <p:nvPr/>
        </p:nvSpPr>
        <p:spPr>
          <a:xfrm>
            <a:off x="632150" y="1453241"/>
            <a:ext cx="10581282" cy="5404759"/>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sz="2000" dirty="0">
                <a:latin typeface="Arial" panose="020B0604020202020204" pitchFamily="34" charset="0"/>
                <a:cs typeface="Arial" panose="020B0604020202020204" pitchFamily="34" charset="0"/>
              </a:rPr>
              <a:t>Hybrid models combine more than one of the previously described programming models. </a:t>
            </a:r>
          </a:p>
          <a:p>
            <a:pPr algn="just"/>
            <a:endParaRPr lang="en-US" sz="2000" dirty="0">
              <a:latin typeface="Arial" panose="020B0604020202020204" pitchFamily="34" charset="0"/>
              <a:cs typeface="Arial" panose="020B0604020202020204" pitchFamily="34" charset="0"/>
            </a:endParaRPr>
          </a:p>
          <a:p>
            <a:pPr algn="just"/>
            <a:r>
              <a:rPr lang="en-US" sz="2000" dirty="0">
                <a:latin typeface="Arial" panose="020B0604020202020204" pitchFamily="34" charset="0"/>
                <a:cs typeface="Arial" panose="020B0604020202020204" pitchFamily="34" charset="0"/>
              </a:rPr>
              <a:t>Currently, a common example of a hybrid model is the combination of MPI with OpenMP.</a:t>
            </a:r>
            <a:endParaRPr lang="en-US" sz="2100" dirty="0">
              <a:latin typeface="Arial" panose="020B0604020202020204" pitchFamily="34" charset="0"/>
              <a:cs typeface="Arial" panose="020B0604020202020204" pitchFamily="34" charset="0"/>
            </a:endParaRPr>
          </a:p>
          <a:p>
            <a:pPr lvl="1" algn="just"/>
            <a:r>
              <a:rPr lang="en-US" sz="1800" dirty="0">
                <a:latin typeface="Arial" panose="020B0604020202020204" pitchFamily="34" charset="0"/>
                <a:cs typeface="Arial" panose="020B0604020202020204" pitchFamily="34" charset="0"/>
              </a:rPr>
              <a:t>Threads perform computationally intensive kernels using local, on-node data</a:t>
            </a:r>
          </a:p>
          <a:p>
            <a:pPr lvl="1" algn="just"/>
            <a:r>
              <a:rPr lang="en-US" sz="1800" dirty="0">
                <a:latin typeface="Arial" panose="020B0604020202020204" pitchFamily="34" charset="0"/>
                <a:cs typeface="Arial" panose="020B0604020202020204" pitchFamily="34" charset="0"/>
              </a:rPr>
              <a:t>Communications between processes on different nodes occurs over the network using MPI</a:t>
            </a:r>
          </a:p>
          <a:p>
            <a:pPr algn="just"/>
            <a:endParaRPr lang="en-US" sz="1400" b="1" dirty="0">
              <a:solidFill>
                <a:srgbClr val="00B050"/>
              </a:solidFill>
              <a:latin typeface="Arial" panose="020B0604020202020204" pitchFamily="34" charset="0"/>
              <a:cs typeface="Arial" panose="020B0604020202020204" pitchFamily="34" charset="0"/>
            </a:endParaRPr>
          </a:p>
          <a:p>
            <a:pPr algn="just"/>
            <a:r>
              <a:rPr lang="en-US" sz="2000" dirty="0">
                <a:latin typeface="Arial" panose="020B0604020202020204" pitchFamily="34" charset="0"/>
                <a:cs typeface="Arial" panose="020B0604020202020204" pitchFamily="34" charset="0"/>
              </a:rPr>
              <a:t>This hybrid model lends itself well to the most popular (currently) hardware environment of clustered multi/many-core machines.</a:t>
            </a:r>
          </a:p>
          <a:p>
            <a:pPr algn="just"/>
            <a:endParaRPr lang="en-US" sz="1400" b="1" dirty="0">
              <a:solidFill>
                <a:srgbClr val="00B050"/>
              </a:solidFill>
              <a:latin typeface="Arial" panose="020B0604020202020204" pitchFamily="34" charset="0"/>
              <a:cs typeface="Arial" panose="020B0604020202020204" pitchFamily="34" charset="0"/>
            </a:endParaRPr>
          </a:p>
        </p:txBody>
      </p:sp>
      <p:pic>
        <p:nvPicPr>
          <p:cNvPr id="4098" name="Picture 2" descr="Hybrid model diagram">
            <a:extLst>
              <a:ext uri="{FF2B5EF4-FFF2-40B4-BE49-F238E27FC236}">
                <a16:creationId xmlns:a16="http://schemas.microsoft.com/office/drawing/2014/main" id="{D9DA73AA-20B4-AC7B-DA6A-3F815E78D02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11686" y="4357670"/>
            <a:ext cx="4405894" cy="2190430"/>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133773138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F099CF-F683-409C-9952-DCD50BCFB375}"/>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228C7EFC-FD99-A383-9639-F153073864FE}"/>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Hybrid Model</a:t>
            </a:r>
          </a:p>
        </p:txBody>
      </p:sp>
      <p:sp>
        <p:nvSpPr>
          <p:cNvPr id="3" name="Slide Number Placeholder 2">
            <a:extLst>
              <a:ext uri="{FF2B5EF4-FFF2-40B4-BE49-F238E27FC236}">
                <a16:creationId xmlns:a16="http://schemas.microsoft.com/office/drawing/2014/main" id="{DEF7BBB3-A159-7CB1-6180-ACBB3610075D}"/>
              </a:ext>
            </a:extLst>
          </p:cNvPr>
          <p:cNvSpPr>
            <a:spLocks noGrp="1"/>
          </p:cNvSpPr>
          <p:nvPr>
            <p:ph type="sldNum" sz="quarter" idx="12"/>
          </p:nvPr>
        </p:nvSpPr>
        <p:spPr/>
        <p:txBody>
          <a:bodyPr/>
          <a:lstStyle/>
          <a:p>
            <a:fld id="{3485D9CA-6DAA-4C3C-A3E2-EDEA918D5F89}" type="slidenum">
              <a:rPr lang="en-US">
                <a:latin typeface="Calibri"/>
              </a:rPr>
              <a:pPr/>
              <a:t>18</a:t>
            </a:fld>
            <a:endParaRPr lang="en-US">
              <a:latin typeface="Calibri"/>
            </a:endParaRPr>
          </a:p>
        </p:txBody>
      </p:sp>
      <p:sp>
        <p:nvSpPr>
          <p:cNvPr id="12" name="Rectangle 3">
            <a:extLst>
              <a:ext uri="{FF2B5EF4-FFF2-40B4-BE49-F238E27FC236}">
                <a16:creationId xmlns:a16="http://schemas.microsoft.com/office/drawing/2014/main" id="{305CE4F8-E831-3E45-D6BE-E17AC9D7B431}"/>
              </a:ext>
            </a:extLst>
          </p:cNvPr>
          <p:cNvSpPr txBox="1">
            <a:spLocks noChangeArrowheads="1"/>
          </p:cNvSpPr>
          <p:nvPr/>
        </p:nvSpPr>
        <p:spPr>
          <a:xfrm>
            <a:off x="632150" y="1453241"/>
            <a:ext cx="10581282" cy="5404759"/>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sz="2000" dirty="0">
                <a:latin typeface="Arial" panose="020B0604020202020204" pitchFamily="34" charset="0"/>
                <a:cs typeface="Arial" panose="020B0604020202020204" pitchFamily="34" charset="0"/>
              </a:rPr>
              <a:t>Another similar and increasingly popular example of a hybrid model is using MPI with CPU-GPU (graphics processing unit) programming.</a:t>
            </a:r>
          </a:p>
          <a:p>
            <a:pPr lvl="1" algn="just"/>
            <a:r>
              <a:rPr lang="en-US" sz="1800" dirty="0">
                <a:latin typeface="Arial" panose="020B0604020202020204" pitchFamily="34" charset="0"/>
                <a:cs typeface="Arial" panose="020B0604020202020204" pitchFamily="34" charset="0"/>
              </a:rPr>
              <a:t>MPI tasks run on CPUs using local memory and communicating with each other over a network.</a:t>
            </a:r>
          </a:p>
          <a:p>
            <a:pPr lvl="1" algn="just"/>
            <a:r>
              <a:rPr lang="en-US" sz="1800" dirty="0">
                <a:latin typeface="Arial" panose="020B0604020202020204" pitchFamily="34" charset="0"/>
                <a:cs typeface="Arial" panose="020B0604020202020204" pitchFamily="34" charset="0"/>
              </a:rPr>
              <a:t>Computationally intensive kernels are off-loaded to GPUs on-node.</a:t>
            </a:r>
          </a:p>
          <a:p>
            <a:pPr lvl="1" algn="just"/>
            <a:r>
              <a:rPr lang="en-US" sz="1800" dirty="0">
                <a:latin typeface="Arial" panose="020B0604020202020204" pitchFamily="34" charset="0"/>
                <a:cs typeface="Arial" panose="020B0604020202020204" pitchFamily="34" charset="0"/>
              </a:rPr>
              <a:t>Data exchange between node-local memory and GPUs uses CUDA (or something equivalent).</a:t>
            </a:r>
          </a:p>
          <a:p>
            <a:pPr lvl="1" algn="just"/>
            <a:endParaRPr lang="en-US" sz="1800" dirty="0">
              <a:latin typeface="Arial" panose="020B0604020202020204" pitchFamily="34" charset="0"/>
              <a:cs typeface="Arial" panose="020B0604020202020204" pitchFamily="34" charset="0"/>
            </a:endParaRPr>
          </a:p>
          <a:p>
            <a:pPr lvl="1" algn="just"/>
            <a:endParaRPr lang="en-US" sz="1800" dirty="0">
              <a:latin typeface="Arial" panose="020B0604020202020204" pitchFamily="34" charset="0"/>
              <a:cs typeface="Arial" panose="020B0604020202020204" pitchFamily="34" charset="0"/>
            </a:endParaRPr>
          </a:p>
          <a:p>
            <a:pPr lvl="1" algn="just"/>
            <a:endParaRPr lang="en-US" sz="1800" dirty="0">
              <a:latin typeface="Arial" panose="020B0604020202020204" pitchFamily="34" charset="0"/>
              <a:cs typeface="Arial" panose="020B0604020202020204" pitchFamily="34" charset="0"/>
            </a:endParaRPr>
          </a:p>
          <a:p>
            <a:pPr lvl="1" algn="just"/>
            <a:endParaRPr lang="en-US" sz="1800" dirty="0">
              <a:latin typeface="Arial" panose="020B0604020202020204" pitchFamily="34" charset="0"/>
              <a:cs typeface="Arial" panose="020B0604020202020204" pitchFamily="34" charset="0"/>
            </a:endParaRPr>
          </a:p>
          <a:p>
            <a:pPr lvl="1" algn="just"/>
            <a:endParaRPr lang="en-US" sz="1800" dirty="0">
              <a:latin typeface="Arial" panose="020B0604020202020204" pitchFamily="34" charset="0"/>
              <a:cs typeface="Arial" panose="020B0604020202020204" pitchFamily="34" charset="0"/>
            </a:endParaRPr>
          </a:p>
          <a:p>
            <a:pPr lvl="1" algn="just"/>
            <a:endParaRPr lang="en-US" sz="1800" dirty="0">
              <a:latin typeface="Arial" panose="020B0604020202020204" pitchFamily="34" charset="0"/>
              <a:cs typeface="Arial" panose="020B0604020202020204" pitchFamily="34" charset="0"/>
            </a:endParaRPr>
          </a:p>
          <a:p>
            <a:pPr lvl="1" algn="just"/>
            <a:endParaRPr lang="en-US" sz="1800" dirty="0">
              <a:latin typeface="Arial" panose="020B0604020202020204" pitchFamily="34" charset="0"/>
              <a:cs typeface="Arial" panose="020B0604020202020204" pitchFamily="34" charset="0"/>
            </a:endParaRPr>
          </a:p>
          <a:p>
            <a:pPr algn="just"/>
            <a:r>
              <a:rPr lang="en-US" sz="2000" dirty="0">
                <a:latin typeface="Arial" panose="020B0604020202020204" pitchFamily="34" charset="0"/>
                <a:cs typeface="Arial" panose="020B0604020202020204" pitchFamily="34" charset="0"/>
              </a:rPr>
              <a:t>Other hybrid models are common:</a:t>
            </a:r>
          </a:p>
          <a:p>
            <a:pPr lvl="1" algn="just"/>
            <a:r>
              <a:rPr lang="en-US" sz="1800" dirty="0">
                <a:latin typeface="Arial" panose="020B0604020202020204" pitchFamily="34" charset="0"/>
                <a:cs typeface="Arial" panose="020B0604020202020204" pitchFamily="34" charset="0"/>
              </a:rPr>
              <a:t>MPI with </a:t>
            </a:r>
            <a:r>
              <a:rPr lang="en-US" sz="1800" dirty="0" err="1">
                <a:latin typeface="Arial" panose="020B0604020202020204" pitchFamily="34" charset="0"/>
                <a:cs typeface="Arial" panose="020B0604020202020204" pitchFamily="34" charset="0"/>
              </a:rPr>
              <a:t>Pthreads</a:t>
            </a:r>
            <a:endParaRPr lang="en-US" sz="1800" dirty="0">
              <a:latin typeface="Arial" panose="020B0604020202020204" pitchFamily="34" charset="0"/>
              <a:cs typeface="Arial" panose="020B0604020202020204" pitchFamily="34" charset="0"/>
            </a:endParaRPr>
          </a:p>
          <a:p>
            <a:pPr lvl="1" algn="just"/>
            <a:r>
              <a:rPr lang="en-US" sz="1800" dirty="0">
                <a:latin typeface="Arial" panose="020B0604020202020204" pitchFamily="34" charset="0"/>
                <a:cs typeface="Arial" panose="020B0604020202020204" pitchFamily="34" charset="0"/>
              </a:rPr>
              <a:t>MPI with non-GPU accelerators</a:t>
            </a:r>
          </a:p>
        </p:txBody>
      </p:sp>
      <p:pic>
        <p:nvPicPr>
          <p:cNvPr id="5122" name="Picture 2" descr="Hybrid model diagram">
            <a:extLst>
              <a:ext uri="{FF2B5EF4-FFF2-40B4-BE49-F238E27FC236}">
                <a16:creationId xmlns:a16="http://schemas.microsoft.com/office/drawing/2014/main" id="{CEC28057-234B-0D32-75F2-262A458937A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74168" y="3429000"/>
            <a:ext cx="4207252" cy="1816768"/>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129350897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FFC5DE-612E-C821-A3EB-B4EA31F40EB7}"/>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663845C0-6122-608C-367D-B77F21A564C1}"/>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Single Program Multiple Data (SPMD)</a:t>
            </a:r>
          </a:p>
        </p:txBody>
      </p:sp>
      <p:sp>
        <p:nvSpPr>
          <p:cNvPr id="3" name="Slide Number Placeholder 2">
            <a:extLst>
              <a:ext uri="{FF2B5EF4-FFF2-40B4-BE49-F238E27FC236}">
                <a16:creationId xmlns:a16="http://schemas.microsoft.com/office/drawing/2014/main" id="{6EB1238F-DABC-14E2-50D6-EDEE0706B655}"/>
              </a:ext>
            </a:extLst>
          </p:cNvPr>
          <p:cNvSpPr>
            <a:spLocks noGrp="1"/>
          </p:cNvSpPr>
          <p:nvPr>
            <p:ph type="sldNum" sz="quarter" idx="12"/>
          </p:nvPr>
        </p:nvSpPr>
        <p:spPr/>
        <p:txBody>
          <a:bodyPr/>
          <a:lstStyle/>
          <a:p>
            <a:fld id="{3485D9CA-6DAA-4C3C-A3E2-EDEA918D5F89}" type="slidenum">
              <a:rPr lang="en-US">
                <a:latin typeface="Calibri"/>
              </a:rPr>
              <a:pPr/>
              <a:t>19</a:t>
            </a:fld>
            <a:endParaRPr lang="en-US">
              <a:latin typeface="Calibri"/>
            </a:endParaRPr>
          </a:p>
        </p:txBody>
      </p:sp>
      <p:sp>
        <p:nvSpPr>
          <p:cNvPr id="12" name="Rectangle 3">
            <a:extLst>
              <a:ext uri="{FF2B5EF4-FFF2-40B4-BE49-F238E27FC236}">
                <a16:creationId xmlns:a16="http://schemas.microsoft.com/office/drawing/2014/main" id="{8F507E9D-1AC5-B00C-AC1B-B7BDB5B5B383}"/>
              </a:ext>
            </a:extLst>
          </p:cNvPr>
          <p:cNvSpPr txBox="1">
            <a:spLocks noChangeArrowheads="1"/>
          </p:cNvSpPr>
          <p:nvPr/>
        </p:nvSpPr>
        <p:spPr>
          <a:xfrm>
            <a:off x="632150" y="1453241"/>
            <a:ext cx="10581282" cy="5404759"/>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sz="2000" dirty="0">
                <a:latin typeface="Arial" panose="020B0604020202020204" pitchFamily="34" charset="0"/>
                <a:cs typeface="Arial" panose="020B0604020202020204" pitchFamily="34" charset="0"/>
              </a:rPr>
              <a:t>SPMD is actually a "high level" programming model that can be built upon any combination of the previously mentioned parallel programming models.</a:t>
            </a:r>
          </a:p>
          <a:p>
            <a:pPr algn="just"/>
            <a:endParaRPr lang="en-US" sz="900" dirty="0">
              <a:latin typeface="Arial" panose="020B0604020202020204" pitchFamily="34" charset="0"/>
              <a:cs typeface="Arial" panose="020B0604020202020204" pitchFamily="34" charset="0"/>
            </a:endParaRPr>
          </a:p>
          <a:p>
            <a:pPr algn="just"/>
            <a:r>
              <a:rPr lang="en-US" sz="2000" dirty="0">
                <a:latin typeface="Arial" panose="020B0604020202020204" pitchFamily="34" charset="0"/>
                <a:cs typeface="Arial" panose="020B0604020202020204" pitchFamily="34" charset="0"/>
              </a:rPr>
              <a:t>All tasks execute their copy of the same program simultaneously. All tasks may use different data</a:t>
            </a:r>
          </a:p>
          <a:p>
            <a:pPr algn="just"/>
            <a:endParaRPr lang="en-US" sz="900" dirty="0">
              <a:latin typeface="Arial" panose="020B0604020202020204" pitchFamily="34" charset="0"/>
              <a:cs typeface="Arial" panose="020B0604020202020204" pitchFamily="34" charset="0"/>
            </a:endParaRPr>
          </a:p>
          <a:p>
            <a:pPr algn="just"/>
            <a:r>
              <a:rPr lang="en-US" sz="2000" dirty="0">
                <a:latin typeface="Arial" panose="020B0604020202020204" pitchFamily="34" charset="0"/>
                <a:cs typeface="Arial" panose="020B0604020202020204" pitchFamily="34" charset="0"/>
              </a:rPr>
              <a:t>SPMD programs usually have the necessary logic programmed into them to allow different tasks to branch or conditionally execute only those parts of the program they are designed to execute. That is, tasks do not necessarily have to execute the entire program - perhaps only a portion of it.</a:t>
            </a:r>
          </a:p>
          <a:p>
            <a:pPr algn="just"/>
            <a:endParaRPr lang="en-US" sz="900" dirty="0">
              <a:latin typeface="Arial" panose="020B0604020202020204" pitchFamily="34" charset="0"/>
              <a:cs typeface="Arial" panose="020B0604020202020204" pitchFamily="34" charset="0"/>
            </a:endParaRPr>
          </a:p>
          <a:p>
            <a:pPr algn="just"/>
            <a:r>
              <a:rPr lang="en-US" sz="2000" dirty="0">
                <a:latin typeface="Arial" panose="020B0604020202020204" pitchFamily="34" charset="0"/>
                <a:cs typeface="Arial" panose="020B0604020202020204" pitchFamily="34" charset="0"/>
              </a:rPr>
              <a:t>The SPMD model, using message passing or hybrid programming, is probably the most commonly used parallel programming model for multi-node clusters.</a:t>
            </a:r>
          </a:p>
        </p:txBody>
      </p:sp>
      <p:pic>
        <p:nvPicPr>
          <p:cNvPr id="7170" name="Picture 2" descr="SPMD model diagram">
            <a:extLst>
              <a:ext uri="{FF2B5EF4-FFF2-40B4-BE49-F238E27FC236}">
                <a16:creationId xmlns:a16="http://schemas.microsoft.com/office/drawing/2014/main" id="{EC36F586-6B91-AFD0-94E7-330F2A78F1B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54037" y="5365335"/>
            <a:ext cx="4883925" cy="1359729"/>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106929236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B1F3E1-5D26-8517-BC9C-DFFFA7F89B1F}"/>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ECF37B8E-BF29-D5BC-E9FA-2B2E1D5470CA}"/>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Multiple Program Multiple Data (MPMD)</a:t>
            </a:r>
          </a:p>
        </p:txBody>
      </p:sp>
      <p:sp>
        <p:nvSpPr>
          <p:cNvPr id="3" name="Slide Number Placeholder 2">
            <a:extLst>
              <a:ext uri="{FF2B5EF4-FFF2-40B4-BE49-F238E27FC236}">
                <a16:creationId xmlns:a16="http://schemas.microsoft.com/office/drawing/2014/main" id="{50EC2B5D-8957-FC4E-AC04-D4980E940A2E}"/>
              </a:ext>
            </a:extLst>
          </p:cNvPr>
          <p:cNvSpPr>
            <a:spLocks noGrp="1"/>
          </p:cNvSpPr>
          <p:nvPr>
            <p:ph type="sldNum" sz="quarter" idx="12"/>
          </p:nvPr>
        </p:nvSpPr>
        <p:spPr/>
        <p:txBody>
          <a:bodyPr/>
          <a:lstStyle/>
          <a:p>
            <a:fld id="{3485D9CA-6DAA-4C3C-A3E2-EDEA918D5F89}" type="slidenum">
              <a:rPr lang="en-US">
                <a:latin typeface="Calibri"/>
              </a:rPr>
              <a:pPr/>
              <a:t>20</a:t>
            </a:fld>
            <a:endParaRPr lang="en-US">
              <a:latin typeface="Calibri"/>
            </a:endParaRPr>
          </a:p>
        </p:txBody>
      </p:sp>
      <p:sp>
        <p:nvSpPr>
          <p:cNvPr id="12" name="Rectangle 3">
            <a:extLst>
              <a:ext uri="{FF2B5EF4-FFF2-40B4-BE49-F238E27FC236}">
                <a16:creationId xmlns:a16="http://schemas.microsoft.com/office/drawing/2014/main" id="{6E89F95C-9960-2224-42B0-D9A00688FAEB}"/>
              </a:ext>
            </a:extLst>
          </p:cNvPr>
          <p:cNvSpPr txBox="1">
            <a:spLocks noChangeArrowheads="1"/>
          </p:cNvSpPr>
          <p:nvPr/>
        </p:nvSpPr>
        <p:spPr>
          <a:xfrm>
            <a:off x="632150" y="1453241"/>
            <a:ext cx="10452945" cy="5404759"/>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sz="2000" dirty="0">
                <a:latin typeface="Arial" panose="020B0604020202020204" pitchFamily="34" charset="0"/>
                <a:cs typeface="Arial" panose="020B0604020202020204" pitchFamily="34" charset="0"/>
              </a:rPr>
              <a:t>Like SPMD, MPMD is actually a "high level" programming model that can be built upon any combination of the previously mentioned parallel programming models.</a:t>
            </a:r>
          </a:p>
          <a:p>
            <a:pPr algn="just"/>
            <a:endParaRPr lang="en-US" sz="1000" dirty="0">
              <a:latin typeface="Arial" panose="020B0604020202020204" pitchFamily="34" charset="0"/>
              <a:cs typeface="Arial" panose="020B0604020202020204" pitchFamily="34" charset="0"/>
            </a:endParaRPr>
          </a:p>
          <a:p>
            <a:pPr algn="just"/>
            <a:r>
              <a:rPr lang="en-US" sz="2000" dirty="0">
                <a:latin typeface="Arial" panose="020B0604020202020204" pitchFamily="34" charset="0"/>
                <a:cs typeface="Arial" panose="020B0604020202020204" pitchFamily="34" charset="0"/>
              </a:rPr>
              <a:t>MPMD applications typically have multiple executable object files (programs). While the application is being run in parallel, each task can be executing the same or different program as other tasks.</a:t>
            </a:r>
          </a:p>
          <a:p>
            <a:pPr algn="just"/>
            <a:endParaRPr lang="en-US" sz="1000" dirty="0">
              <a:latin typeface="Arial" panose="020B0604020202020204" pitchFamily="34" charset="0"/>
              <a:cs typeface="Arial" panose="020B0604020202020204" pitchFamily="34" charset="0"/>
            </a:endParaRPr>
          </a:p>
          <a:p>
            <a:pPr algn="just"/>
            <a:r>
              <a:rPr lang="en-US" sz="2000" dirty="0">
                <a:latin typeface="Arial" panose="020B0604020202020204" pitchFamily="34" charset="0"/>
                <a:cs typeface="Arial" panose="020B0604020202020204" pitchFamily="34" charset="0"/>
              </a:rPr>
              <a:t>All tasks may use different data</a:t>
            </a:r>
          </a:p>
        </p:txBody>
      </p:sp>
      <p:pic>
        <p:nvPicPr>
          <p:cNvPr id="6146" name="Picture 2" descr="MPMD model diagram">
            <a:extLst>
              <a:ext uri="{FF2B5EF4-FFF2-40B4-BE49-F238E27FC236}">
                <a16:creationId xmlns:a16="http://schemas.microsoft.com/office/drawing/2014/main" id="{19A74194-6641-0A00-14B3-F5607E9230D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48296" y="4306847"/>
            <a:ext cx="4820652" cy="1342113"/>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2376078521"/>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TIMING" val="|38.5"/>
</p:tagLst>
</file>

<file path=ppt/tags/tag2.xml><?xml version="1.0" encoding="utf-8"?>
<p:tagLst xmlns:a="http://schemas.openxmlformats.org/drawingml/2006/main" xmlns:r="http://schemas.openxmlformats.org/officeDocument/2006/relationships" xmlns:p="http://schemas.openxmlformats.org/presentationml/2006/main">
  <p:tag name="TIMING" val="|38.5"/>
</p:tagLst>
</file>

<file path=ppt/tags/tag3.xml><?xml version="1.0" encoding="utf-8"?>
<p:tagLst xmlns:a="http://schemas.openxmlformats.org/drawingml/2006/main" xmlns:r="http://schemas.openxmlformats.org/officeDocument/2006/relationships" xmlns:p="http://schemas.openxmlformats.org/presentationml/2006/main">
  <p:tag name="TIMING" val="|38.5"/>
</p:tagLst>
</file>

<file path=ppt/tags/tag4.xml><?xml version="1.0" encoding="utf-8"?>
<p:tagLst xmlns:a="http://schemas.openxmlformats.org/drawingml/2006/main" xmlns:r="http://schemas.openxmlformats.org/officeDocument/2006/relationships" xmlns:p="http://schemas.openxmlformats.org/presentationml/2006/main">
  <p:tag name="TIMING" val="|38.5"/>
</p:tagLst>
</file>

<file path=ppt/tags/tag5.xml><?xml version="1.0" encoding="utf-8"?>
<p:tagLst xmlns:a="http://schemas.openxmlformats.org/drawingml/2006/main" xmlns:r="http://schemas.openxmlformats.org/officeDocument/2006/relationships" xmlns:p="http://schemas.openxmlformats.org/presentationml/2006/main">
  <p:tag name="TIMING" val="|38.5"/>
</p:tagLst>
</file>

<file path=ppt/tags/tag6.xml><?xml version="1.0" encoding="utf-8"?>
<p:tagLst xmlns:a="http://schemas.openxmlformats.org/drawingml/2006/main" xmlns:r="http://schemas.openxmlformats.org/officeDocument/2006/relationships" xmlns:p="http://schemas.openxmlformats.org/presentationml/2006/main">
  <p:tag name="TIMING" val="|38.5"/>
</p:tagLst>
</file>

<file path=ppt/tags/tag7.xml><?xml version="1.0" encoding="utf-8"?>
<p:tagLst xmlns:a="http://schemas.openxmlformats.org/drawingml/2006/main" xmlns:r="http://schemas.openxmlformats.org/officeDocument/2006/relationships" xmlns:p="http://schemas.openxmlformats.org/presentationml/2006/main">
  <p:tag name="TIMING" val="|38.5"/>
</p:tagLst>
</file>

<file path=ppt/tags/tag8.xml><?xml version="1.0" encoding="utf-8"?>
<p:tagLst xmlns:a="http://schemas.openxmlformats.org/drawingml/2006/main" xmlns:r="http://schemas.openxmlformats.org/officeDocument/2006/relationships" xmlns:p="http://schemas.openxmlformats.org/presentationml/2006/main">
  <p:tag name="TIMING" val="|38.5"/>
</p:tagLst>
</file>

<file path=ppt/tags/tag9.xml><?xml version="1.0" encoding="utf-8"?>
<p:tagLst xmlns:a="http://schemas.openxmlformats.org/drawingml/2006/main" xmlns:r="http://schemas.openxmlformats.org/officeDocument/2006/relationships" xmlns:p="http://schemas.openxmlformats.org/presentationml/2006/main">
  <p:tag name="TIMING" val="|38.5"/>
</p:tagLst>
</file>

<file path=ppt/tags/tag10.xml><?xml version="1.0" encoding="utf-8"?>
<p:tagLst xmlns:a="http://schemas.openxmlformats.org/drawingml/2006/main" xmlns:r="http://schemas.openxmlformats.org/officeDocument/2006/relationships" xmlns:p="http://schemas.openxmlformats.org/presentationml/2006/main">
  <p:tag name="TIMING" val="|38.5"/>
</p:tagLst>
</file>

<file path=ppt/tags/tag11.xml><?xml version="1.0" encoding="utf-8"?>
<p:tagLst xmlns:a="http://schemas.openxmlformats.org/drawingml/2006/main" xmlns:r="http://schemas.openxmlformats.org/officeDocument/2006/relationships" xmlns:p="http://schemas.openxmlformats.org/presentationml/2006/main">
  <p:tag name="TIMING" val="|38.5"/>
</p:tagLst>
</file>

<file path=ppt/tags/tag12.xml><?xml version="1.0" encoding="utf-8"?>
<p:tagLst xmlns:a="http://schemas.openxmlformats.org/drawingml/2006/main" xmlns:r="http://schemas.openxmlformats.org/officeDocument/2006/relationships" xmlns:p="http://schemas.openxmlformats.org/presentationml/2006/main">
  <p:tag name="TIMING" val="|38.5"/>
</p:tagLst>
</file>

<file path=ppt/tags/tag13.xml><?xml version="1.0" encoding="utf-8"?>
<p:tagLst xmlns:a="http://schemas.openxmlformats.org/drawingml/2006/main" xmlns:r="http://schemas.openxmlformats.org/officeDocument/2006/relationships" xmlns:p="http://schemas.openxmlformats.org/presentationml/2006/main">
  <p:tag name="TIMING" val="|38.5"/>
</p:tagLst>
</file>

<file path=ppt/tags/tag14.xml><?xml version="1.0" encoding="utf-8"?>
<p:tagLst xmlns:a="http://schemas.openxmlformats.org/drawingml/2006/main" xmlns:r="http://schemas.openxmlformats.org/officeDocument/2006/relationships" xmlns:p="http://schemas.openxmlformats.org/presentationml/2006/main">
  <p:tag name="TIMING" val="|38.5"/>
</p:tagLst>
</file>

<file path=ppt/tags/tag15.xml><?xml version="1.0" encoding="utf-8"?>
<p:tagLst xmlns:a="http://schemas.openxmlformats.org/drawingml/2006/main" xmlns:r="http://schemas.openxmlformats.org/officeDocument/2006/relationships" xmlns:p="http://schemas.openxmlformats.org/presentationml/2006/main">
  <p:tag name="TIMING" val="|38.5"/>
</p:tagLst>
</file>

<file path=ppt/tags/tag16.xml><?xml version="1.0" encoding="utf-8"?>
<p:tagLst xmlns:a="http://schemas.openxmlformats.org/drawingml/2006/main" xmlns:r="http://schemas.openxmlformats.org/officeDocument/2006/relationships" xmlns:p="http://schemas.openxmlformats.org/presentationml/2006/main">
  <p:tag name="TIMING" val="|38.5"/>
</p:tagLst>
</file>

<file path=ppt/tags/tag17.xml><?xml version="1.0" encoding="utf-8"?>
<p:tagLst xmlns:a="http://schemas.openxmlformats.org/drawingml/2006/main" xmlns:r="http://schemas.openxmlformats.org/officeDocument/2006/relationships" xmlns:p="http://schemas.openxmlformats.org/presentationml/2006/main">
  <p:tag name="TIMING" val="|38.5"/>
</p:tagLst>
</file>

<file path=ppt/tags/tag18.xml><?xml version="1.0" encoding="utf-8"?>
<p:tagLst xmlns:a="http://schemas.openxmlformats.org/drawingml/2006/main" xmlns:r="http://schemas.openxmlformats.org/officeDocument/2006/relationships" xmlns:p="http://schemas.openxmlformats.org/presentationml/2006/main">
  <p:tag name="TIMING" val="|38.5"/>
</p:tagLst>
</file>

<file path=ppt/tags/tag19.xml><?xml version="1.0" encoding="utf-8"?>
<p:tagLst xmlns:a="http://schemas.openxmlformats.org/drawingml/2006/main" xmlns:r="http://schemas.openxmlformats.org/officeDocument/2006/relationships" xmlns:p="http://schemas.openxmlformats.org/presentationml/2006/main">
  <p:tag name="TIMING" val="|38.5"/>
</p:tagLst>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Adjacency">
  <a:themeElements>
    <a:clrScheme name="Adjacency">
      <a:dk1>
        <a:srgbClr val="2F2B20"/>
      </a:dk1>
      <a:lt1>
        <a:srgbClr val="FFFFFF"/>
      </a:lt1>
      <a:dk2>
        <a:srgbClr val="675E47"/>
      </a:dk2>
      <a:lt2>
        <a:srgbClr val="DFDCB7"/>
      </a:lt2>
      <a:accent1>
        <a:srgbClr val="A9A57C"/>
      </a:accent1>
      <a:accent2>
        <a:srgbClr val="9CBEBD"/>
      </a:accent2>
      <a:accent3>
        <a:srgbClr val="D2CB6C"/>
      </a:accent3>
      <a:accent4>
        <a:srgbClr val="95A39D"/>
      </a:accent4>
      <a:accent5>
        <a:srgbClr val="C89F5D"/>
      </a:accent5>
      <a:accent6>
        <a:srgbClr val="B1A089"/>
      </a:accent6>
      <a:hlink>
        <a:srgbClr val="D25814"/>
      </a:hlink>
      <a:folHlink>
        <a:srgbClr val="849A0A"/>
      </a:folHlink>
    </a:clrScheme>
    <a:fontScheme name="Office">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djacency">
      <a:fillStyleLst>
        <a:solidFill>
          <a:schemeClr val="phClr"/>
        </a:solidFill>
        <a:solidFill>
          <a:schemeClr val="phClr">
            <a:tint val="55000"/>
          </a:schemeClr>
        </a:solidFill>
        <a:solidFill>
          <a:schemeClr val="phClr"/>
        </a:soli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outerShdw blurRad="50800" dist="25400" algn="bl" rotWithShape="0">
              <a:srgbClr val="000000">
                <a:alpha val="60000"/>
              </a:srgbClr>
            </a:outerShdw>
          </a:effectLst>
        </a:effectStyle>
        <a:effectStyle>
          <a:effectLst/>
          <a:scene3d>
            <a:camera prst="orthographicFront">
              <a:rot lat="0" lon="0" rev="0"/>
            </a:camera>
            <a:lightRig rig="brightRoom" dir="tl">
              <a:rot lat="0" lon="0" rev="1800000"/>
            </a:lightRig>
          </a:scene3d>
          <a:sp3d contourW="10160" prstMaterial="dkEdge">
            <a:bevelT w="38100" h="50800" prst="angle"/>
            <a:contourClr>
              <a:schemeClr val="phClr">
                <a:shade val="40000"/>
                <a:satMod val="150000"/>
              </a:schemeClr>
            </a:contourClr>
          </a:sp3d>
        </a:effectStyle>
      </a:effectStyleLst>
      <a:bgFillStyleLst>
        <a:solidFill>
          <a:schemeClr val="phClr"/>
        </a:solidFill>
        <a:gradFill rotWithShape="1">
          <a:gsLst>
            <a:gs pos="0">
              <a:schemeClr val="phClr">
                <a:tint val="90000"/>
              </a:schemeClr>
            </a:gs>
            <a:gs pos="75000">
              <a:schemeClr val="phClr">
                <a:shade val="100000"/>
                <a:satMod val="115000"/>
              </a:schemeClr>
            </a:gs>
            <a:gs pos="100000">
              <a:schemeClr val="phClr">
                <a:shade val="70000"/>
                <a:satMod val="130000"/>
              </a:schemeClr>
            </a:gs>
          </a:gsLst>
          <a:path path="circle">
            <a:fillToRect l="20000" t="50000" r="100000" b="50000"/>
          </a:path>
        </a:gradFill>
        <a:blipFill rotWithShape="1">
          <a:blip xmlns:r="http://schemas.openxmlformats.org/officeDocument/2006/relationships" r:embed="rId1">
            <a:duotone>
              <a:schemeClr val="phClr">
                <a:tint val="97000"/>
              </a:schemeClr>
              <a:schemeClr val="phClr">
                <a:shade val="96000"/>
              </a:schemeClr>
            </a:duotone>
          </a:blip>
          <a:tile tx="0" ty="0" sx="32000" sy="32000" flip="none" algn="tl"/>
        </a:blip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33292</TotalTime>
  <Words>2149</Words>
  <Application>Microsoft Office PowerPoint</Application>
  <PresentationFormat>Widescreen</PresentationFormat>
  <Paragraphs>178</Paragraphs>
  <Slides>20</Slides>
  <Notes>2</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20</vt:i4>
      </vt:variant>
    </vt:vector>
  </HeadingPairs>
  <TitlesOfParts>
    <vt:vector size="27" baseType="lpstr">
      <vt:lpstr>Arial</vt:lpstr>
      <vt:lpstr>Calibri</vt:lpstr>
      <vt:lpstr>Calibri Light</vt:lpstr>
      <vt:lpstr>Cambria</vt:lpstr>
      <vt:lpstr>Courier New</vt:lpstr>
      <vt:lpstr>Office Theme</vt:lpstr>
      <vt:lpstr>Adjacency</vt:lpstr>
      <vt:lpstr>CSC 334 – Parallel and Distributed Computing</vt:lpstr>
      <vt:lpstr>Parallel Programming Models</vt:lpstr>
      <vt:lpstr>Overview</vt:lpstr>
      <vt:lpstr>Overview</vt:lpstr>
      <vt:lpstr>Shared Memory Model (without threads)</vt:lpstr>
      <vt:lpstr>Shared Memory Model (without threads)</vt:lpstr>
      <vt:lpstr>Shared Memory Model (without threads)</vt:lpstr>
      <vt:lpstr>Threads Model</vt:lpstr>
      <vt:lpstr>Threads Model Implementations</vt:lpstr>
      <vt:lpstr>Threads Model Implementations</vt:lpstr>
      <vt:lpstr>Distributed Memory/ Message Passing Model</vt:lpstr>
      <vt:lpstr>Message Passing Model Implementation: MPI</vt:lpstr>
      <vt:lpstr>Message Passing Model Implementation: MPI</vt:lpstr>
      <vt:lpstr>Message Passing Model Implementation: MPI</vt:lpstr>
      <vt:lpstr>Data Parallel Model</vt:lpstr>
      <vt:lpstr>Data Parallel Model Implementations</vt:lpstr>
      <vt:lpstr>Hybrid Model</vt:lpstr>
      <vt:lpstr>Hybrid Model</vt:lpstr>
      <vt:lpstr>Single Program Multiple Data (SPMD)</vt:lpstr>
      <vt:lpstr>Multiple Program Multiple Data (MPMD)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CSC 334 – Parallel and Distributed Computing</dc:title>
  <dc:creator>Hasan Jamal</dc:creator>
  <cp:lastModifiedBy>INFO TECH</cp:lastModifiedBy>
  <cp:revision>138</cp:revision>
  <dcterms:created xsi:type="dcterms:W3CDTF">2020-06-08T03:46:58Z</dcterms:created>
  <dcterms:modified xsi:type="dcterms:W3CDTF">2025-09-21T16:51:27Z</dcterms:modified>
</cp:coreProperties>
</file>