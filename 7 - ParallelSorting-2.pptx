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tags/tag17.xml" ContentType="application/vnd.openxmlformats-officedocument.presentationml.tags+xml"/>
  <Override PartName="/ppt/notesSlides/notesSlide17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8.xml" ContentType="application/vnd.openxmlformats-officedocument.presentationml.notesSlide+xml"/>
  <Override PartName="/ppt/tags/tag21.xml" ContentType="application/vnd.openxmlformats-officedocument.presentationml.tags+xml"/>
  <Override PartName="/ppt/notesSlides/notesSlide19.xml" ContentType="application/vnd.openxmlformats-officedocument.presentationml.notesSlide+xml"/>
  <Override PartName="/ppt/tags/tag22.xml" ContentType="application/vnd.openxmlformats-officedocument.presentationml.tags+xml"/>
  <Override PartName="/ppt/notesSlides/notesSlide20.xml" ContentType="application/vnd.openxmlformats-officedocument.presentationml.notesSlide+xml"/>
  <Override PartName="/ppt/tags/tag23.xml" ContentType="application/vnd.openxmlformats-officedocument.presentationml.tags+xml"/>
  <Override PartName="/ppt/notesSlides/notesSlide21.xml" ContentType="application/vnd.openxmlformats-officedocument.presentationml.notesSlide+xml"/>
  <Override PartName="/ppt/tags/tag24.xml" ContentType="application/vnd.openxmlformats-officedocument.presentationml.tags+xml"/>
  <Override PartName="/ppt/notesSlides/notesSlide22.xml" ContentType="application/vnd.openxmlformats-officedocument.presentationml.notesSlide+xml"/>
  <Override PartName="/ppt/tags/tag25.xml" ContentType="application/vnd.openxmlformats-officedocument.presentationml.tags+xml"/>
  <Override PartName="/ppt/notesSlides/notesSlide23.xml" ContentType="application/vnd.openxmlformats-officedocument.presentationml.notesSlide+xml"/>
  <Override PartName="/ppt/tags/tag26.xml" ContentType="application/vnd.openxmlformats-officedocument.presentationml.tags+xml"/>
  <Override PartName="/ppt/notesSlides/notesSlide24.xml" ContentType="application/vnd.openxmlformats-officedocument.presentationml.notesSlide+xml"/>
  <Override PartName="/ppt/tags/tag27.xml" ContentType="application/vnd.openxmlformats-officedocument.presentationml.tags+xml"/>
  <Override PartName="/ppt/notesSlides/notesSlide25.xml" ContentType="application/vnd.openxmlformats-officedocument.presentationml.notesSlide+xml"/>
  <Override PartName="/ppt/tags/tag28.xml" ContentType="application/vnd.openxmlformats-officedocument.presentationml.tags+xml"/>
  <Override PartName="/ppt/notesSlides/notesSlide26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27.xml" ContentType="application/vnd.openxmlformats-officedocument.presentationml.notesSlide+xml"/>
  <Override PartName="/ppt/tags/tag31.xml" ContentType="application/vnd.openxmlformats-officedocument.presentationml.tags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67" r:id="rId2"/>
    <p:sldId id="722" r:id="rId3"/>
    <p:sldId id="723" r:id="rId4"/>
    <p:sldId id="729" r:id="rId5"/>
    <p:sldId id="730" r:id="rId6"/>
    <p:sldId id="733" r:id="rId7"/>
    <p:sldId id="734" r:id="rId8"/>
    <p:sldId id="735" r:id="rId9"/>
    <p:sldId id="737" r:id="rId10"/>
    <p:sldId id="738" r:id="rId11"/>
    <p:sldId id="739" r:id="rId12"/>
    <p:sldId id="740" r:id="rId13"/>
    <p:sldId id="741" r:id="rId14"/>
    <p:sldId id="742" r:id="rId15"/>
    <p:sldId id="743" r:id="rId16"/>
    <p:sldId id="744" r:id="rId17"/>
    <p:sldId id="745" r:id="rId18"/>
    <p:sldId id="746" r:id="rId19"/>
    <p:sldId id="724" r:id="rId20"/>
    <p:sldId id="726" r:id="rId21"/>
    <p:sldId id="732" r:id="rId22"/>
    <p:sldId id="749" r:id="rId23"/>
    <p:sldId id="750" r:id="rId24"/>
    <p:sldId id="751" r:id="rId25"/>
    <p:sldId id="752" r:id="rId26"/>
    <p:sldId id="753" r:id="rId27"/>
    <p:sldId id="754" r:id="rId28"/>
    <p:sldId id="755" r:id="rId29"/>
    <p:sldId id="756" r:id="rId30"/>
    <p:sldId id="757" r:id="rId31"/>
    <p:sldId id="759" r:id="rId32"/>
    <p:sldId id="75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D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F41AC-23D9-4DAF-938C-610805449A32}" v="3627" dt="2025-05-06T05:21:49.8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969" autoAdjust="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an Jamal" userId="6724a5da2ffd1b8f" providerId="LiveId" clId="{8D2F41AC-23D9-4DAF-938C-610805449A32}"/>
    <pc:docChg chg="undo redo custSel addSld delSld modSld sldOrd">
      <pc:chgData name="Hasan Jamal" userId="6724a5da2ffd1b8f" providerId="LiveId" clId="{8D2F41AC-23D9-4DAF-938C-610805449A32}" dt="2025-05-06T05:29:27.163" v="12083" actId="47"/>
      <pc:docMkLst>
        <pc:docMk/>
      </pc:docMkLst>
      <pc:sldChg chg="del">
        <pc:chgData name="Hasan Jamal" userId="6724a5da2ffd1b8f" providerId="LiveId" clId="{8D2F41AC-23D9-4DAF-938C-610805449A32}" dt="2025-04-06T06:25:42.472" v="0" actId="47"/>
        <pc:sldMkLst>
          <pc:docMk/>
          <pc:sldMk cId="3466068394" sldId="536"/>
        </pc:sldMkLst>
      </pc:sldChg>
      <pc:sldChg chg="addSp delSp modSp mod ord modAnim">
        <pc:chgData name="Hasan Jamal" userId="6724a5da2ffd1b8f" providerId="LiveId" clId="{8D2F41AC-23D9-4DAF-938C-610805449A32}" dt="2025-04-08T05:48:16.386" v="4854"/>
        <pc:sldMkLst>
          <pc:docMk/>
          <pc:sldMk cId="3989475214" sldId="681"/>
        </pc:sldMkLst>
        <pc:spChg chg="mod">
          <ac:chgData name="Hasan Jamal" userId="6724a5da2ffd1b8f" providerId="LiveId" clId="{8D2F41AC-23D9-4DAF-938C-610805449A32}" dt="2025-04-07T05:57:15.644" v="2545" actId="164"/>
          <ac:spMkLst>
            <pc:docMk/>
            <pc:sldMk cId="3989475214" sldId="681"/>
            <ac:spMk id="6" creationId="{E300FC86-0FD4-54B5-5D39-016EABC8EE0A}"/>
          </ac:spMkLst>
        </pc:spChg>
        <pc:spChg chg="mod">
          <ac:chgData name="Hasan Jamal" userId="6724a5da2ffd1b8f" providerId="LiveId" clId="{8D2F41AC-23D9-4DAF-938C-610805449A32}" dt="2025-04-07T06:02:03.252" v="2617" actId="1076"/>
          <ac:spMkLst>
            <pc:docMk/>
            <pc:sldMk cId="3989475214" sldId="681"/>
            <ac:spMk id="7" creationId="{62D5B727-3B27-C550-68A9-B4993543F524}"/>
          </ac:spMkLst>
        </pc:spChg>
        <pc:spChg chg="mod topLvl">
          <ac:chgData name="Hasan Jamal" userId="6724a5da2ffd1b8f" providerId="LiveId" clId="{8D2F41AC-23D9-4DAF-938C-610805449A32}" dt="2025-04-07T06:02:03.252" v="2617" actId="1076"/>
          <ac:spMkLst>
            <pc:docMk/>
            <pc:sldMk cId="3989475214" sldId="681"/>
            <ac:spMk id="8" creationId="{1A9927A9-161D-CDC6-FE22-B4DA99109440}"/>
          </ac:spMkLst>
        </pc:spChg>
        <pc:spChg chg="mod topLvl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9" creationId="{68E2E465-40EB-03B8-30BF-2C10FEA648DB}"/>
          </ac:spMkLst>
        </pc:spChg>
        <pc:spChg chg="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10" creationId="{2ECC9114-E21C-4DCB-60E1-98BD2D9FE1B6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11" creationId="{CACDAEE9-86E0-456A-5F2D-9FFA8B7CDB6D}"/>
          </ac:spMkLst>
        </pc:spChg>
        <pc:spChg chg="mod">
          <ac:chgData name="Hasan Jamal" userId="6724a5da2ffd1b8f" providerId="LiveId" clId="{8D2F41AC-23D9-4DAF-938C-610805449A32}" dt="2025-04-07T05:55:07.517" v="2439" actId="164"/>
          <ac:spMkLst>
            <pc:docMk/>
            <pc:sldMk cId="3989475214" sldId="681"/>
            <ac:spMk id="12" creationId="{65010F4C-1389-D870-6868-BAC025207C00}"/>
          </ac:spMkLst>
        </pc:spChg>
        <pc:spChg chg="mod topLvl">
          <ac:chgData name="Hasan Jamal" userId="6724a5da2ffd1b8f" providerId="LiveId" clId="{8D2F41AC-23D9-4DAF-938C-610805449A32}" dt="2025-04-07T06:01:53.877" v="2616" actId="1076"/>
          <ac:spMkLst>
            <pc:docMk/>
            <pc:sldMk cId="3989475214" sldId="681"/>
            <ac:spMk id="13" creationId="{9D7EAE8E-D06D-DBF6-0156-880278208FA6}"/>
          </ac:spMkLst>
        </pc:spChg>
        <pc:spChg chg="mod topLvl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14" creationId="{E5AB1678-C97D-6C70-ECD8-534B0D70B761}"/>
          </ac:spMkLst>
        </pc:spChg>
        <pc:spChg chg="mod topLvl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15" creationId="{5ACEBA2E-5B7C-9611-4D6A-21A55E1D32D7}"/>
          </ac:spMkLst>
        </pc:spChg>
        <pc:spChg chg="mod">
          <ac:chgData name="Hasan Jamal" userId="6724a5da2ffd1b8f" providerId="LiveId" clId="{8D2F41AC-23D9-4DAF-938C-610805449A32}" dt="2025-04-07T05:53:37.201" v="2374" actId="164"/>
          <ac:spMkLst>
            <pc:docMk/>
            <pc:sldMk cId="3989475214" sldId="681"/>
            <ac:spMk id="16" creationId="{B41985FC-34E5-078D-63C7-0E822493CE0A}"/>
          </ac:spMkLst>
        </pc:spChg>
        <pc:spChg chg="mod topLvl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17" creationId="{7135C34A-2B90-1494-C8EA-31FA7F84537F}"/>
          </ac:spMkLst>
        </pc:spChg>
        <pc:spChg chg="mod topLvl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18" creationId="{DBC08B6C-5EEF-6C31-0F45-EBBBF6ED7F2F}"/>
          </ac:spMkLst>
        </pc:spChg>
        <pc:spChg chg="mod topLvl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19" creationId="{08A20D59-EFDE-234F-10C2-7057DE0B264C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20" creationId="{CEB25989-972C-07AF-3F7D-C8D7594812EE}"/>
          </ac:spMkLst>
        </pc:spChg>
        <pc:spChg chg="mod">
          <ac:chgData name="Hasan Jamal" userId="6724a5da2ffd1b8f" providerId="LiveId" clId="{8D2F41AC-23D9-4DAF-938C-610805449A32}" dt="2025-04-07T06:01:53.877" v="2616" actId="1076"/>
          <ac:spMkLst>
            <pc:docMk/>
            <pc:sldMk cId="3989475214" sldId="681"/>
            <ac:spMk id="23" creationId="{176BCF4C-AC01-890F-340D-0F16487A0759}"/>
          </ac:spMkLst>
        </pc:spChg>
        <pc:spChg chg="mod">
          <ac:chgData name="Hasan Jamal" userId="6724a5da2ffd1b8f" providerId="LiveId" clId="{8D2F41AC-23D9-4DAF-938C-610805449A32}" dt="2025-04-07T06:02:03.252" v="2617" actId="1076"/>
          <ac:spMkLst>
            <pc:docMk/>
            <pc:sldMk cId="3989475214" sldId="681"/>
            <ac:spMk id="34" creationId="{F165CCB4-3F2A-575A-4471-7DDB92C807EF}"/>
          </ac:spMkLst>
        </pc:spChg>
        <pc:spChg chg="mod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35" creationId="{087F238F-9304-E79D-7109-AB5F9C5440AA}"/>
          </ac:spMkLst>
        </pc:spChg>
        <pc:spChg chg="add mod">
          <ac:chgData name="Hasan Jamal" userId="6724a5da2ffd1b8f" providerId="LiveId" clId="{8D2F41AC-23D9-4DAF-938C-610805449A32}" dt="2025-04-07T06:01:53.877" v="2616" actId="1076"/>
          <ac:spMkLst>
            <pc:docMk/>
            <pc:sldMk cId="3989475214" sldId="681"/>
            <ac:spMk id="48" creationId="{438F1975-E30F-9A20-644B-92CE5E220ADA}"/>
          </ac:spMkLst>
        </pc:spChg>
        <pc:spChg chg="mod">
          <ac:chgData name="Hasan Jamal" userId="6724a5da2ffd1b8f" providerId="LiveId" clId="{8D2F41AC-23D9-4DAF-938C-610805449A32}" dt="2025-04-07T06:01:53.877" v="2616" actId="1076"/>
          <ac:spMkLst>
            <pc:docMk/>
            <pc:sldMk cId="3989475214" sldId="681"/>
            <ac:spMk id="61" creationId="{2BBDA353-10AC-0729-6566-E03CA87C2FB5}"/>
          </ac:spMkLst>
        </pc:spChg>
        <pc:spChg chg="mod">
          <ac:chgData name="Hasan Jamal" userId="6724a5da2ffd1b8f" providerId="LiveId" clId="{8D2F41AC-23D9-4DAF-938C-610805449A32}" dt="2025-04-07T06:01:53.877" v="2616" actId="1076"/>
          <ac:spMkLst>
            <pc:docMk/>
            <pc:sldMk cId="3989475214" sldId="681"/>
            <ac:spMk id="62" creationId="{69DDA364-432C-36D2-63BB-AE6271F10FAA}"/>
          </ac:spMkLst>
        </pc:spChg>
        <pc:spChg chg="mod">
          <ac:chgData name="Hasan Jamal" userId="6724a5da2ffd1b8f" providerId="LiveId" clId="{8D2F41AC-23D9-4DAF-938C-610805449A32}" dt="2025-04-07T06:01:53.877" v="2616" actId="1076"/>
          <ac:spMkLst>
            <pc:docMk/>
            <pc:sldMk cId="3989475214" sldId="681"/>
            <ac:spMk id="63" creationId="{54223603-BF74-A383-5510-40F7574C6055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3072" creationId="{FA277633-D058-7412-D69F-EFA69D3FF4F0}"/>
          </ac:spMkLst>
        </pc:spChg>
        <pc:spChg chg="mod">
          <ac:chgData name="Hasan Jamal" userId="6724a5da2ffd1b8f" providerId="LiveId" clId="{8D2F41AC-23D9-4DAF-938C-610805449A32}" dt="2025-04-07T06:02:28.718" v="2631"/>
          <ac:spMkLst>
            <pc:docMk/>
            <pc:sldMk cId="3989475214" sldId="681"/>
            <ac:spMk id="3074" creationId="{F688411B-DFDA-D328-103A-C2748DB5F4F3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3076" creationId="{E755B818-3DC1-7C1D-87C3-39B4074B99B9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3078" creationId="{78EAAD2A-AF88-362E-41B8-181AF8DE0938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3079" creationId="{6162E506-29E8-AF12-36D8-4A01623C6F5C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3080" creationId="{EB286B53-9B07-C50F-ACF9-846116B71DD1}"/>
          </ac:spMkLst>
        </pc:spChg>
        <pc:spChg chg="mod">
          <ac:chgData name="Hasan Jamal" userId="6724a5da2ffd1b8f" providerId="LiveId" clId="{8D2F41AC-23D9-4DAF-938C-610805449A32}" dt="2025-04-07T05:56:06.483" v="2447" actId="1076"/>
          <ac:spMkLst>
            <pc:docMk/>
            <pc:sldMk cId="3989475214" sldId="681"/>
            <ac:spMk id="3081" creationId="{64963E0A-6BC7-BCCE-6801-02BB022BB049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3083" creationId="{BD995731-6115-D289-3A62-F638948E48F6}"/>
          </ac:spMkLst>
        </pc:spChg>
        <pc:spChg chg="mod">
          <ac:chgData name="Hasan Jamal" userId="6724a5da2ffd1b8f" providerId="LiveId" clId="{8D2F41AC-23D9-4DAF-938C-610805449A32}" dt="2025-04-07T05:53:59.326" v="2377" actId="1076"/>
          <ac:spMkLst>
            <pc:docMk/>
            <pc:sldMk cId="3989475214" sldId="681"/>
            <ac:spMk id="3084" creationId="{F36FAF79-A413-A76C-374B-D921F5B83CD0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3085" creationId="{23B3ABF1-6F10-50CF-4F6C-3C5555F67E46}"/>
          </ac:spMkLst>
        </pc:spChg>
        <pc:spChg chg="mod">
          <ac:chgData name="Hasan Jamal" userId="6724a5da2ffd1b8f" providerId="LiveId" clId="{8D2F41AC-23D9-4DAF-938C-610805449A32}" dt="2025-04-07T05:53:59.326" v="2377" actId="1076"/>
          <ac:spMkLst>
            <pc:docMk/>
            <pc:sldMk cId="3989475214" sldId="681"/>
            <ac:spMk id="3087" creationId="{57055568-3389-83C8-9DA4-11CB32FD328C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3088" creationId="{1A44AEF0-EBE3-06E0-A4A3-8F38061E8B57}"/>
          </ac:spMkLst>
        </pc:spChg>
        <pc:spChg chg="add mod">
          <ac:chgData name="Hasan Jamal" userId="6724a5da2ffd1b8f" providerId="LiveId" clId="{8D2F41AC-23D9-4DAF-938C-610805449A32}" dt="2025-04-07T05:55:07.517" v="2439" actId="164"/>
          <ac:spMkLst>
            <pc:docMk/>
            <pc:sldMk cId="3989475214" sldId="681"/>
            <ac:spMk id="3089" creationId="{468E15D0-A280-4407-E75B-EF68B79FDBEE}"/>
          </ac:spMkLst>
        </pc:spChg>
        <pc:spChg chg="add mod">
          <ac:chgData name="Hasan Jamal" userId="6724a5da2ffd1b8f" providerId="LiveId" clId="{8D2F41AC-23D9-4DAF-938C-610805449A32}" dt="2025-04-07T05:55:07.517" v="2439" actId="164"/>
          <ac:spMkLst>
            <pc:docMk/>
            <pc:sldMk cId="3989475214" sldId="681"/>
            <ac:spMk id="3090" creationId="{4435DBB7-5382-BB7A-479D-9B539DB09897}"/>
          </ac:spMkLst>
        </pc:spChg>
        <pc:spChg chg="mod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3096" creationId="{AABF2407-ECC9-0EBF-D6FC-84844B4F18CC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097" creationId="{16FD762F-1E1B-265D-8CE5-77641AE078FB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098" creationId="{354B049B-8BD5-20BA-E12D-085C93C1BAA8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101" creationId="{133029C3-248A-2FDB-869D-BE5D9EF962F3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102" creationId="{BA6DF0F7-FC9B-6D07-1EAD-B845ECD38A88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3107" creationId="{61CF9AD9-DFDA-C835-3569-04EC5BD60248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109" creationId="{FAC0F22D-6BBE-4488-9887-0B45F61207C7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110" creationId="{D4338569-FEA8-4BEA-0162-D993BFC91759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111" creationId="{01B43C88-A1F8-6F85-3CC4-07346CFCE9BE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113" creationId="{82CE1784-972A-30CA-2919-78F92F199D50}"/>
          </ac:spMkLst>
        </pc:spChg>
        <pc:spChg chg="mod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3114" creationId="{6EB523D8-822E-2E7B-C467-6088A42FC209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117" creationId="{A376C118-5BC7-40BA-AE54-6CFD26839081}"/>
          </ac:spMkLst>
        </pc:spChg>
        <pc:spChg chg="add 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3119" creationId="{A3E3759D-0858-910C-B028-C68C616BA7B8}"/>
          </ac:spMkLst>
        </pc:spChg>
        <pc:spChg chg="add mod">
          <ac:chgData name="Hasan Jamal" userId="6724a5da2ffd1b8f" providerId="LiveId" clId="{8D2F41AC-23D9-4DAF-938C-610805449A32}" dt="2025-04-07T05:57:15.644" v="2545" actId="164"/>
          <ac:spMkLst>
            <pc:docMk/>
            <pc:sldMk cId="3989475214" sldId="681"/>
            <ac:spMk id="3120" creationId="{4AB111D4-9394-A301-534E-68CAB771D197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3127" creationId="{9966D326-5B87-7924-9DEC-45C8A70EC536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3128" creationId="{7296D6B0-E7DF-FE16-C9DA-17123D843E79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3129" creationId="{CDEB0DF5-509A-AA67-9F55-E7259E620CE0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3134" creationId="{F98A4682-36A7-B3F5-38A2-D26226221387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4097" creationId="{08447286-9703-DC26-B605-5985E06B210B}"/>
          </ac:spMkLst>
        </pc:spChg>
        <pc:spChg chg="mod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4099" creationId="{5D7A40A5-E28D-06BE-1690-D13E624092B2}"/>
          </ac:spMkLst>
        </pc:spChg>
        <pc:spChg chg="mod">
          <ac:chgData name="Hasan Jamal" userId="6724a5da2ffd1b8f" providerId="LiveId" clId="{8D2F41AC-23D9-4DAF-938C-610805449A32}" dt="2025-04-07T05:50:56.313" v="2202" actId="1076"/>
          <ac:spMkLst>
            <pc:docMk/>
            <pc:sldMk cId="3989475214" sldId="681"/>
            <ac:spMk id="4103" creationId="{ECE4F358-C057-F05E-B946-F00AC12FB8DC}"/>
          </ac:spMkLst>
        </pc:spChg>
        <pc:spChg chg="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4104" creationId="{999A187F-1610-278C-4535-CC22339A58DD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4105" creationId="{72AEEF33-61F9-C21E-98C5-D332960410B6}"/>
          </ac:spMkLst>
        </pc:spChg>
        <pc:spChg chg="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4106" creationId="{E7C973E1-D8C6-3791-E715-03A1EEA58625}"/>
          </ac:spMkLst>
        </pc:spChg>
        <pc:spChg chg="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4108" creationId="{941475DC-A79C-8151-D0C6-063E81572CEE}"/>
          </ac:spMkLst>
        </pc:spChg>
        <pc:spChg chg="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4109" creationId="{BA491CD9-22C0-A3AF-6545-6B5530F1A59A}"/>
          </ac:spMkLst>
        </pc:spChg>
        <pc:spChg chg="mod">
          <ac:chgData name="Hasan Jamal" userId="6724a5da2ffd1b8f" providerId="LiveId" clId="{8D2F41AC-23D9-4DAF-938C-610805449A32}" dt="2025-04-07T06:01:34.316" v="2604" actId="1037"/>
          <ac:spMkLst>
            <pc:docMk/>
            <pc:sldMk cId="3989475214" sldId="681"/>
            <ac:spMk id="4110" creationId="{33759870-D8C2-DA04-A4BC-A7A4A1A266B7}"/>
          </ac:spMkLst>
        </pc:spChg>
        <pc:spChg chg="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4112" creationId="{FD584D01-7F9E-DAD4-1E98-45428F8B9017}"/>
          </ac:spMkLst>
        </pc:spChg>
        <pc:spChg chg="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4113" creationId="{82FDD102-2CBC-3B40-01B3-90B43325F5B7}"/>
          </ac:spMkLst>
        </pc:spChg>
        <pc:spChg chg="add 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4114" creationId="{882813D8-554E-202C-F608-CA062DDDBDF6}"/>
          </ac:spMkLst>
        </pc:spChg>
        <pc:spChg chg="add mod">
          <ac:chgData name="Hasan Jamal" userId="6724a5da2ffd1b8f" providerId="LiveId" clId="{8D2F41AC-23D9-4DAF-938C-610805449A32}" dt="2025-04-07T05:52:12.092" v="2245" actId="164"/>
          <ac:spMkLst>
            <pc:docMk/>
            <pc:sldMk cId="3989475214" sldId="681"/>
            <ac:spMk id="4115" creationId="{0CE3EAE4-8807-1E29-C29C-F23CF3222F14}"/>
          </ac:spMkLst>
        </pc:spChg>
        <pc:spChg chg="mod">
          <ac:chgData name="Hasan Jamal" userId="6724a5da2ffd1b8f" providerId="LiveId" clId="{8D2F41AC-23D9-4DAF-938C-610805449A32}" dt="2025-04-07T06:01:16.431" v="2593" actId="1037"/>
          <ac:spMkLst>
            <pc:docMk/>
            <pc:sldMk cId="3989475214" sldId="681"/>
            <ac:spMk id="4118" creationId="{64139067-580B-0439-EED7-3342C81E8309}"/>
          </ac:spMkLst>
        </pc:spChg>
        <pc:spChg chg="mod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4119" creationId="{AFCEB6D8-202C-16B6-04CE-BED63634879E}"/>
          </ac:spMkLst>
        </pc:spChg>
        <pc:spChg chg="mod">
          <ac:chgData name="Hasan Jamal" userId="6724a5da2ffd1b8f" providerId="LiveId" clId="{8D2F41AC-23D9-4DAF-938C-610805449A32}" dt="2025-04-07T06:01:34.316" v="2604" actId="1037"/>
          <ac:spMkLst>
            <pc:docMk/>
            <pc:sldMk cId="3989475214" sldId="681"/>
            <ac:spMk id="4121" creationId="{68E34167-AD96-4621-1296-EF926A22584F}"/>
          </ac:spMkLst>
        </pc:spChg>
        <pc:spChg chg="mod">
          <ac:chgData name="Hasan Jamal" userId="6724a5da2ffd1b8f" providerId="LiveId" clId="{8D2F41AC-23D9-4DAF-938C-610805449A32}" dt="2025-04-07T06:01:16.431" v="2593" actId="1037"/>
          <ac:spMkLst>
            <pc:docMk/>
            <pc:sldMk cId="3989475214" sldId="681"/>
            <ac:spMk id="4122" creationId="{35EF3651-8600-362C-CA75-EDDD1FCB3BE7}"/>
          </ac:spMkLst>
        </pc:spChg>
        <pc:spChg chg="mod">
          <ac:chgData name="Hasan Jamal" userId="6724a5da2ffd1b8f" providerId="LiveId" clId="{8D2F41AC-23D9-4DAF-938C-610805449A32}" dt="2025-04-07T06:01:34.316" v="2604" actId="1037"/>
          <ac:spMkLst>
            <pc:docMk/>
            <pc:sldMk cId="3989475214" sldId="681"/>
            <ac:spMk id="4123" creationId="{873D25A7-E1B4-E71F-FC99-80E60D7609BD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4124" creationId="{27213CAA-B8FF-63A2-118E-A6ADA86FF183}"/>
          </ac:spMkLst>
        </pc:spChg>
        <pc:spChg chg="mod">
          <ac:chgData name="Hasan Jamal" userId="6724a5da2ffd1b8f" providerId="LiveId" clId="{8D2F41AC-23D9-4DAF-938C-610805449A32}" dt="2025-04-07T06:01:34.316" v="2604" actId="1037"/>
          <ac:spMkLst>
            <pc:docMk/>
            <pc:sldMk cId="3989475214" sldId="681"/>
            <ac:spMk id="4125" creationId="{D646C119-60EF-5F0B-6296-BD75EC10A0FE}"/>
          </ac:spMkLst>
        </pc:spChg>
        <pc:spChg chg="mod">
          <ac:chgData name="Hasan Jamal" userId="6724a5da2ffd1b8f" providerId="LiveId" clId="{8D2F41AC-23D9-4DAF-938C-610805449A32}" dt="2025-04-07T06:01:16.431" v="2593" actId="1037"/>
          <ac:spMkLst>
            <pc:docMk/>
            <pc:sldMk cId="3989475214" sldId="681"/>
            <ac:spMk id="4128" creationId="{B06EF1B3-8F8C-1B31-2063-884B9689380C}"/>
          </ac:spMkLst>
        </pc:spChg>
        <pc:spChg chg="mod">
          <ac:chgData name="Hasan Jamal" userId="6724a5da2ffd1b8f" providerId="LiveId" clId="{8D2F41AC-23D9-4DAF-938C-610805449A32}" dt="2025-04-07T06:01:16.431" v="2593" actId="1037"/>
          <ac:spMkLst>
            <pc:docMk/>
            <pc:sldMk cId="3989475214" sldId="681"/>
            <ac:spMk id="4129" creationId="{7FC551F0-B248-A2B2-2357-FE5FB2D97F4E}"/>
          </ac:spMkLst>
        </pc:spChg>
        <pc:spChg chg="mod">
          <ac:chgData name="Hasan Jamal" userId="6724a5da2ffd1b8f" providerId="LiveId" clId="{8D2F41AC-23D9-4DAF-938C-610805449A32}" dt="2025-04-07T06:01:16.431" v="2593" actId="1037"/>
          <ac:spMkLst>
            <pc:docMk/>
            <pc:sldMk cId="3989475214" sldId="681"/>
            <ac:spMk id="4130" creationId="{F3F6BFB7-C010-A215-0FCB-5AC7D898A966}"/>
          </ac:spMkLst>
        </pc:spChg>
        <pc:spChg chg="mod">
          <ac:chgData name="Hasan Jamal" userId="6724a5da2ffd1b8f" providerId="LiveId" clId="{8D2F41AC-23D9-4DAF-938C-610805449A32}" dt="2025-04-07T06:01:34.316" v="2604" actId="1037"/>
          <ac:spMkLst>
            <pc:docMk/>
            <pc:sldMk cId="3989475214" sldId="681"/>
            <ac:spMk id="4132" creationId="{DA253208-3220-A6F3-F891-9F8C562C8D71}"/>
          </ac:spMkLst>
        </pc:spChg>
        <pc:spChg chg="mod">
          <ac:chgData name="Hasan Jamal" userId="6724a5da2ffd1b8f" providerId="LiveId" clId="{8D2F41AC-23D9-4DAF-938C-610805449A32}" dt="2025-04-07T06:01:16.431" v="2593" actId="1037"/>
          <ac:spMkLst>
            <pc:docMk/>
            <pc:sldMk cId="3989475214" sldId="681"/>
            <ac:spMk id="4133" creationId="{3F8FDB40-3517-D34A-902E-5CCB10CBE89B}"/>
          </ac:spMkLst>
        </pc:spChg>
        <pc:spChg chg="add mod">
          <ac:chgData name="Hasan Jamal" userId="6724a5da2ffd1b8f" providerId="LiveId" clId="{8D2F41AC-23D9-4DAF-938C-610805449A32}" dt="2025-04-07T06:01:16.431" v="2593" actId="1037"/>
          <ac:spMkLst>
            <pc:docMk/>
            <pc:sldMk cId="3989475214" sldId="681"/>
            <ac:spMk id="4151" creationId="{D69699A8-81E6-00F5-20EF-385DDFED0BD0}"/>
          </ac:spMkLst>
        </pc:spChg>
        <pc:spChg chg="add mod">
          <ac:chgData name="Hasan Jamal" userId="6724a5da2ffd1b8f" providerId="LiveId" clId="{8D2F41AC-23D9-4DAF-938C-610805449A32}" dt="2025-04-07T05:53:37.201" v="2374" actId="164"/>
          <ac:spMkLst>
            <pc:docMk/>
            <pc:sldMk cId="3989475214" sldId="681"/>
            <ac:spMk id="4152" creationId="{D795A01D-0251-2212-6C76-E1F0B5DBCEF5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4155" creationId="{895D5A60-E783-E8A7-5B88-DA8FC6C84A9B}"/>
          </ac:spMkLst>
        </pc:spChg>
        <pc:spChg chg="mod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4156" creationId="{741CF12C-273E-DC67-F0B8-634A8A88705B}"/>
          </ac:spMkLst>
        </pc:spChg>
        <pc:spChg chg="mod">
          <ac:chgData name="Hasan Jamal" userId="6724a5da2ffd1b8f" providerId="LiveId" clId="{8D2F41AC-23D9-4DAF-938C-610805449A32}" dt="2025-04-07T05:53:59.326" v="2377" actId="1076"/>
          <ac:spMkLst>
            <pc:docMk/>
            <pc:sldMk cId="3989475214" sldId="681"/>
            <ac:spMk id="4158" creationId="{145E2F4F-F954-2FCD-5BA9-184788CEFF64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4159" creationId="{EDC8A3E4-8758-EFCD-7A7E-BB50167801D1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4160" creationId="{CD111C1C-261A-0D99-D176-E8DE9F00266D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4161" creationId="{7A745F7E-B2C8-945C-3C97-47DFE8872549}"/>
          </ac:spMkLst>
        </pc:spChg>
        <pc:spChg chg="mod">
          <ac:chgData name="Hasan Jamal" userId="6724a5da2ffd1b8f" providerId="LiveId" clId="{8D2F41AC-23D9-4DAF-938C-610805449A32}" dt="2025-04-07T05:57:24.495" v="2547" actId="1076"/>
          <ac:spMkLst>
            <pc:docMk/>
            <pc:sldMk cId="3989475214" sldId="681"/>
            <ac:spMk id="4162" creationId="{89067D83-C275-3F06-8290-C8A45B298EDC}"/>
          </ac:spMkLst>
        </pc:spChg>
        <pc:spChg chg="mod">
          <ac:chgData name="Hasan Jamal" userId="6724a5da2ffd1b8f" providerId="LiveId" clId="{8D2F41AC-23D9-4DAF-938C-610805449A32}" dt="2025-04-07T05:57:24.495" v="2547" actId="1076"/>
          <ac:spMkLst>
            <pc:docMk/>
            <pc:sldMk cId="3989475214" sldId="681"/>
            <ac:spMk id="4166" creationId="{81E46161-B456-EC04-82D5-8FAE574AD4E2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4170" creationId="{FD808604-4F6B-24E0-F6D2-39D79652BFEC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4174" creationId="{88904B00-24E1-526F-7DD2-89778EF18F24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4177" creationId="{5730C6B3-8C95-6FA6-D023-55157A88983A}"/>
          </ac:spMkLst>
        </pc:spChg>
        <pc:spChg chg="add mod">
          <ac:chgData name="Hasan Jamal" userId="6724a5da2ffd1b8f" providerId="LiveId" clId="{8D2F41AC-23D9-4DAF-938C-610805449A32}" dt="2025-04-07T05:58:09.088" v="2587" actId="164"/>
          <ac:spMkLst>
            <pc:docMk/>
            <pc:sldMk cId="3989475214" sldId="681"/>
            <ac:spMk id="4178" creationId="{830B0592-DBE4-11FD-78C1-447D7CC7681F}"/>
          </ac:spMkLst>
        </pc:spChg>
        <pc:spChg chg="add mod">
          <ac:chgData name="Hasan Jamal" userId="6724a5da2ffd1b8f" providerId="LiveId" clId="{8D2F41AC-23D9-4DAF-938C-610805449A32}" dt="2025-04-07T05:58:09.088" v="2587" actId="164"/>
          <ac:spMkLst>
            <pc:docMk/>
            <pc:sldMk cId="3989475214" sldId="681"/>
            <ac:spMk id="4179" creationId="{0AC72558-C56D-8790-3438-3FD05FC794CE}"/>
          </ac:spMkLst>
        </pc:spChg>
        <pc:spChg chg="add mod">
          <ac:chgData name="Hasan Jamal" userId="6724a5da2ffd1b8f" providerId="LiveId" clId="{8D2F41AC-23D9-4DAF-938C-610805449A32}" dt="2025-04-07T06:05:17.419" v="2715" actId="1036"/>
          <ac:spMkLst>
            <pc:docMk/>
            <pc:sldMk cId="3989475214" sldId="681"/>
            <ac:spMk id="4181" creationId="{EB336697-4831-39A7-BDF0-969BD0046264}"/>
          </ac:spMkLst>
        </pc:spChg>
        <pc:grpChg chg="mod">
          <ac:chgData name="Hasan Jamal" userId="6724a5da2ffd1b8f" providerId="LiveId" clId="{8D2F41AC-23D9-4DAF-938C-610805449A32}" dt="2025-04-07T06:02:03.252" v="2617" actId="1076"/>
          <ac:grpSpMkLst>
            <pc:docMk/>
            <pc:sldMk cId="3989475214" sldId="681"/>
            <ac:grpSpMk id="21" creationId="{B1ECA2DB-82AA-E23C-6382-17BB408D4819}"/>
          </ac:grpSpMkLst>
        </pc:grpChg>
        <pc:grpChg chg="add mod">
          <ac:chgData name="Hasan Jamal" userId="6724a5da2ffd1b8f" providerId="LiveId" clId="{8D2F41AC-23D9-4DAF-938C-610805449A32}" dt="2025-04-07T06:02:03.252" v="2617" actId="1076"/>
          <ac:grpSpMkLst>
            <pc:docMk/>
            <pc:sldMk cId="3989475214" sldId="681"/>
            <ac:grpSpMk id="59" creationId="{DAAC45A4-E085-8C1F-4E18-CC08A445A04E}"/>
          </ac:grpSpMkLst>
        </pc:grpChg>
        <pc:grpChg chg="add mod">
          <ac:chgData name="Hasan Jamal" userId="6724a5da2ffd1b8f" providerId="LiveId" clId="{8D2F41AC-23D9-4DAF-938C-610805449A32}" dt="2025-04-07T05:50:18.113" v="2200" actId="164"/>
          <ac:grpSpMkLst>
            <pc:docMk/>
            <pc:sldMk cId="3989475214" sldId="681"/>
            <ac:grpSpMk id="60" creationId="{29495F28-21CA-690B-2D3B-C22E903E8356}"/>
          </ac:grpSpMkLst>
        </pc:grpChg>
        <pc:grpChg chg="add mod">
          <ac:chgData name="Hasan Jamal" userId="6724a5da2ffd1b8f" providerId="LiveId" clId="{8D2F41AC-23D9-4DAF-938C-610805449A32}" dt="2025-04-07T05:57:15.644" v="2545" actId="164"/>
          <ac:grpSpMkLst>
            <pc:docMk/>
            <pc:sldMk cId="3989475214" sldId="681"/>
            <ac:grpSpMk id="3091" creationId="{FB0EB824-4855-DE49-9A60-50D2E6A9EEEA}"/>
          </ac:grpSpMkLst>
        </pc:grpChg>
        <pc:grpChg chg="add mod">
          <ac:chgData name="Hasan Jamal" userId="6724a5da2ffd1b8f" providerId="LiveId" clId="{8D2F41AC-23D9-4DAF-938C-610805449A32}" dt="2025-04-07T05:57:15.644" v="2545" actId="164"/>
          <ac:grpSpMkLst>
            <pc:docMk/>
            <pc:sldMk cId="3989475214" sldId="681"/>
            <ac:grpSpMk id="3121" creationId="{6BDA0666-FBFF-05A5-0E00-CC6DA9E24358}"/>
          </ac:grpSpMkLst>
        </pc:grpChg>
        <pc:grpChg chg="mod">
          <ac:chgData name="Hasan Jamal" userId="6724a5da2ffd1b8f" providerId="LiveId" clId="{8D2F41AC-23D9-4DAF-938C-610805449A32}" dt="2025-04-07T05:58:09.088" v="2587" actId="164"/>
          <ac:grpSpMkLst>
            <pc:docMk/>
            <pc:sldMk cId="3989475214" sldId="681"/>
            <ac:grpSpMk id="3122" creationId="{645CFA35-0DFF-4EF2-BC55-F08A3FBD38DC}"/>
          </ac:grpSpMkLst>
        </pc:grpChg>
        <pc:grpChg chg="mod">
          <ac:chgData name="Hasan Jamal" userId="6724a5da2ffd1b8f" providerId="LiveId" clId="{8D2F41AC-23D9-4DAF-938C-610805449A32}" dt="2025-04-07T05:48:56.759" v="2142" actId="1076"/>
          <ac:grpSpMkLst>
            <pc:docMk/>
            <pc:sldMk cId="3989475214" sldId="681"/>
            <ac:grpSpMk id="4096" creationId="{3414A1FB-D79B-EF18-F22F-556A5D8D5AF2}"/>
          </ac:grpSpMkLst>
        </pc:grpChg>
        <pc:grpChg chg="add mod">
          <ac:chgData name="Hasan Jamal" userId="6724a5da2ffd1b8f" providerId="LiveId" clId="{8D2F41AC-23D9-4DAF-938C-610805449A32}" dt="2025-04-07T06:01:53.877" v="2616" actId="1076"/>
          <ac:grpSpMkLst>
            <pc:docMk/>
            <pc:sldMk cId="3989475214" sldId="681"/>
            <ac:grpSpMk id="4101" creationId="{BF5FDEF3-6C37-6723-7E57-C5DEC6DEFE23}"/>
          </ac:grpSpMkLst>
        </pc:grpChg>
        <pc:grpChg chg="add mod">
          <ac:chgData name="Hasan Jamal" userId="6724a5da2ffd1b8f" providerId="LiveId" clId="{8D2F41AC-23D9-4DAF-938C-610805449A32}" dt="2025-04-07T05:52:12.092" v="2245" actId="164"/>
          <ac:grpSpMkLst>
            <pc:docMk/>
            <pc:sldMk cId="3989475214" sldId="681"/>
            <ac:grpSpMk id="4102" creationId="{B1DD92FB-E463-C0F7-8125-C3F016AE47F6}"/>
          </ac:grpSpMkLst>
        </pc:grpChg>
        <pc:grpChg chg="add mod">
          <ac:chgData name="Hasan Jamal" userId="6724a5da2ffd1b8f" providerId="LiveId" clId="{8D2F41AC-23D9-4DAF-938C-610805449A32}" dt="2025-04-07T05:52:12.092" v="2245" actId="164"/>
          <ac:grpSpMkLst>
            <pc:docMk/>
            <pc:sldMk cId="3989475214" sldId="681"/>
            <ac:grpSpMk id="4116" creationId="{AAF201A2-C621-65B3-9352-5F654E668324}"/>
          </ac:grpSpMkLst>
        </pc:grpChg>
        <pc:grpChg chg="mod">
          <ac:chgData name="Hasan Jamal" userId="6724a5da2ffd1b8f" providerId="LiveId" clId="{8D2F41AC-23D9-4DAF-938C-610805449A32}" dt="2025-04-07T05:53:37.201" v="2374" actId="164"/>
          <ac:grpSpMkLst>
            <pc:docMk/>
            <pc:sldMk cId="3989475214" sldId="681"/>
            <ac:grpSpMk id="4117" creationId="{6BE44FCF-CF90-C66D-CBC9-2EBB1515DA2E}"/>
          </ac:grpSpMkLst>
        </pc:grpChg>
        <pc:grpChg chg="add mod">
          <ac:chgData name="Hasan Jamal" userId="6724a5da2ffd1b8f" providerId="LiveId" clId="{8D2F41AC-23D9-4DAF-938C-610805449A32}" dt="2025-04-07T05:53:37.201" v="2374" actId="164"/>
          <ac:grpSpMkLst>
            <pc:docMk/>
            <pc:sldMk cId="3989475214" sldId="681"/>
            <ac:grpSpMk id="4153" creationId="{1A43C5A2-6B92-F44C-813D-7FBB79914DE0}"/>
          </ac:grpSpMkLst>
        </pc:grpChg>
        <pc:grpChg chg="mod">
          <ac:chgData name="Hasan Jamal" userId="6724a5da2ffd1b8f" providerId="LiveId" clId="{8D2F41AC-23D9-4DAF-938C-610805449A32}" dt="2025-04-07T05:55:07.517" v="2439" actId="164"/>
          <ac:grpSpMkLst>
            <pc:docMk/>
            <pc:sldMk cId="3989475214" sldId="681"/>
            <ac:grpSpMk id="4154" creationId="{6DB86F43-3F50-B2E9-947E-427FABE4FE3C}"/>
          </ac:grpSpMkLst>
        </pc:grpChg>
        <pc:grpChg chg="add mod">
          <ac:chgData name="Hasan Jamal" userId="6724a5da2ffd1b8f" providerId="LiveId" clId="{8D2F41AC-23D9-4DAF-938C-610805449A32}" dt="2025-04-07T05:58:09.088" v="2587" actId="164"/>
          <ac:grpSpMkLst>
            <pc:docMk/>
            <pc:sldMk cId="3989475214" sldId="681"/>
            <ac:grpSpMk id="4180" creationId="{F4950035-BD2B-81DE-95C2-36D6FCBBE39E}"/>
          </ac:grpSpMkLst>
        </pc:grpChg>
      </pc:sldChg>
      <pc:sldChg chg="del">
        <pc:chgData name="Hasan Jamal" userId="6724a5da2ffd1b8f" providerId="LiveId" clId="{8D2F41AC-23D9-4DAF-938C-610805449A32}" dt="2025-04-07T12:25:30.359" v="4839" actId="47"/>
        <pc:sldMkLst>
          <pc:docMk/>
          <pc:sldMk cId="734209575" sldId="682"/>
        </pc:sldMkLst>
      </pc:sldChg>
      <pc:sldChg chg="del">
        <pc:chgData name="Hasan Jamal" userId="6724a5da2ffd1b8f" providerId="LiveId" clId="{8D2F41AC-23D9-4DAF-938C-610805449A32}" dt="2025-04-06T06:25:42.472" v="0" actId="47"/>
        <pc:sldMkLst>
          <pc:docMk/>
          <pc:sldMk cId="297886957" sldId="698"/>
        </pc:sldMkLst>
      </pc:sldChg>
      <pc:sldChg chg="del">
        <pc:chgData name="Hasan Jamal" userId="6724a5da2ffd1b8f" providerId="LiveId" clId="{8D2F41AC-23D9-4DAF-938C-610805449A32}" dt="2025-04-07T12:25:28.560" v="4836" actId="47"/>
        <pc:sldMkLst>
          <pc:docMk/>
          <pc:sldMk cId="204052173" sldId="699"/>
        </pc:sldMkLst>
      </pc:sldChg>
      <pc:sldChg chg="del">
        <pc:chgData name="Hasan Jamal" userId="6724a5da2ffd1b8f" providerId="LiveId" clId="{8D2F41AC-23D9-4DAF-938C-610805449A32}" dt="2025-04-07T12:25:29.351" v="4837" actId="47"/>
        <pc:sldMkLst>
          <pc:docMk/>
          <pc:sldMk cId="3015221162" sldId="700"/>
        </pc:sldMkLst>
      </pc:sldChg>
      <pc:sldChg chg="del">
        <pc:chgData name="Hasan Jamal" userId="6724a5da2ffd1b8f" providerId="LiveId" clId="{8D2F41AC-23D9-4DAF-938C-610805449A32}" dt="2025-04-07T12:25:29.975" v="4838" actId="47"/>
        <pc:sldMkLst>
          <pc:docMk/>
          <pc:sldMk cId="2328394073" sldId="701"/>
        </pc:sldMkLst>
      </pc:sldChg>
      <pc:sldChg chg="addSp delSp modSp mod modAnim">
        <pc:chgData name="Hasan Jamal" userId="6724a5da2ffd1b8f" providerId="LiveId" clId="{8D2F41AC-23D9-4DAF-938C-610805449A32}" dt="2025-04-08T05:47:39.671" v="4852"/>
        <pc:sldMkLst>
          <pc:docMk/>
          <pc:sldMk cId="1609764774" sldId="702"/>
        </pc:sldMkLst>
        <pc:spChg chg="add mod">
          <ac:chgData name="Hasan Jamal" userId="6724a5da2ffd1b8f" providerId="LiveId" clId="{8D2F41AC-23D9-4DAF-938C-610805449A32}" dt="2025-04-07T03:42:30.186" v="1442" actId="20577"/>
          <ac:spMkLst>
            <pc:docMk/>
            <pc:sldMk cId="1609764774" sldId="702"/>
            <ac:spMk id="4" creationId="{72647394-7F3E-53A7-E30B-536B6219C910}"/>
          </ac:spMkLst>
        </pc:spChg>
        <pc:spChg chg="add mod">
          <ac:chgData name="Hasan Jamal" userId="6724a5da2ffd1b8f" providerId="LiveId" clId="{8D2F41AC-23D9-4DAF-938C-610805449A32}" dt="2025-04-07T03:42:53.878" v="1451" actId="20577"/>
          <ac:spMkLst>
            <pc:docMk/>
            <pc:sldMk cId="1609764774" sldId="702"/>
            <ac:spMk id="5" creationId="{BE77F674-3BDC-43A4-6F31-2475CD342ACC}"/>
          </ac:spMkLst>
        </pc:spChg>
        <pc:spChg chg="mod">
          <ac:chgData name="Hasan Jamal" userId="6724a5da2ffd1b8f" providerId="LiveId" clId="{8D2F41AC-23D9-4DAF-938C-610805449A32}" dt="2025-04-07T03:35:15.317" v="1418" actId="20577"/>
          <ac:spMkLst>
            <pc:docMk/>
            <pc:sldMk cId="1609764774" sldId="702"/>
            <ac:spMk id="12" creationId="{F0AB79A6-672D-DB90-0D6B-E4B59D0D388E}"/>
          </ac:spMkLst>
        </pc:spChg>
        <pc:spChg chg="mod">
          <ac:chgData name="Hasan Jamal" userId="6724a5da2ffd1b8f" providerId="LiveId" clId="{8D2F41AC-23D9-4DAF-938C-610805449A32}" dt="2025-04-07T03:26:15.564" v="1230" actId="20577"/>
          <ac:spMkLst>
            <pc:docMk/>
            <pc:sldMk cId="1609764774" sldId="702"/>
            <ac:spMk id="3074" creationId="{602F47BB-CCB0-E92E-6DFE-BBD26BB78D0B}"/>
          </ac:spMkLst>
        </pc:spChg>
        <pc:picChg chg="add mod">
          <ac:chgData name="Hasan Jamal" userId="6724a5da2ffd1b8f" providerId="LiveId" clId="{8D2F41AC-23D9-4DAF-938C-610805449A32}" dt="2025-04-07T05:40:10.285" v="1919" actId="1076"/>
          <ac:picMkLst>
            <pc:docMk/>
            <pc:sldMk cId="1609764774" sldId="702"/>
            <ac:picMk id="41" creationId="{15F86E25-1228-3689-66BE-69D02CC110CA}"/>
          </ac:picMkLst>
        </pc:picChg>
      </pc:sldChg>
      <pc:sldChg chg="del">
        <pc:chgData name="Hasan Jamal" userId="6724a5da2ffd1b8f" providerId="LiveId" clId="{8D2F41AC-23D9-4DAF-938C-610805449A32}" dt="2025-04-06T06:25:44.659" v="1" actId="47"/>
        <pc:sldMkLst>
          <pc:docMk/>
          <pc:sldMk cId="433514142" sldId="703"/>
        </pc:sldMkLst>
      </pc:sldChg>
      <pc:sldChg chg="del">
        <pc:chgData name="Hasan Jamal" userId="6724a5da2ffd1b8f" providerId="LiveId" clId="{8D2F41AC-23D9-4DAF-938C-610805449A32}" dt="2025-04-07T12:25:31.071" v="4840" actId="47"/>
        <pc:sldMkLst>
          <pc:docMk/>
          <pc:sldMk cId="2212326555" sldId="704"/>
        </pc:sldMkLst>
      </pc:sldChg>
      <pc:sldChg chg="add del">
        <pc:chgData name="Hasan Jamal" userId="6724a5da2ffd1b8f" providerId="LiveId" clId="{8D2F41AC-23D9-4DAF-938C-610805449A32}" dt="2025-04-07T12:25:38.244" v="4845" actId="47"/>
        <pc:sldMkLst>
          <pc:docMk/>
          <pc:sldMk cId="1797331049" sldId="705"/>
        </pc:sldMkLst>
      </pc:sldChg>
      <pc:sldChg chg="delSp modSp add del mod">
        <pc:chgData name="Hasan Jamal" userId="6724a5da2ffd1b8f" providerId="LiveId" clId="{8D2F41AC-23D9-4DAF-938C-610805449A32}" dt="2025-04-07T12:25:27.228" v="4835" actId="47"/>
        <pc:sldMkLst>
          <pc:docMk/>
          <pc:sldMk cId="2763900195" sldId="706"/>
        </pc:sldMkLst>
      </pc:sldChg>
      <pc:sldChg chg="modSp add mod modAnim modNotesTx">
        <pc:chgData name="Hasan Jamal" userId="6724a5da2ffd1b8f" providerId="LiveId" clId="{8D2F41AC-23D9-4DAF-938C-610805449A32}" dt="2025-04-08T05:46:40.178" v="4847"/>
        <pc:sldMkLst>
          <pc:docMk/>
          <pc:sldMk cId="700518559" sldId="707"/>
        </pc:sldMkLst>
        <pc:spChg chg="mod">
          <ac:chgData name="Hasan Jamal" userId="6724a5da2ffd1b8f" providerId="LiveId" clId="{8D2F41AC-23D9-4DAF-938C-610805449A32}" dt="2025-04-07T06:08:07.183" v="2752" actId="20577"/>
          <ac:spMkLst>
            <pc:docMk/>
            <pc:sldMk cId="700518559" sldId="707"/>
            <ac:spMk id="12" creationId="{EC35F367-070C-F548-3238-9CC2EBE75D1C}"/>
          </ac:spMkLst>
        </pc:spChg>
        <pc:spChg chg="mod">
          <ac:chgData name="Hasan Jamal" userId="6724a5da2ffd1b8f" providerId="LiveId" clId="{8D2F41AC-23D9-4DAF-938C-610805449A32}" dt="2025-04-06T08:46:00.407" v="410" actId="20577"/>
          <ac:spMkLst>
            <pc:docMk/>
            <pc:sldMk cId="700518559" sldId="707"/>
            <ac:spMk id="3074" creationId="{BD7FCCBC-86AB-7AC4-A0BF-803A4FA03E78}"/>
          </ac:spMkLst>
        </pc:spChg>
      </pc:sldChg>
      <pc:sldChg chg="modSp add del mod ord">
        <pc:chgData name="Hasan Jamal" userId="6724a5da2ffd1b8f" providerId="LiveId" clId="{8D2F41AC-23D9-4DAF-938C-610805449A32}" dt="2025-04-07T03:36:31.617" v="1426" actId="47"/>
        <pc:sldMkLst>
          <pc:docMk/>
          <pc:sldMk cId="2491473310" sldId="708"/>
        </pc:sldMkLst>
      </pc:sldChg>
      <pc:sldChg chg="addSp delSp modSp add mod ord">
        <pc:chgData name="Hasan Jamal" userId="6724a5da2ffd1b8f" providerId="LiveId" clId="{8D2F41AC-23D9-4DAF-938C-610805449A32}" dt="2025-04-07T06:08:41.375" v="2772" actId="1036"/>
        <pc:sldMkLst>
          <pc:docMk/>
          <pc:sldMk cId="1569319809" sldId="709"/>
        </pc:sldMkLst>
        <pc:spChg chg="add mod">
          <ac:chgData name="Hasan Jamal" userId="6724a5da2ffd1b8f" providerId="LiveId" clId="{8D2F41AC-23D9-4DAF-938C-610805449A32}" dt="2025-04-07T06:08:41.375" v="2772" actId="1036"/>
          <ac:spMkLst>
            <pc:docMk/>
            <pc:sldMk cId="1569319809" sldId="709"/>
            <ac:spMk id="5" creationId="{73B91A98-D67F-0D48-951A-727F675BA112}"/>
          </ac:spMkLst>
        </pc:spChg>
        <pc:spChg chg="mod">
          <ac:chgData name="Hasan Jamal" userId="6724a5da2ffd1b8f" providerId="LiveId" clId="{8D2F41AC-23D9-4DAF-938C-610805449A32}" dt="2025-04-07T06:08:37.380" v="2761" actId="403"/>
          <ac:spMkLst>
            <pc:docMk/>
            <pc:sldMk cId="1569319809" sldId="709"/>
            <ac:spMk id="12" creationId="{70D945CB-F7F3-A278-C137-E71D97D1960E}"/>
          </ac:spMkLst>
        </pc:spChg>
        <pc:spChg chg="mod">
          <ac:chgData name="Hasan Jamal" userId="6724a5da2ffd1b8f" providerId="LiveId" clId="{8D2F41AC-23D9-4DAF-938C-610805449A32}" dt="2025-04-06T10:42:20.633" v="983" actId="20577"/>
          <ac:spMkLst>
            <pc:docMk/>
            <pc:sldMk cId="1569319809" sldId="709"/>
            <ac:spMk id="3074" creationId="{2D81E151-D41F-7DE2-7778-0A541D960FF3}"/>
          </ac:spMkLst>
        </pc:spChg>
      </pc:sldChg>
      <pc:sldChg chg="modSp add del mod">
        <pc:chgData name="Hasan Jamal" userId="6724a5da2ffd1b8f" providerId="LiveId" clId="{8D2F41AC-23D9-4DAF-938C-610805449A32}" dt="2025-04-07T12:25:34.568" v="4843" actId="47"/>
        <pc:sldMkLst>
          <pc:docMk/>
          <pc:sldMk cId="1827870221" sldId="710"/>
        </pc:sldMkLst>
        <pc:spChg chg="mod">
          <ac:chgData name="Hasan Jamal" userId="6724a5da2ffd1b8f" providerId="LiveId" clId="{8D2F41AC-23D9-4DAF-938C-610805449A32}" dt="2025-04-07T12:25:18.238" v="4834" actId="14100"/>
          <ac:spMkLst>
            <pc:docMk/>
            <pc:sldMk cId="1827870221" sldId="710"/>
            <ac:spMk id="12" creationId="{C6124B1E-E159-7FC2-E1B5-E635D6B6F4B4}"/>
          </ac:spMkLst>
        </pc:spChg>
        <pc:spChg chg="mod">
          <ac:chgData name="Hasan Jamal" userId="6724a5da2ffd1b8f" providerId="LiveId" clId="{8D2F41AC-23D9-4DAF-938C-610805449A32}" dt="2025-04-07T12:23:55.401" v="4815" actId="20577"/>
          <ac:spMkLst>
            <pc:docMk/>
            <pc:sldMk cId="1827870221" sldId="710"/>
            <ac:spMk id="3074" creationId="{CBA8B0BC-8F95-ABDD-9198-62E4BA7E0EF3}"/>
          </ac:spMkLst>
        </pc:spChg>
      </pc:sldChg>
      <pc:sldChg chg="addSp delSp modSp add mod">
        <pc:chgData name="Hasan Jamal" userId="6724a5da2ffd1b8f" providerId="LiveId" clId="{8D2F41AC-23D9-4DAF-938C-610805449A32}" dt="2025-04-07T12:22:16.047" v="4793" actId="478"/>
        <pc:sldMkLst>
          <pc:docMk/>
          <pc:sldMk cId="2913141654" sldId="711"/>
        </pc:sldMkLst>
        <pc:spChg chg="mod">
          <ac:chgData name="Hasan Jamal" userId="6724a5da2ffd1b8f" providerId="LiveId" clId="{8D2F41AC-23D9-4DAF-938C-610805449A32}" dt="2025-04-07T09:59:22.985" v="2994" actId="20577"/>
          <ac:spMkLst>
            <pc:docMk/>
            <pc:sldMk cId="2913141654" sldId="711"/>
            <ac:spMk id="12" creationId="{321C0708-27BC-9B65-3303-90EDBCE59553}"/>
          </ac:spMkLst>
        </pc:spChg>
        <pc:spChg chg="mod">
          <ac:chgData name="Hasan Jamal" userId="6724a5da2ffd1b8f" providerId="LiveId" clId="{8D2F41AC-23D9-4DAF-938C-610805449A32}" dt="2025-04-07T10:03:24.923" v="3047" actId="20577"/>
          <ac:spMkLst>
            <pc:docMk/>
            <pc:sldMk cId="2913141654" sldId="711"/>
            <ac:spMk id="3074" creationId="{2FEFD1AD-DF7D-C1FF-1732-F3F4F33B9FBC}"/>
          </ac:spMkLst>
        </pc:spChg>
      </pc:sldChg>
      <pc:sldChg chg="addSp delSp modSp add mod modAnim">
        <pc:chgData name="Hasan Jamal" userId="6724a5da2ffd1b8f" providerId="LiveId" clId="{8D2F41AC-23D9-4DAF-938C-610805449A32}" dt="2025-04-07T11:55:52.662" v="4509" actId="20577"/>
        <pc:sldMkLst>
          <pc:docMk/>
          <pc:sldMk cId="1965777611" sldId="712"/>
        </pc:sldMkLst>
        <pc:spChg chg="add mod">
          <ac:chgData name="Hasan Jamal" userId="6724a5da2ffd1b8f" providerId="LiveId" clId="{8D2F41AC-23D9-4DAF-938C-610805449A32}" dt="2025-04-07T11:55:52.662" v="4509" actId="20577"/>
          <ac:spMkLst>
            <pc:docMk/>
            <pc:sldMk cId="1965777611" sldId="712"/>
            <ac:spMk id="2" creationId="{A684AF22-C57D-C63C-51F0-05C88209864B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8" creationId="{6FDDC007-2EFA-6824-2063-575449F4B64F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9" creationId="{CAEB7C3B-1D30-358E-4FD1-A46E1265D461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11" creationId="{43B19C62-86E3-3BD9-0A9D-3FDC6288A2EB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13" creationId="{310E4814-754D-72E6-3022-F12437A23C52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19" creationId="{BFD14A1B-96C2-4AB5-4EA3-673F5787E21C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33" creationId="{D674F63E-7AC1-6F8B-FA72-09BE838030BF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34" creationId="{9BF18436-6CB0-464E-4448-9C11197CF851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36" creationId="{1786217A-4182-087B-C6C8-B1CC5FF6310C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40" creationId="{BCB38000-1B88-A0E1-53C9-FB743EAB0C52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42" creationId="{95402ECD-2698-7962-B1F9-B4670C7425E6}"/>
          </ac:spMkLst>
        </pc:spChg>
        <pc:spChg chg="add mod">
          <ac:chgData name="Hasan Jamal" userId="6724a5da2ffd1b8f" providerId="LiveId" clId="{8D2F41AC-23D9-4DAF-938C-610805449A32}" dt="2025-04-07T11:54:10.875" v="4452" actId="1035"/>
          <ac:spMkLst>
            <pc:docMk/>
            <pc:sldMk cId="1965777611" sldId="712"/>
            <ac:spMk id="47" creationId="{5A7E28BE-2E62-D9B6-8BF3-A42027756858}"/>
          </ac:spMkLst>
        </pc:spChg>
        <pc:spChg chg="mod">
          <ac:chgData name="Hasan Jamal" userId="6724a5da2ffd1b8f" providerId="LiveId" clId="{8D2F41AC-23D9-4DAF-938C-610805449A32}" dt="2025-04-07T10:03:38.334" v="3056" actId="20577"/>
          <ac:spMkLst>
            <pc:docMk/>
            <pc:sldMk cId="1965777611" sldId="712"/>
            <ac:spMk id="3074" creationId="{A5DC2726-344E-77A2-9927-9E2735A7ADFB}"/>
          </ac:spMkLst>
        </pc:spChg>
        <pc:spChg chg="add mod">
          <ac:chgData name="Hasan Jamal" userId="6724a5da2ffd1b8f" providerId="LiveId" clId="{8D2F41AC-23D9-4DAF-938C-610805449A32}" dt="2025-04-07T11:54:10.875" v="4452" actId="1035"/>
          <ac:spMkLst>
            <pc:docMk/>
            <pc:sldMk cId="1965777611" sldId="712"/>
            <ac:spMk id="3098" creationId="{317EBC3D-B94E-FA33-799D-622CD5CA2187}"/>
          </ac:spMkLst>
        </pc:spChg>
        <pc:spChg chg="add mod">
          <ac:chgData name="Hasan Jamal" userId="6724a5da2ffd1b8f" providerId="LiveId" clId="{8D2F41AC-23D9-4DAF-938C-610805449A32}" dt="2025-04-07T11:54:10.875" v="4452" actId="1035"/>
          <ac:spMkLst>
            <pc:docMk/>
            <pc:sldMk cId="1965777611" sldId="712"/>
            <ac:spMk id="3100" creationId="{550B83E8-28A2-20E2-CF49-E60CD5FE1D1F}"/>
          </ac:spMkLst>
        </pc:spChg>
        <pc:spChg chg="add mod">
          <ac:chgData name="Hasan Jamal" userId="6724a5da2ffd1b8f" providerId="LiveId" clId="{8D2F41AC-23D9-4DAF-938C-610805449A32}" dt="2025-04-07T11:54:10.875" v="4452" actId="1035"/>
          <ac:spMkLst>
            <pc:docMk/>
            <pc:sldMk cId="1965777611" sldId="712"/>
            <ac:spMk id="3102" creationId="{9D169AAF-A7B9-3EEE-68D4-A7967EF91C60}"/>
          </ac:spMkLst>
        </pc:spChg>
        <pc:graphicFrameChg chg="add mod modGraphic">
          <ac:chgData name="Hasan Jamal" userId="6724a5da2ffd1b8f" providerId="LiveId" clId="{8D2F41AC-23D9-4DAF-938C-610805449A32}" dt="2025-04-07T11:54:10.875" v="4452" actId="1035"/>
          <ac:graphicFrameMkLst>
            <pc:docMk/>
            <pc:sldMk cId="1965777611" sldId="712"/>
            <ac:graphicFrameMk id="6" creationId="{A116B3FA-EAA6-8996-E8F1-B959CB452934}"/>
          </ac:graphicFrameMkLst>
        </pc:graphicFrameChg>
        <pc:graphicFrameChg chg="add mod modGraphic">
          <ac:chgData name="Hasan Jamal" userId="6724a5da2ffd1b8f" providerId="LiveId" clId="{8D2F41AC-23D9-4DAF-938C-610805449A32}" dt="2025-04-07T11:54:10.875" v="4452" actId="1035"/>
          <ac:graphicFrameMkLst>
            <pc:docMk/>
            <pc:sldMk cId="1965777611" sldId="712"/>
            <ac:graphicFrameMk id="3099" creationId="{19FEA137-0E5F-C08E-3DB6-D5BDB9653221}"/>
          </ac:graphicFrameMkLst>
        </pc:graphicFrameChg>
        <pc:graphicFrameChg chg="add mod modGraphic">
          <ac:chgData name="Hasan Jamal" userId="6724a5da2ffd1b8f" providerId="LiveId" clId="{8D2F41AC-23D9-4DAF-938C-610805449A32}" dt="2025-04-07T11:54:10.875" v="4452" actId="1035"/>
          <ac:graphicFrameMkLst>
            <pc:docMk/>
            <pc:sldMk cId="1965777611" sldId="712"/>
            <ac:graphicFrameMk id="3101" creationId="{9414FF6A-3D3F-E0A7-9D52-FFB0F3EC4313}"/>
          </ac:graphicFrameMkLst>
        </pc:graphicFrameChg>
        <pc:graphicFrameChg chg="add mod modGraphic">
          <ac:chgData name="Hasan Jamal" userId="6724a5da2ffd1b8f" providerId="LiveId" clId="{8D2F41AC-23D9-4DAF-938C-610805449A32}" dt="2025-04-07T11:54:10.875" v="4452" actId="1035"/>
          <ac:graphicFrameMkLst>
            <pc:docMk/>
            <pc:sldMk cId="1965777611" sldId="712"/>
            <ac:graphicFrameMk id="3103" creationId="{8881D5B8-2713-5456-041F-086C8C254A9F}"/>
          </ac:graphicFrameMkLst>
        </pc:graphicFrameChg>
      </pc:sldChg>
      <pc:sldChg chg="addSp delSp modSp add mod modAnim">
        <pc:chgData name="Hasan Jamal" userId="6724a5da2ffd1b8f" providerId="LiveId" clId="{8D2F41AC-23D9-4DAF-938C-610805449A32}" dt="2025-04-07T11:55:19.585" v="4504" actId="20577"/>
        <pc:sldMkLst>
          <pc:docMk/>
          <pc:sldMk cId="128208520" sldId="713"/>
        </pc:sldMkLst>
        <pc:spChg chg="mod">
          <ac:chgData name="Hasan Jamal" userId="6724a5da2ffd1b8f" providerId="LiveId" clId="{8D2F41AC-23D9-4DAF-938C-610805449A32}" dt="2025-04-07T11:55:19.585" v="4504" actId="20577"/>
          <ac:spMkLst>
            <pc:docMk/>
            <pc:sldMk cId="128208520" sldId="713"/>
            <ac:spMk id="2" creationId="{7518681C-B5C5-1B65-1090-0F44A91D2A31}"/>
          </ac:spMkLst>
        </pc:spChg>
        <pc:spChg chg="add mod">
          <ac:chgData name="Hasan Jamal" userId="6724a5da2ffd1b8f" providerId="LiveId" clId="{8D2F41AC-23D9-4DAF-938C-610805449A32}" dt="2025-04-07T11:54:23.467" v="4490" actId="1035"/>
          <ac:spMkLst>
            <pc:docMk/>
            <pc:sldMk cId="128208520" sldId="713"/>
            <ac:spMk id="5" creationId="{8634CA26-F702-BCC9-B3DE-A1A1502CB603}"/>
          </ac:spMkLst>
        </pc:spChg>
        <pc:spChg chg="mod">
          <ac:chgData name="Hasan Jamal" userId="6724a5da2ffd1b8f" providerId="LiveId" clId="{8D2F41AC-23D9-4DAF-938C-610805449A32}" dt="2025-04-07T11:04:04.427" v="3988" actId="14100"/>
          <ac:spMkLst>
            <pc:docMk/>
            <pc:sldMk cId="128208520" sldId="713"/>
            <ac:spMk id="7" creationId="{071CE591-30FC-0442-0C8B-20EABEEC5D74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8" creationId="{CB17356D-04CF-52C2-FA84-ECB590AD2939}"/>
          </ac:spMkLst>
        </pc:spChg>
        <pc:spChg chg="mod">
          <ac:chgData name="Hasan Jamal" userId="6724a5da2ffd1b8f" providerId="LiveId" clId="{8D2F41AC-23D9-4DAF-938C-610805449A32}" dt="2025-04-07T11:04:04.427" v="3988" actId="14100"/>
          <ac:spMkLst>
            <pc:docMk/>
            <pc:sldMk cId="128208520" sldId="713"/>
            <ac:spMk id="9" creationId="{6F68D369-29EE-1CF7-3DE8-E9D864E90393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10" creationId="{AD79D61B-65A7-D097-E72C-57410134E04F}"/>
          </ac:spMkLst>
        </pc:spChg>
        <pc:spChg chg="mod">
          <ac:chgData name="Hasan Jamal" userId="6724a5da2ffd1b8f" providerId="LiveId" clId="{8D2F41AC-23D9-4DAF-938C-610805449A32}" dt="2025-04-07T11:04:04.427" v="3988" actId="14100"/>
          <ac:spMkLst>
            <pc:docMk/>
            <pc:sldMk cId="128208520" sldId="713"/>
            <ac:spMk id="11" creationId="{486744BF-025F-F837-1535-3BFE1AE0C379}"/>
          </ac:spMkLst>
        </pc:spChg>
        <pc:spChg chg="add mod">
          <ac:chgData name="Hasan Jamal" userId="6724a5da2ffd1b8f" providerId="LiveId" clId="{8D2F41AC-23D9-4DAF-938C-610805449A32}" dt="2025-04-07T11:54:23.467" v="4490" actId="1035"/>
          <ac:spMkLst>
            <pc:docMk/>
            <pc:sldMk cId="128208520" sldId="713"/>
            <ac:spMk id="12" creationId="{420D0D5C-F681-CC07-7FDC-3B664EB3E402}"/>
          </ac:spMkLst>
        </pc:spChg>
        <pc:spChg chg="mod">
          <ac:chgData name="Hasan Jamal" userId="6724a5da2ffd1b8f" providerId="LiveId" clId="{8D2F41AC-23D9-4DAF-938C-610805449A32}" dt="2025-04-07T11:04:04.427" v="3988" actId="14100"/>
          <ac:spMkLst>
            <pc:docMk/>
            <pc:sldMk cId="128208520" sldId="713"/>
            <ac:spMk id="13" creationId="{21BAB0F2-5459-4216-359E-415E58A6289D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14" creationId="{5D1ACFE8-7E91-DBA3-90BF-C42F20F51BE2}"/>
          </ac:spMkLst>
        </pc:spChg>
        <pc:spChg chg="mod">
          <ac:chgData name="Hasan Jamal" userId="6724a5da2ffd1b8f" providerId="LiveId" clId="{8D2F41AC-23D9-4DAF-938C-610805449A32}" dt="2025-04-07T11:04:04.427" v="3988" actId="14100"/>
          <ac:spMkLst>
            <pc:docMk/>
            <pc:sldMk cId="128208520" sldId="713"/>
            <ac:spMk id="15" creationId="{AA45500A-C442-393A-053E-95FCFAE4FAE7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16" creationId="{E978FA38-1606-4BD7-5CED-CA2D88B2886E}"/>
          </ac:spMkLst>
        </pc:spChg>
        <pc:spChg chg="mod">
          <ac:chgData name="Hasan Jamal" userId="6724a5da2ffd1b8f" providerId="LiveId" clId="{8D2F41AC-23D9-4DAF-938C-610805449A32}" dt="2025-04-07T11:02:40.451" v="3958" actId="20577"/>
          <ac:spMkLst>
            <pc:docMk/>
            <pc:sldMk cId="128208520" sldId="713"/>
            <ac:spMk id="17" creationId="{9674AB37-B414-48C2-E7D0-7C46E6D8118B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18" creationId="{B178291D-332F-0718-2115-D48BAD5854EC}"/>
          </ac:spMkLst>
        </pc:spChg>
        <pc:spChg chg="mod">
          <ac:chgData name="Hasan Jamal" userId="6724a5da2ffd1b8f" providerId="LiveId" clId="{8D2F41AC-23D9-4DAF-938C-610805449A32}" dt="2025-04-07T11:02:54.769" v="3962" actId="20577"/>
          <ac:spMkLst>
            <pc:docMk/>
            <pc:sldMk cId="128208520" sldId="713"/>
            <ac:spMk id="19" creationId="{15C7D6E1-318E-4FFB-767A-8E68BA0281A5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20" creationId="{C002B396-2F8A-979E-19C0-81CE28515F6B}"/>
          </ac:spMkLst>
        </pc:spChg>
        <pc:spChg chg="mod">
          <ac:chgData name="Hasan Jamal" userId="6724a5da2ffd1b8f" providerId="LiveId" clId="{8D2F41AC-23D9-4DAF-938C-610805449A32}" dt="2025-04-07T11:02:27.755" v="3952" actId="20577"/>
          <ac:spMkLst>
            <pc:docMk/>
            <pc:sldMk cId="128208520" sldId="713"/>
            <ac:spMk id="21" creationId="{227ED42B-835B-B591-5E27-293467467FA8}"/>
          </ac:spMkLst>
        </pc:spChg>
        <pc:spChg chg="mod">
          <ac:chgData name="Hasan Jamal" userId="6724a5da2ffd1b8f" providerId="LiveId" clId="{8D2F41AC-23D9-4DAF-938C-610805449A32}" dt="2025-04-07T11:02:18.215" v="3949" actId="20577"/>
          <ac:spMkLst>
            <pc:docMk/>
            <pc:sldMk cId="128208520" sldId="713"/>
            <ac:spMk id="22" creationId="{28AC6D3D-FBB8-21C9-D08B-E499D003940A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31" creationId="{EA64CC69-5158-E708-A7FB-CBA49D70D908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32" creationId="{EC07C4D9-D5B8-24FC-F983-0BA44C334338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33" creationId="{1CEE88B9-B72B-F239-E815-83E394879720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38" creationId="{73A569C8-E5DF-5700-0A4A-65A3FFD5F720}"/>
          </ac:spMkLst>
        </pc:spChg>
        <pc:spChg chg="mod">
          <ac:chgData name="Hasan Jamal" userId="6724a5da2ffd1b8f" providerId="LiveId" clId="{8D2F41AC-23D9-4DAF-938C-610805449A32}" dt="2025-04-07T11:54:23.467" v="4490" actId="1035"/>
          <ac:spMkLst>
            <pc:docMk/>
            <pc:sldMk cId="128208520" sldId="713"/>
            <ac:spMk id="47" creationId="{926E5F04-E31B-E2C0-4CD3-B3D16E3F6D1A}"/>
          </ac:spMkLst>
        </pc:spChg>
        <pc:spChg chg="mod">
          <ac:chgData name="Hasan Jamal" userId="6724a5da2ffd1b8f" providerId="LiveId" clId="{8D2F41AC-23D9-4DAF-938C-610805449A32}" dt="2025-04-07T10:38:04.978" v="3489" actId="20577"/>
          <ac:spMkLst>
            <pc:docMk/>
            <pc:sldMk cId="128208520" sldId="713"/>
            <ac:spMk id="3074" creationId="{816760CE-8523-B480-866F-35B420CD03D6}"/>
          </ac:spMkLst>
        </pc:spChg>
        <pc:spChg chg="mod">
          <ac:chgData name="Hasan Jamal" userId="6724a5da2ffd1b8f" providerId="LiveId" clId="{8D2F41AC-23D9-4DAF-938C-610805449A32}" dt="2025-04-07T11:54:23.467" v="4490" actId="1035"/>
          <ac:spMkLst>
            <pc:docMk/>
            <pc:sldMk cId="128208520" sldId="713"/>
            <ac:spMk id="3098" creationId="{7BA9B847-06A6-374C-54AB-58C22EB0622A}"/>
          </ac:spMkLst>
        </pc:spChg>
        <pc:spChg chg="mod">
          <ac:chgData name="Hasan Jamal" userId="6724a5da2ffd1b8f" providerId="LiveId" clId="{8D2F41AC-23D9-4DAF-938C-610805449A32}" dt="2025-04-07T11:54:23.467" v="4490" actId="1035"/>
          <ac:spMkLst>
            <pc:docMk/>
            <pc:sldMk cId="128208520" sldId="713"/>
            <ac:spMk id="3100" creationId="{9674F833-5CB4-D64D-27FB-2837F3D3428D}"/>
          </ac:spMkLst>
        </pc:spChg>
        <pc:spChg chg="mod">
          <ac:chgData name="Hasan Jamal" userId="6724a5da2ffd1b8f" providerId="LiveId" clId="{8D2F41AC-23D9-4DAF-938C-610805449A32}" dt="2025-04-07T11:54:23.467" v="4490" actId="1035"/>
          <ac:spMkLst>
            <pc:docMk/>
            <pc:sldMk cId="128208520" sldId="713"/>
            <ac:spMk id="3102" creationId="{8005B7F1-FA37-CFDA-78E0-76780583E158}"/>
          </ac:spMkLst>
        </pc:spChg>
        <pc:grpChg chg="mod">
          <ac:chgData name="Hasan Jamal" userId="6724a5da2ffd1b8f" providerId="LiveId" clId="{8D2F41AC-23D9-4DAF-938C-610805449A32}" dt="2025-04-07T11:34:10.896" v="4280" actId="207"/>
          <ac:grpSpMkLst>
            <pc:docMk/>
            <pc:sldMk cId="128208520" sldId="713"/>
            <ac:grpSpMk id="44" creationId="{137600AC-45AF-52EB-4A60-B5942C1CEEC5}"/>
          </ac:grpSpMkLst>
        </pc:grpChg>
        <pc:graphicFrameChg chg="mod modGraphic">
          <ac:chgData name="Hasan Jamal" userId="6724a5da2ffd1b8f" providerId="LiveId" clId="{8D2F41AC-23D9-4DAF-938C-610805449A32}" dt="2025-04-07T11:54:23.467" v="4490" actId="1035"/>
          <ac:graphicFrameMkLst>
            <pc:docMk/>
            <pc:sldMk cId="128208520" sldId="713"/>
            <ac:graphicFrameMk id="6" creationId="{69C54825-6718-1A7C-24A7-FE03B390C249}"/>
          </ac:graphicFrameMkLst>
        </pc:graphicFrameChg>
        <pc:graphicFrameChg chg="mod modGraphic">
          <ac:chgData name="Hasan Jamal" userId="6724a5da2ffd1b8f" providerId="LiveId" clId="{8D2F41AC-23D9-4DAF-938C-610805449A32}" dt="2025-04-07T11:54:23.467" v="4490" actId="1035"/>
          <ac:graphicFrameMkLst>
            <pc:docMk/>
            <pc:sldMk cId="128208520" sldId="713"/>
            <ac:graphicFrameMk id="3099" creationId="{30EC0754-48E3-080D-F9E9-40A758C383C0}"/>
          </ac:graphicFrameMkLst>
        </pc:graphicFrameChg>
        <pc:graphicFrameChg chg="mod modGraphic">
          <ac:chgData name="Hasan Jamal" userId="6724a5da2ffd1b8f" providerId="LiveId" clId="{8D2F41AC-23D9-4DAF-938C-610805449A32}" dt="2025-04-07T11:54:23.467" v="4490" actId="1035"/>
          <ac:graphicFrameMkLst>
            <pc:docMk/>
            <pc:sldMk cId="128208520" sldId="713"/>
            <ac:graphicFrameMk id="3101" creationId="{1D0C32C9-FA07-BBA2-6283-15D866DBC094}"/>
          </ac:graphicFrameMkLst>
        </pc:graphicFrameChg>
        <pc:graphicFrameChg chg="mod modGraphic">
          <ac:chgData name="Hasan Jamal" userId="6724a5da2ffd1b8f" providerId="LiveId" clId="{8D2F41AC-23D9-4DAF-938C-610805449A32}" dt="2025-04-07T11:54:23.467" v="4490" actId="1035"/>
          <ac:graphicFrameMkLst>
            <pc:docMk/>
            <pc:sldMk cId="128208520" sldId="713"/>
            <ac:graphicFrameMk id="3103" creationId="{1EB90487-9265-DAE3-1861-97ED968D33B0}"/>
          </ac:graphicFrameMkLst>
        </pc:graphicFrameChg>
      </pc:sldChg>
      <pc:sldChg chg="addSp delSp modSp add del mod delAnim modAnim">
        <pc:chgData name="Hasan Jamal" userId="6724a5da2ffd1b8f" providerId="LiveId" clId="{8D2F41AC-23D9-4DAF-938C-610805449A32}" dt="2025-04-07T11:28:36.713" v="4144" actId="47"/>
        <pc:sldMkLst>
          <pc:docMk/>
          <pc:sldMk cId="267656216" sldId="714"/>
        </pc:sldMkLst>
      </pc:sldChg>
      <pc:sldChg chg="addSp delSp modSp add mod delAnim modAnim">
        <pc:chgData name="Hasan Jamal" userId="6724a5da2ffd1b8f" providerId="LiveId" clId="{8D2F41AC-23D9-4DAF-938C-610805449A32}" dt="2025-04-08T05:48:55.566" v="4855"/>
        <pc:sldMkLst>
          <pc:docMk/>
          <pc:sldMk cId="3515278928" sldId="714"/>
        </pc:sldMkLst>
        <pc:spChg chg="mod">
          <ac:chgData name="Hasan Jamal" userId="6724a5da2ffd1b8f" providerId="LiveId" clId="{8D2F41AC-23D9-4DAF-938C-610805449A32}" dt="2025-04-07T12:07:28.098" v="4682" actId="20577"/>
          <ac:spMkLst>
            <pc:docMk/>
            <pc:sldMk cId="3515278928" sldId="714"/>
            <ac:spMk id="2" creationId="{5A66B61F-79A1-8BB1-A413-314A49DD75BF}"/>
          </ac:spMkLst>
        </pc:spChg>
        <pc:spChg chg="add mod">
          <ac:chgData name="Hasan Jamal" userId="6724a5da2ffd1b8f" providerId="LiveId" clId="{8D2F41AC-23D9-4DAF-938C-610805449A32}" dt="2025-04-07T12:10:06.257" v="4712" actId="1076"/>
          <ac:spMkLst>
            <pc:docMk/>
            <pc:sldMk cId="3515278928" sldId="714"/>
            <ac:spMk id="48" creationId="{DF69EA2D-687E-42C1-3DED-D8478C18497E}"/>
          </ac:spMkLst>
        </pc:spChg>
        <pc:spChg chg="add mod">
          <ac:chgData name="Hasan Jamal" userId="6724a5da2ffd1b8f" providerId="LiveId" clId="{8D2F41AC-23D9-4DAF-938C-610805449A32}" dt="2025-04-07T12:10:06.257" v="4712" actId="1076"/>
          <ac:spMkLst>
            <pc:docMk/>
            <pc:sldMk cId="3515278928" sldId="714"/>
            <ac:spMk id="50" creationId="{D057F12A-0B6B-7B98-3075-B78DD547A58C}"/>
          </ac:spMkLst>
        </pc:spChg>
        <pc:spChg chg="add mod">
          <ac:chgData name="Hasan Jamal" userId="6724a5da2ffd1b8f" providerId="LiveId" clId="{8D2F41AC-23D9-4DAF-938C-610805449A32}" dt="2025-04-07T12:18:36.199" v="4792" actId="20577"/>
          <ac:spMkLst>
            <pc:docMk/>
            <pc:sldMk cId="3515278928" sldId="714"/>
            <ac:spMk id="52" creationId="{CFC13F89-69D2-07A6-82F1-24799B10A19F}"/>
          </ac:spMkLst>
        </pc:spChg>
        <pc:spChg chg="mod">
          <ac:chgData name="Hasan Jamal" userId="6724a5da2ffd1b8f" providerId="LiveId" clId="{8D2F41AC-23D9-4DAF-938C-610805449A32}" dt="2025-04-07T11:42:42.648" v="4333" actId="20577"/>
          <ac:spMkLst>
            <pc:docMk/>
            <pc:sldMk cId="3515278928" sldId="714"/>
            <ac:spMk id="3074" creationId="{7A128192-C6B7-64FC-9517-FEA625FF771F}"/>
          </ac:spMkLst>
        </pc:spChg>
        <pc:spChg chg="mod">
          <ac:chgData name="Hasan Jamal" userId="6724a5da2ffd1b8f" providerId="LiveId" clId="{8D2F41AC-23D9-4DAF-938C-610805449A32}" dt="2025-04-07T12:10:06.257" v="4712" actId="1076"/>
          <ac:spMkLst>
            <pc:docMk/>
            <pc:sldMk cId="3515278928" sldId="714"/>
            <ac:spMk id="3102" creationId="{F75BD80F-A2CB-35C4-6D5B-DBCC420B567E}"/>
          </ac:spMkLst>
        </pc:spChg>
        <pc:graphicFrameChg chg="add mod">
          <ac:chgData name="Hasan Jamal" userId="6724a5da2ffd1b8f" providerId="LiveId" clId="{8D2F41AC-23D9-4DAF-938C-610805449A32}" dt="2025-04-07T12:10:06.257" v="4712" actId="1076"/>
          <ac:graphicFrameMkLst>
            <pc:docMk/>
            <pc:sldMk cId="3515278928" sldId="714"/>
            <ac:graphicFrameMk id="4" creationId="{CF439556-9F49-4BC2-60EA-A6B1E219BE60}"/>
          </ac:graphicFrameMkLst>
        </pc:graphicFrameChg>
        <pc:graphicFrameChg chg="add mod modGraphic">
          <ac:chgData name="Hasan Jamal" userId="6724a5da2ffd1b8f" providerId="LiveId" clId="{8D2F41AC-23D9-4DAF-938C-610805449A32}" dt="2025-04-07T12:10:06.257" v="4712" actId="1076"/>
          <ac:graphicFrameMkLst>
            <pc:docMk/>
            <pc:sldMk cId="3515278928" sldId="714"/>
            <ac:graphicFrameMk id="51" creationId="{D20083B8-9C91-E080-1F6B-C11D6DC7EEFD}"/>
          </ac:graphicFrameMkLst>
        </pc:graphicFrameChg>
        <pc:graphicFrameChg chg="mod modGraphic">
          <ac:chgData name="Hasan Jamal" userId="6724a5da2ffd1b8f" providerId="LiveId" clId="{8D2F41AC-23D9-4DAF-938C-610805449A32}" dt="2025-04-07T12:10:06.257" v="4712" actId="1076"/>
          <ac:graphicFrameMkLst>
            <pc:docMk/>
            <pc:sldMk cId="3515278928" sldId="714"/>
            <ac:graphicFrameMk id="3103" creationId="{6AB6B622-442B-777B-D1F5-8F20F5BEB3F6}"/>
          </ac:graphicFrameMkLst>
        </pc:graphicFrameChg>
      </pc:sldChg>
      <pc:sldChg chg="modSp add mod">
        <pc:chgData name="Hasan Jamal" userId="6724a5da2ffd1b8f" providerId="LiveId" clId="{8D2F41AC-23D9-4DAF-938C-610805449A32}" dt="2025-04-09T00:40:31.674" v="4913" actId="5793"/>
        <pc:sldMkLst>
          <pc:docMk/>
          <pc:sldMk cId="2802596333" sldId="715"/>
        </pc:sldMkLst>
        <pc:spChg chg="mod">
          <ac:chgData name="Hasan Jamal" userId="6724a5da2ffd1b8f" providerId="LiveId" clId="{8D2F41AC-23D9-4DAF-938C-610805449A32}" dt="2025-04-09T00:40:31.674" v="4913" actId="5793"/>
          <ac:spMkLst>
            <pc:docMk/>
            <pc:sldMk cId="2802596333" sldId="715"/>
            <ac:spMk id="12" creationId="{8236BA75-AEBA-B613-2CAE-621BAAE81AE4}"/>
          </ac:spMkLst>
        </pc:spChg>
        <pc:spChg chg="mod">
          <ac:chgData name="Hasan Jamal" userId="6724a5da2ffd1b8f" providerId="LiveId" clId="{8D2F41AC-23D9-4DAF-938C-610805449A32}" dt="2025-04-09T00:38:46.589" v="4881" actId="20577"/>
          <ac:spMkLst>
            <pc:docMk/>
            <pc:sldMk cId="2802596333" sldId="715"/>
            <ac:spMk id="3074" creationId="{7118CF81-88C4-93F2-F84D-09BF8B4854A6}"/>
          </ac:spMkLst>
        </pc:spChg>
      </pc:sldChg>
      <pc:sldChg chg="addSp delSp modSp add mod modAnim">
        <pc:chgData name="Hasan Jamal" userId="6724a5da2ffd1b8f" providerId="LiveId" clId="{8D2F41AC-23D9-4DAF-938C-610805449A32}" dt="2025-04-09T04:31:31.099" v="6379"/>
        <pc:sldMkLst>
          <pc:docMk/>
          <pc:sldMk cId="1988667682" sldId="716"/>
        </pc:sldMkLst>
        <pc:spChg chg="add mod">
          <ac:chgData name="Hasan Jamal" userId="6724a5da2ffd1b8f" providerId="LiveId" clId="{8D2F41AC-23D9-4DAF-938C-610805449A32}" dt="2025-04-09T00:50:14.468" v="5119" actId="20577"/>
          <ac:spMkLst>
            <pc:docMk/>
            <pc:sldMk cId="1988667682" sldId="716"/>
            <ac:spMk id="2" creationId="{06A0762D-E7A2-63FC-5973-9ABE76387CDE}"/>
          </ac:spMkLst>
        </pc:spChg>
        <pc:spChg chg="add mod">
          <ac:chgData name="Hasan Jamal" userId="6724a5da2ffd1b8f" providerId="LiveId" clId="{8D2F41AC-23D9-4DAF-938C-610805449A32}" dt="2025-04-09T03:18:33.224" v="5665" actId="2711"/>
          <ac:spMkLst>
            <pc:docMk/>
            <pc:sldMk cId="1988667682" sldId="716"/>
            <ac:spMk id="4" creationId="{2BE4B2F1-01B6-902D-E0AB-8CB89FC42E6A}"/>
          </ac:spMkLst>
        </pc:spChg>
        <pc:spChg chg="mod">
          <ac:chgData name="Hasan Jamal" userId="6724a5da2ffd1b8f" providerId="LiveId" clId="{8D2F41AC-23D9-4DAF-938C-610805449A32}" dt="2025-04-09T00:40:56.470" v="4925" actId="20577"/>
          <ac:spMkLst>
            <pc:docMk/>
            <pc:sldMk cId="1988667682" sldId="716"/>
            <ac:spMk id="3074" creationId="{4077E29F-2448-502E-2D0E-62B3EB19EC54}"/>
          </ac:spMkLst>
        </pc:spChg>
      </pc:sldChg>
      <pc:sldChg chg="delSp modSp add mod">
        <pc:chgData name="Hasan Jamal" userId="6724a5da2ffd1b8f" providerId="LiveId" clId="{8D2F41AC-23D9-4DAF-938C-610805449A32}" dt="2025-04-09T00:56:12.840" v="5279" actId="20577"/>
        <pc:sldMkLst>
          <pc:docMk/>
          <pc:sldMk cId="3834621655" sldId="717"/>
        </pc:sldMkLst>
        <pc:spChg chg="mod">
          <ac:chgData name="Hasan Jamal" userId="6724a5da2ffd1b8f" providerId="LiveId" clId="{8D2F41AC-23D9-4DAF-938C-610805449A32}" dt="2025-04-09T00:56:12.840" v="5279" actId="20577"/>
          <ac:spMkLst>
            <pc:docMk/>
            <pc:sldMk cId="3834621655" sldId="717"/>
            <ac:spMk id="2" creationId="{6C04203C-B572-3E5B-E739-8A8119B97612}"/>
          </ac:spMkLst>
        </pc:spChg>
        <pc:spChg chg="mod">
          <ac:chgData name="Hasan Jamal" userId="6724a5da2ffd1b8f" providerId="LiveId" clId="{8D2F41AC-23D9-4DAF-938C-610805449A32}" dt="2025-04-09T00:50:35.384" v="5150" actId="20577"/>
          <ac:spMkLst>
            <pc:docMk/>
            <pc:sldMk cId="3834621655" sldId="717"/>
            <ac:spMk id="3074" creationId="{BF7EC8A1-B817-8B8A-92C6-8B2E0222FEA0}"/>
          </ac:spMkLst>
        </pc:spChg>
      </pc:sldChg>
      <pc:sldChg chg="addSp delSp modSp add mod delAnim modAnim">
        <pc:chgData name="Hasan Jamal" userId="6724a5da2ffd1b8f" providerId="LiveId" clId="{8D2F41AC-23D9-4DAF-938C-610805449A32}" dt="2025-04-09T04:23:00.952" v="6028" actId="478"/>
        <pc:sldMkLst>
          <pc:docMk/>
          <pc:sldMk cId="569349266" sldId="718"/>
        </pc:sldMkLst>
        <pc:spChg chg="mod">
          <ac:chgData name="Hasan Jamal" userId="6724a5da2ffd1b8f" providerId="LiveId" clId="{8D2F41AC-23D9-4DAF-938C-610805449A32}" dt="2025-04-09T00:59:04.812" v="5281" actId="20577"/>
          <ac:spMkLst>
            <pc:docMk/>
            <pc:sldMk cId="569349266" sldId="718"/>
            <ac:spMk id="3074" creationId="{2746B281-CEC0-5D72-BAC3-EC3E182974AD}"/>
          </ac:spMkLst>
        </pc:spChg>
        <pc:graphicFrameChg chg="add mod modGraphic">
          <ac:chgData name="Hasan Jamal" userId="6724a5da2ffd1b8f" providerId="LiveId" clId="{8D2F41AC-23D9-4DAF-938C-610805449A32}" dt="2025-04-09T01:17:12.612" v="5571" actId="1076"/>
          <ac:graphicFrameMkLst>
            <pc:docMk/>
            <pc:sldMk cId="569349266" sldId="718"/>
            <ac:graphicFrameMk id="5" creationId="{35349F2F-B720-0E4F-205A-5425452D25B9}"/>
          </ac:graphicFrameMkLst>
        </pc:graphicFrameChg>
        <pc:graphicFrameChg chg="add mod modGraphic">
          <ac:chgData name="Hasan Jamal" userId="6724a5da2ffd1b8f" providerId="LiveId" clId="{8D2F41AC-23D9-4DAF-938C-610805449A32}" dt="2025-04-09T01:03:59.614" v="5407" actId="404"/>
          <ac:graphicFrameMkLst>
            <pc:docMk/>
            <pc:sldMk cId="569349266" sldId="718"/>
            <ac:graphicFrameMk id="6" creationId="{8DDF069F-B648-DF82-7173-D72495C3CA1C}"/>
          </ac:graphicFrameMkLst>
        </pc:graphicFrameChg>
        <pc:graphicFrameChg chg="add mod modGraphic">
          <ac:chgData name="Hasan Jamal" userId="6724a5da2ffd1b8f" providerId="LiveId" clId="{8D2F41AC-23D9-4DAF-938C-610805449A32}" dt="2025-04-09T01:17:59.492" v="5582" actId="1035"/>
          <ac:graphicFrameMkLst>
            <pc:docMk/>
            <pc:sldMk cId="569349266" sldId="718"/>
            <ac:graphicFrameMk id="9" creationId="{DBF2EA0E-9348-818E-DF45-D9070202A74A}"/>
          </ac:graphicFrameMkLst>
        </pc:graphicFrameChg>
        <pc:graphicFrameChg chg="add mod modGraphic">
          <ac:chgData name="Hasan Jamal" userId="6724a5da2ffd1b8f" providerId="LiveId" clId="{8D2F41AC-23D9-4DAF-938C-610805449A32}" dt="2025-04-09T01:17:01.815" v="5570" actId="1035"/>
          <ac:graphicFrameMkLst>
            <pc:docMk/>
            <pc:sldMk cId="569349266" sldId="718"/>
            <ac:graphicFrameMk id="12" creationId="{0E99DCBB-BECE-41E4-608E-BED2AE6638E8}"/>
          </ac:graphicFrameMkLst>
        </pc:graphicFrameChg>
        <pc:graphicFrameChg chg="add mod modGraphic">
          <ac:chgData name="Hasan Jamal" userId="6724a5da2ffd1b8f" providerId="LiveId" clId="{8D2F41AC-23D9-4DAF-938C-610805449A32}" dt="2025-04-09T01:17:12.612" v="5571" actId="1076"/>
          <ac:graphicFrameMkLst>
            <pc:docMk/>
            <pc:sldMk cId="569349266" sldId="718"/>
            <ac:graphicFrameMk id="13" creationId="{A417DFE6-F805-D434-7EC8-D004A73F83C8}"/>
          </ac:graphicFrameMkLst>
        </pc:graphicFrameChg>
        <pc:graphicFrameChg chg="add mod modGraphic">
          <ac:chgData name="Hasan Jamal" userId="6724a5da2ffd1b8f" providerId="LiveId" clId="{8D2F41AC-23D9-4DAF-938C-610805449A32}" dt="2025-04-09T01:19:52.631" v="5595" actId="1036"/>
          <ac:graphicFrameMkLst>
            <pc:docMk/>
            <pc:sldMk cId="569349266" sldId="718"/>
            <ac:graphicFrameMk id="14" creationId="{5E0B5F02-0D62-892F-A1E9-07072E52A04D}"/>
          </ac:graphicFrameMkLst>
        </pc:graphicFrameChg>
        <pc:graphicFrameChg chg="add mod modGraphic">
          <ac:chgData name="Hasan Jamal" userId="6724a5da2ffd1b8f" providerId="LiveId" clId="{8D2F41AC-23D9-4DAF-938C-610805449A32}" dt="2025-04-09T01:18:16.235" v="5584" actId="2084"/>
          <ac:graphicFrameMkLst>
            <pc:docMk/>
            <pc:sldMk cId="569349266" sldId="718"/>
            <ac:graphicFrameMk id="15" creationId="{94566B7A-ED56-C882-E126-45997DF2FA96}"/>
          </ac:graphicFrameMkLst>
        </pc:graphicFrameChg>
        <pc:graphicFrameChg chg="add mod modGraphic">
          <ac:chgData name="Hasan Jamal" userId="6724a5da2ffd1b8f" providerId="LiveId" clId="{8D2F41AC-23D9-4DAF-938C-610805449A32}" dt="2025-04-09T01:20:56.092" v="5605" actId="1035"/>
          <ac:graphicFrameMkLst>
            <pc:docMk/>
            <pc:sldMk cId="569349266" sldId="718"/>
            <ac:graphicFrameMk id="16" creationId="{196217DA-3E6E-1BF4-14AD-BAAFD6C2F42F}"/>
          </ac:graphicFrameMkLst>
        </pc:graphicFrameChg>
        <pc:graphicFrameChg chg="add mod modGraphic">
          <ac:chgData name="Hasan Jamal" userId="6724a5da2ffd1b8f" providerId="LiveId" clId="{8D2F41AC-23D9-4DAF-938C-610805449A32}" dt="2025-04-09T01:21:41.216" v="5617" actId="2084"/>
          <ac:graphicFrameMkLst>
            <pc:docMk/>
            <pc:sldMk cId="569349266" sldId="718"/>
            <ac:graphicFrameMk id="17" creationId="{ED51B353-CA6F-930E-B5BE-7A10A72953FD}"/>
          </ac:graphicFrameMkLst>
        </pc:graphicFrameChg>
        <pc:graphicFrameChg chg="add mod modGraphic">
          <ac:chgData name="Hasan Jamal" userId="6724a5da2ffd1b8f" providerId="LiveId" clId="{8D2F41AC-23D9-4DAF-938C-610805449A32}" dt="2025-04-09T01:23:08.831" v="5629" actId="1076"/>
          <ac:graphicFrameMkLst>
            <pc:docMk/>
            <pc:sldMk cId="569349266" sldId="718"/>
            <ac:graphicFrameMk id="18" creationId="{89953ED2-53FD-2E63-18F5-F3863F357F78}"/>
          </ac:graphicFrameMkLst>
        </pc:graphicFrameChg>
        <pc:graphicFrameChg chg="add mod modGraphic">
          <ac:chgData name="Hasan Jamal" userId="6724a5da2ffd1b8f" providerId="LiveId" clId="{8D2F41AC-23D9-4DAF-938C-610805449A32}" dt="2025-04-09T01:23:40.711" v="5640" actId="1076"/>
          <ac:graphicFrameMkLst>
            <pc:docMk/>
            <pc:sldMk cId="569349266" sldId="718"/>
            <ac:graphicFrameMk id="19" creationId="{BE3605EC-DB07-F8A1-C819-C0B42E897689}"/>
          </ac:graphicFrameMkLst>
        </pc:graphicFrameChg>
        <pc:graphicFrameChg chg="add mod modGraphic">
          <ac:chgData name="Hasan Jamal" userId="6724a5da2ffd1b8f" providerId="LiveId" clId="{8D2F41AC-23D9-4DAF-938C-610805449A32}" dt="2025-04-09T01:24:44.486" v="5651" actId="1036"/>
          <ac:graphicFrameMkLst>
            <pc:docMk/>
            <pc:sldMk cId="569349266" sldId="718"/>
            <ac:graphicFrameMk id="20" creationId="{6F3C2FE5-7E19-1A2F-CD32-62D6E8940C27}"/>
          </ac:graphicFrameMkLst>
        </pc:graphicFrameChg>
        <pc:graphicFrameChg chg="add mod modGraphic">
          <ac:chgData name="Hasan Jamal" userId="6724a5da2ffd1b8f" providerId="LiveId" clId="{8D2F41AC-23D9-4DAF-938C-610805449A32}" dt="2025-04-09T01:25:01.720" v="5655" actId="20577"/>
          <ac:graphicFrameMkLst>
            <pc:docMk/>
            <pc:sldMk cId="569349266" sldId="718"/>
            <ac:graphicFrameMk id="21" creationId="{B59C2C28-F67D-C835-6F1D-D436E03D2ED3}"/>
          </ac:graphicFrameMkLst>
        </pc:graphicFrameChg>
      </pc:sldChg>
      <pc:sldChg chg="addSp delSp modSp add mod">
        <pc:chgData name="Hasan Jamal" userId="6724a5da2ffd1b8f" providerId="LiveId" clId="{8D2F41AC-23D9-4DAF-938C-610805449A32}" dt="2025-04-09T04:22:42.007" v="6027" actId="403"/>
        <pc:sldMkLst>
          <pc:docMk/>
          <pc:sldMk cId="2999665308" sldId="719"/>
        </pc:sldMkLst>
        <pc:spChg chg="add mod">
          <ac:chgData name="Hasan Jamal" userId="6724a5da2ffd1b8f" providerId="LiveId" clId="{8D2F41AC-23D9-4DAF-938C-610805449A32}" dt="2025-04-09T04:22:42.007" v="6027" actId="403"/>
          <ac:spMkLst>
            <pc:docMk/>
            <pc:sldMk cId="2999665308" sldId="719"/>
            <ac:spMk id="4" creationId="{36AF072B-9D82-1354-E619-15D5D1246EFB}"/>
          </ac:spMkLst>
        </pc:spChg>
        <pc:spChg chg="mod">
          <ac:chgData name="Hasan Jamal" userId="6724a5da2ffd1b8f" providerId="LiveId" clId="{8D2F41AC-23D9-4DAF-938C-610805449A32}" dt="2025-04-09T01:25:42.161" v="5657" actId="20577"/>
          <ac:spMkLst>
            <pc:docMk/>
            <pc:sldMk cId="2999665308" sldId="719"/>
            <ac:spMk id="3074" creationId="{AEAE7E90-F96E-04A5-831A-F7187DEFCB99}"/>
          </ac:spMkLst>
        </pc:spChg>
      </pc:sldChg>
      <pc:sldChg chg="addSp delSp modSp add mod">
        <pc:chgData name="Hasan Jamal" userId="6724a5da2ffd1b8f" providerId="LiveId" clId="{8D2F41AC-23D9-4DAF-938C-610805449A32}" dt="2025-04-09T04:29:16.027" v="6373" actId="255"/>
        <pc:sldMkLst>
          <pc:docMk/>
          <pc:sldMk cId="61918484" sldId="720"/>
        </pc:sldMkLst>
        <pc:spChg chg="mod">
          <ac:chgData name="Hasan Jamal" userId="6724a5da2ffd1b8f" providerId="LiveId" clId="{8D2F41AC-23D9-4DAF-938C-610805449A32}" dt="2025-04-09T04:29:16.027" v="6373" actId="255"/>
          <ac:spMkLst>
            <pc:docMk/>
            <pc:sldMk cId="61918484" sldId="720"/>
            <ac:spMk id="2" creationId="{C510CA9E-31C3-5114-C940-16B7A1A079DC}"/>
          </ac:spMkLst>
        </pc:spChg>
      </pc:sldChg>
      <pc:sldChg chg="addSp delSp modSp add mod delAnim modAnim">
        <pc:chgData name="Hasan Jamal" userId="6724a5da2ffd1b8f" providerId="LiveId" clId="{8D2F41AC-23D9-4DAF-938C-610805449A32}" dt="2025-05-05T04:35:20.119" v="8923" actId="1035"/>
        <pc:sldMkLst>
          <pc:docMk/>
          <pc:sldMk cId="1370973659" sldId="721"/>
        </pc:sldMkLst>
        <pc:spChg chg="mod">
          <ac:chgData name="Hasan Jamal" userId="6724a5da2ffd1b8f" providerId="LiveId" clId="{8D2F41AC-23D9-4DAF-938C-610805449A32}" dt="2025-05-04T06:32:54.467" v="8884" actId="5793"/>
          <ac:spMkLst>
            <pc:docMk/>
            <pc:sldMk cId="1370973659" sldId="721"/>
            <ac:spMk id="2" creationId="{A2AA893F-1820-A683-97B5-50C07B094ACD}"/>
          </ac:spMkLst>
        </pc:spChg>
        <pc:spChg chg="add mod">
          <ac:chgData name="Hasan Jamal" userId="6724a5da2ffd1b8f" providerId="LiveId" clId="{8D2F41AC-23D9-4DAF-938C-610805449A32}" dt="2025-05-05T04:35:20.119" v="8923" actId="1035"/>
          <ac:spMkLst>
            <pc:docMk/>
            <pc:sldMk cId="1370973659" sldId="721"/>
            <ac:spMk id="55" creationId="{BD2249DD-9FE0-466A-7F29-F7B181A18F5C}"/>
          </ac:spMkLst>
        </pc:spChg>
        <pc:spChg chg="add mod">
          <ac:chgData name="Hasan Jamal" userId="6724a5da2ffd1b8f" providerId="LiveId" clId="{8D2F41AC-23D9-4DAF-938C-610805449A32}" dt="2025-05-05T04:35:20.119" v="8923" actId="1035"/>
          <ac:spMkLst>
            <pc:docMk/>
            <pc:sldMk cId="1370973659" sldId="721"/>
            <ac:spMk id="56" creationId="{63F29722-2691-B164-1B11-766254D43CEA}"/>
          </ac:spMkLst>
        </pc:spChg>
        <pc:spChg chg="add mod">
          <ac:chgData name="Hasan Jamal" userId="6724a5da2ffd1b8f" providerId="LiveId" clId="{8D2F41AC-23D9-4DAF-938C-610805449A32}" dt="2025-05-05T04:35:20.119" v="8923" actId="1035"/>
          <ac:spMkLst>
            <pc:docMk/>
            <pc:sldMk cId="1370973659" sldId="721"/>
            <ac:spMk id="57" creationId="{2AB0FFD7-B3BF-B905-81B2-B9F103CB8870}"/>
          </ac:spMkLst>
        </pc:spChg>
        <pc:spChg chg="add mod">
          <ac:chgData name="Hasan Jamal" userId="6724a5da2ffd1b8f" providerId="LiveId" clId="{8D2F41AC-23D9-4DAF-938C-610805449A32}" dt="2025-05-05T04:35:20.119" v="8923" actId="1035"/>
          <ac:spMkLst>
            <pc:docMk/>
            <pc:sldMk cId="1370973659" sldId="721"/>
            <ac:spMk id="58" creationId="{648FF26E-B152-CC41-63EA-55E18FB49B49}"/>
          </ac:spMkLst>
        </pc:spChg>
        <pc:spChg chg="mod">
          <ac:chgData name="Hasan Jamal" userId="6724a5da2ffd1b8f" providerId="LiveId" clId="{8D2F41AC-23D9-4DAF-938C-610805449A32}" dt="2025-04-09T04:40:01.978" v="6385" actId="20577"/>
          <ac:spMkLst>
            <pc:docMk/>
            <pc:sldMk cId="1370973659" sldId="721"/>
            <ac:spMk id="3074" creationId="{59C50843-9FB9-3D65-D5C8-8D1E7B97D36E}"/>
          </ac:spMkLst>
        </pc:spChg>
        <pc:graphicFrameChg chg="add mod">
          <ac:chgData name="Hasan Jamal" userId="6724a5da2ffd1b8f" providerId="LiveId" clId="{8D2F41AC-23D9-4DAF-938C-610805449A32}" dt="2025-05-05T04:35:20.119" v="8923" actId="1035"/>
          <ac:graphicFrameMkLst>
            <pc:docMk/>
            <pc:sldMk cId="1370973659" sldId="721"/>
            <ac:graphicFrameMk id="6" creationId="{4827E3A1-DA7E-D73C-3FAD-EB02E6AE33E2}"/>
          </ac:graphicFrameMkLst>
        </pc:graphicFrameChg>
        <pc:graphicFrameChg chg="add mod">
          <ac:chgData name="Hasan Jamal" userId="6724a5da2ffd1b8f" providerId="LiveId" clId="{8D2F41AC-23D9-4DAF-938C-610805449A32}" dt="2025-05-05T04:35:20.119" v="8923" actId="1035"/>
          <ac:graphicFrameMkLst>
            <pc:docMk/>
            <pc:sldMk cId="1370973659" sldId="721"/>
            <ac:graphicFrameMk id="10" creationId="{EAA51AD3-C0BF-A4BF-EE26-8FBCA5F5764B}"/>
          </ac:graphicFrameMkLst>
        </pc:graphicFrameChg>
        <pc:graphicFrameChg chg="add mod">
          <ac:chgData name="Hasan Jamal" userId="6724a5da2ffd1b8f" providerId="LiveId" clId="{8D2F41AC-23D9-4DAF-938C-610805449A32}" dt="2025-05-05T04:35:20.119" v="8923" actId="1035"/>
          <ac:graphicFrameMkLst>
            <pc:docMk/>
            <pc:sldMk cId="1370973659" sldId="721"/>
            <ac:graphicFrameMk id="14" creationId="{ED89C333-9E1F-2EA2-C624-E0BDBE16DC4F}"/>
          </ac:graphicFrameMkLst>
        </pc:graphicFrameChg>
        <pc:graphicFrameChg chg="add mod">
          <ac:chgData name="Hasan Jamal" userId="6724a5da2ffd1b8f" providerId="LiveId" clId="{8D2F41AC-23D9-4DAF-938C-610805449A32}" dt="2025-05-05T04:35:20.119" v="8923" actId="1035"/>
          <ac:graphicFrameMkLst>
            <pc:docMk/>
            <pc:sldMk cId="1370973659" sldId="721"/>
            <ac:graphicFrameMk id="19" creationId="{EC0D618E-B347-6B5B-A2DC-747ED1F64BE9}"/>
          </ac:graphicFrameMkLst>
        </pc:graphicFrameChg>
        <pc:graphicFrameChg chg="add mod">
          <ac:chgData name="Hasan Jamal" userId="6724a5da2ffd1b8f" providerId="LiveId" clId="{8D2F41AC-23D9-4DAF-938C-610805449A32}" dt="2025-05-05T04:35:20.119" v="8923" actId="1035"/>
          <ac:graphicFrameMkLst>
            <pc:docMk/>
            <pc:sldMk cId="1370973659" sldId="721"/>
            <ac:graphicFrameMk id="20" creationId="{2524A79D-F416-E234-9C4D-31EE3D3F5118}"/>
          </ac:graphicFrameMkLst>
        </pc:graphicFrameChg>
        <pc:graphicFrameChg chg="add mod">
          <ac:chgData name="Hasan Jamal" userId="6724a5da2ffd1b8f" providerId="LiveId" clId="{8D2F41AC-23D9-4DAF-938C-610805449A32}" dt="2025-05-05T04:35:20.119" v="8923" actId="1035"/>
          <ac:graphicFrameMkLst>
            <pc:docMk/>
            <pc:sldMk cId="1370973659" sldId="721"/>
            <ac:graphicFrameMk id="22" creationId="{ED3CA589-B652-8709-27D6-DD0DF2E36C7F}"/>
          </ac:graphicFrameMkLst>
        </pc:graphicFrameChg>
        <pc:picChg chg="add del mod">
          <ac:chgData name="Hasan Jamal" userId="6724a5da2ffd1b8f" providerId="LiveId" clId="{8D2F41AC-23D9-4DAF-938C-610805449A32}" dt="2025-05-05T04:34:45.006" v="8909" actId="478"/>
          <ac:picMkLst>
            <pc:docMk/>
            <pc:sldMk cId="1370973659" sldId="721"/>
            <ac:picMk id="8" creationId="{85A94AB0-CD0A-BA8D-3A07-863816FAEFCB}"/>
          </ac:picMkLst>
        </pc:picChg>
      </pc:sldChg>
      <pc:sldChg chg="addSp delSp modSp add mod delAnim modAnim">
        <pc:chgData name="Hasan Jamal" userId="6724a5da2ffd1b8f" providerId="LiveId" clId="{8D2F41AC-23D9-4DAF-938C-610805449A32}" dt="2025-05-05T07:08:08.194" v="9443" actId="21"/>
        <pc:sldMkLst>
          <pc:docMk/>
          <pc:sldMk cId="2676710287" sldId="722"/>
        </pc:sldMkLst>
        <pc:spChg chg="add mod">
          <ac:chgData name="Hasan Jamal" userId="6724a5da2ffd1b8f" providerId="LiveId" clId="{8D2F41AC-23D9-4DAF-938C-610805449A32}" dt="2025-04-28T04:30:49.727" v="8258" actId="20577"/>
          <ac:spMkLst>
            <pc:docMk/>
            <pc:sldMk cId="2676710287" sldId="722"/>
            <ac:spMk id="2" creationId="{C101BB49-A888-4844-9C36-8AB53BEF2EC6}"/>
          </ac:spMkLst>
        </pc:spChg>
        <pc:spChg chg="mod">
          <ac:chgData name="Hasan Jamal" userId="6724a5da2ffd1b8f" providerId="LiveId" clId="{8D2F41AC-23D9-4DAF-938C-610805449A32}" dt="2025-04-28T05:05:48.296" v="8662" actId="20577"/>
          <ac:spMkLst>
            <pc:docMk/>
            <pc:sldMk cId="2676710287" sldId="722"/>
            <ac:spMk id="4" creationId="{630266B7-5A26-9381-0FF1-3777A4786CCA}"/>
          </ac:spMkLst>
        </pc:spChg>
        <pc:spChg chg="mod">
          <ac:chgData name="Hasan Jamal" userId="6724a5da2ffd1b8f" providerId="LiveId" clId="{8D2F41AC-23D9-4DAF-938C-610805449A32}" dt="2025-04-28T04:29:10.689" v="8102" actId="1036"/>
          <ac:spMkLst>
            <pc:docMk/>
            <pc:sldMk cId="2676710287" sldId="722"/>
            <ac:spMk id="5" creationId="{09E521A1-63EA-1A47-1FE7-BA46B1594D8A}"/>
          </ac:spMkLst>
        </pc:spChg>
        <pc:spChg chg="add del mod">
          <ac:chgData name="Hasan Jamal" userId="6724a5da2ffd1b8f" providerId="LiveId" clId="{8D2F41AC-23D9-4DAF-938C-610805449A32}" dt="2025-05-05T07:08:08.194" v="9443" actId="21"/>
          <ac:spMkLst>
            <pc:docMk/>
            <pc:sldMk cId="2676710287" sldId="722"/>
            <ac:spMk id="7" creationId="{10E99AB6-3C9B-8C19-B3C5-CE110BDE1F43}"/>
          </ac:spMkLst>
        </pc:spChg>
        <pc:spChg chg="mod">
          <ac:chgData name="Hasan Jamal" userId="6724a5da2ffd1b8f" providerId="LiveId" clId="{8D2F41AC-23D9-4DAF-938C-610805449A32}" dt="2025-04-09T05:11:06.221" v="6974" actId="20577"/>
          <ac:spMkLst>
            <pc:docMk/>
            <pc:sldMk cId="2676710287" sldId="722"/>
            <ac:spMk id="3074" creationId="{ADE57DEA-4F1B-4462-E3E3-16B71A0B60E1}"/>
          </ac:spMkLst>
        </pc:spChg>
      </pc:sldChg>
      <pc:sldChg chg="addSp delSp modSp add mod delAnim modAnim">
        <pc:chgData name="Hasan Jamal" userId="6724a5da2ffd1b8f" providerId="LiveId" clId="{8D2F41AC-23D9-4DAF-938C-610805449A32}" dt="2025-05-05T04:41:23.851" v="9046" actId="1036"/>
        <pc:sldMkLst>
          <pc:docMk/>
          <pc:sldMk cId="520824744" sldId="723"/>
        </pc:sldMkLst>
        <pc:spChg chg="add mod">
          <ac:chgData name="Hasan Jamal" userId="6724a5da2ffd1b8f" providerId="LiveId" clId="{8D2F41AC-23D9-4DAF-938C-610805449A32}" dt="2025-04-28T04:34:22.433" v="8315" actId="164"/>
          <ac:spMkLst>
            <pc:docMk/>
            <pc:sldMk cId="520824744" sldId="723"/>
            <ac:spMk id="2" creationId="{CF3CFFEA-FC94-6695-167C-E48E21803CF3}"/>
          </ac:spMkLst>
        </pc:spChg>
        <pc:spChg chg="add mod">
          <ac:chgData name="Hasan Jamal" userId="6724a5da2ffd1b8f" providerId="LiveId" clId="{8D2F41AC-23D9-4DAF-938C-610805449A32}" dt="2025-04-28T04:34:22.433" v="8315" actId="164"/>
          <ac:spMkLst>
            <pc:docMk/>
            <pc:sldMk cId="520824744" sldId="723"/>
            <ac:spMk id="4" creationId="{AD3CF5EC-D45F-D4DA-DAA4-2C8BB5EFA868}"/>
          </ac:spMkLst>
        </pc:spChg>
        <pc:spChg chg="mod">
          <ac:chgData name="Hasan Jamal" userId="6724a5da2ffd1b8f" providerId="LiveId" clId="{8D2F41AC-23D9-4DAF-938C-610805449A32}" dt="2025-04-28T04:34:27.464" v="8316"/>
          <ac:spMkLst>
            <pc:docMk/>
            <pc:sldMk cId="520824744" sldId="723"/>
            <ac:spMk id="7" creationId="{7CC7A113-CCA6-8419-0589-0BB294D59DDF}"/>
          </ac:spMkLst>
        </pc:spChg>
        <pc:spChg chg="mod">
          <ac:chgData name="Hasan Jamal" userId="6724a5da2ffd1b8f" providerId="LiveId" clId="{8D2F41AC-23D9-4DAF-938C-610805449A32}" dt="2025-04-28T04:35:04.404" v="8322" actId="20577"/>
          <ac:spMkLst>
            <pc:docMk/>
            <pc:sldMk cId="520824744" sldId="723"/>
            <ac:spMk id="8" creationId="{00B190B9-8751-0BE4-04DB-9ADA4E34BFFB}"/>
          </ac:spMkLst>
        </pc:spChg>
        <pc:spChg chg="mod">
          <ac:chgData name="Hasan Jamal" userId="6724a5da2ffd1b8f" providerId="LiveId" clId="{8D2F41AC-23D9-4DAF-938C-610805449A32}" dt="2025-04-28T04:34:33.838" v="8318"/>
          <ac:spMkLst>
            <pc:docMk/>
            <pc:sldMk cId="520824744" sldId="723"/>
            <ac:spMk id="10" creationId="{4936B07D-4E43-FE7D-6FA4-BC60B854AA08}"/>
          </ac:spMkLst>
        </pc:spChg>
        <pc:spChg chg="mod">
          <ac:chgData name="Hasan Jamal" userId="6724a5da2ffd1b8f" providerId="LiveId" clId="{8D2F41AC-23D9-4DAF-938C-610805449A32}" dt="2025-04-28T04:34:33.838" v="8318"/>
          <ac:spMkLst>
            <pc:docMk/>
            <pc:sldMk cId="520824744" sldId="723"/>
            <ac:spMk id="11" creationId="{B5481332-8291-5245-346C-5391E1708120}"/>
          </ac:spMkLst>
        </pc:spChg>
        <pc:spChg chg="mod">
          <ac:chgData name="Hasan Jamal" userId="6724a5da2ffd1b8f" providerId="LiveId" clId="{8D2F41AC-23D9-4DAF-938C-610805449A32}" dt="2025-04-28T04:37:45.753" v="8370"/>
          <ac:spMkLst>
            <pc:docMk/>
            <pc:sldMk cId="520824744" sldId="723"/>
            <ac:spMk id="19" creationId="{AE65574C-FA9F-6A57-244A-E11018C2A5CD}"/>
          </ac:spMkLst>
        </pc:spChg>
        <pc:spChg chg="mod">
          <ac:chgData name="Hasan Jamal" userId="6724a5da2ffd1b8f" providerId="LiveId" clId="{8D2F41AC-23D9-4DAF-938C-610805449A32}" dt="2025-04-28T04:57:21.214" v="8600" actId="20577"/>
          <ac:spMkLst>
            <pc:docMk/>
            <pc:sldMk cId="520824744" sldId="723"/>
            <ac:spMk id="20" creationId="{8A241858-CF19-9282-97AF-BFD350D1A30F}"/>
          </ac:spMkLst>
        </pc:spChg>
        <pc:spChg chg="mod">
          <ac:chgData name="Hasan Jamal" userId="6724a5da2ffd1b8f" providerId="LiveId" clId="{8D2F41AC-23D9-4DAF-938C-610805449A32}" dt="2025-04-28T04:37:45.753" v="8370"/>
          <ac:spMkLst>
            <pc:docMk/>
            <pc:sldMk cId="520824744" sldId="723"/>
            <ac:spMk id="22" creationId="{93D4CECB-0F31-06F3-242F-B4EEF9908D71}"/>
          </ac:spMkLst>
        </pc:spChg>
        <pc:spChg chg="mod">
          <ac:chgData name="Hasan Jamal" userId="6724a5da2ffd1b8f" providerId="LiveId" clId="{8D2F41AC-23D9-4DAF-938C-610805449A32}" dt="2025-04-28T04:55:13.859" v="8598" actId="20577"/>
          <ac:spMkLst>
            <pc:docMk/>
            <pc:sldMk cId="520824744" sldId="723"/>
            <ac:spMk id="23" creationId="{703BEF81-4D72-622E-899C-805B23A19358}"/>
          </ac:spMkLst>
        </pc:spChg>
        <pc:spChg chg="mod">
          <ac:chgData name="Hasan Jamal" userId="6724a5da2ffd1b8f" providerId="LiveId" clId="{8D2F41AC-23D9-4DAF-938C-610805449A32}" dt="2025-04-28T04:38:20.216" v="8372"/>
          <ac:spMkLst>
            <pc:docMk/>
            <pc:sldMk cId="520824744" sldId="723"/>
            <ac:spMk id="27" creationId="{2F7AEB15-3E49-999A-ECF6-A002B7302603}"/>
          </ac:spMkLst>
        </pc:spChg>
        <pc:spChg chg="mod">
          <ac:chgData name="Hasan Jamal" userId="6724a5da2ffd1b8f" providerId="LiveId" clId="{8D2F41AC-23D9-4DAF-938C-610805449A32}" dt="2025-04-28T04:57:24.687" v="8601" actId="20577"/>
          <ac:spMkLst>
            <pc:docMk/>
            <pc:sldMk cId="520824744" sldId="723"/>
            <ac:spMk id="28" creationId="{F9077252-AAA5-0B5F-66B8-F49D551662D7}"/>
          </ac:spMkLst>
        </pc:spChg>
        <pc:spChg chg="mod">
          <ac:chgData name="Hasan Jamal" userId="6724a5da2ffd1b8f" providerId="LiveId" clId="{8D2F41AC-23D9-4DAF-938C-610805449A32}" dt="2025-04-28T04:38:20.216" v="8372"/>
          <ac:spMkLst>
            <pc:docMk/>
            <pc:sldMk cId="520824744" sldId="723"/>
            <ac:spMk id="30" creationId="{C3C27831-A6BB-2AD5-2D55-01AD9C53DFBC}"/>
          </ac:spMkLst>
        </pc:spChg>
        <pc:spChg chg="mod">
          <ac:chgData name="Hasan Jamal" userId="6724a5da2ffd1b8f" providerId="LiveId" clId="{8D2F41AC-23D9-4DAF-938C-610805449A32}" dt="2025-04-28T04:38:20.216" v="8372"/>
          <ac:spMkLst>
            <pc:docMk/>
            <pc:sldMk cId="520824744" sldId="723"/>
            <ac:spMk id="31" creationId="{CBA7C7EA-EEC6-CD2D-42B8-2C77567E489C}"/>
          </ac:spMkLst>
        </pc:spChg>
        <pc:spChg chg="mod">
          <ac:chgData name="Hasan Jamal" userId="6724a5da2ffd1b8f" providerId="LiveId" clId="{8D2F41AC-23D9-4DAF-938C-610805449A32}" dt="2025-04-28T04:39:34.045" v="8381"/>
          <ac:spMkLst>
            <pc:docMk/>
            <pc:sldMk cId="520824744" sldId="723"/>
            <ac:spMk id="37" creationId="{276D8619-AC28-0A71-57B5-D4DB9E50C4F6}"/>
          </ac:spMkLst>
        </pc:spChg>
        <pc:spChg chg="mod">
          <ac:chgData name="Hasan Jamal" userId="6724a5da2ffd1b8f" providerId="LiveId" clId="{8D2F41AC-23D9-4DAF-938C-610805449A32}" dt="2025-04-28T04:57:59.036" v="8605" actId="20577"/>
          <ac:spMkLst>
            <pc:docMk/>
            <pc:sldMk cId="520824744" sldId="723"/>
            <ac:spMk id="38" creationId="{A9B4517A-B2CC-16F3-DCFB-900254450BF4}"/>
          </ac:spMkLst>
        </pc:spChg>
        <pc:spChg chg="mod">
          <ac:chgData name="Hasan Jamal" userId="6724a5da2ffd1b8f" providerId="LiveId" clId="{8D2F41AC-23D9-4DAF-938C-610805449A32}" dt="2025-04-28T04:39:34.045" v="8381"/>
          <ac:spMkLst>
            <pc:docMk/>
            <pc:sldMk cId="520824744" sldId="723"/>
            <ac:spMk id="40" creationId="{74F9102F-F40D-B4BB-790A-38DEB3A2F4F1}"/>
          </ac:spMkLst>
        </pc:spChg>
        <pc:spChg chg="mod">
          <ac:chgData name="Hasan Jamal" userId="6724a5da2ffd1b8f" providerId="LiveId" clId="{8D2F41AC-23D9-4DAF-938C-610805449A32}" dt="2025-04-28T04:57:42.902" v="8602" actId="20577"/>
          <ac:spMkLst>
            <pc:docMk/>
            <pc:sldMk cId="520824744" sldId="723"/>
            <ac:spMk id="41" creationId="{135CB973-1C2E-1F9D-E644-906D57A83841}"/>
          </ac:spMkLst>
        </pc:spChg>
        <pc:spChg chg="mod">
          <ac:chgData name="Hasan Jamal" userId="6724a5da2ffd1b8f" providerId="LiveId" clId="{8D2F41AC-23D9-4DAF-938C-610805449A32}" dt="2025-04-28T04:39:34.045" v="8381"/>
          <ac:spMkLst>
            <pc:docMk/>
            <pc:sldMk cId="520824744" sldId="723"/>
            <ac:spMk id="43" creationId="{AD1ADFCB-F3DA-720D-DF9B-7654E96CE6F6}"/>
          </ac:spMkLst>
        </pc:spChg>
        <pc:spChg chg="mod">
          <ac:chgData name="Hasan Jamal" userId="6724a5da2ffd1b8f" providerId="LiveId" clId="{8D2F41AC-23D9-4DAF-938C-610805449A32}" dt="2025-04-28T04:58:02.675" v="8606" actId="20577"/>
          <ac:spMkLst>
            <pc:docMk/>
            <pc:sldMk cId="520824744" sldId="723"/>
            <ac:spMk id="44" creationId="{78103D68-AD00-0414-7582-D8B152AD32F9}"/>
          </ac:spMkLst>
        </pc:spChg>
        <pc:spChg chg="mod">
          <ac:chgData name="Hasan Jamal" userId="6724a5da2ffd1b8f" providerId="LiveId" clId="{8D2F41AC-23D9-4DAF-938C-610805449A32}" dt="2025-04-28T04:39:34.045" v="8381"/>
          <ac:spMkLst>
            <pc:docMk/>
            <pc:sldMk cId="520824744" sldId="723"/>
            <ac:spMk id="46" creationId="{EA473919-3BB2-3BC5-6064-B9962B8E294F}"/>
          </ac:spMkLst>
        </pc:spChg>
        <pc:spChg chg="mod">
          <ac:chgData name="Hasan Jamal" userId="6724a5da2ffd1b8f" providerId="LiveId" clId="{8D2F41AC-23D9-4DAF-938C-610805449A32}" dt="2025-04-28T04:57:45.430" v="8603" actId="20577"/>
          <ac:spMkLst>
            <pc:docMk/>
            <pc:sldMk cId="520824744" sldId="723"/>
            <ac:spMk id="47" creationId="{545A156C-EB66-2DDC-4037-B42B4DDA6134}"/>
          </ac:spMkLst>
        </pc:spChg>
        <pc:spChg chg="mod">
          <ac:chgData name="Hasan Jamal" userId="6724a5da2ffd1b8f" providerId="LiveId" clId="{8D2F41AC-23D9-4DAF-938C-610805449A32}" dt="2025-04-28T04:40:21.780" v="8447"/>
          <ac:spMkLst>
            <pc:docMk/>
            <pc:sldMk cId="520824744" sldId="723"/>
            <ac:spMk id="49" creationId="{9A4DAFFC-C552-8222-2C2F-79350F4C741D}"/>
          </ac:spMkLst>
        </pc:spChg>
        <pc:spChg chg="mod">
          <ac:chgData name="Hasan Jamal" userId="6724a5da2ffd1b8f" providerId="LiveId" clId="{8D2F41AC-23D9-4DAF-938C-610805449A32}" dt="2025-04-28T04:58:06.120" v="8607" actId="20577"/>
          <ac:spMkLst>
            <pc:docMk/>
            <pc:sldMk cId="520824744" sldId="723"/>
            <ac:spMk id="50" creationId="{5D11D112-B396-1AEC-ACCE-88C94F358C29}"/>
          </ac:spMkLst>
        </pc:spChg>
        <pc:spChg chg="mod">
          <ac:chgData name="Hasan Jamal" userId="6724a5da2ffd1b8f" providerId="LiveId" clId="{8D2F41AC-23D9-4DAF-938C-610805449A32}" dt="2025-04-28T04:40:21.780" v="8447"/>
          <ac:spMkLst>
            <pc:docMk/>
            <pc:sldMk cId="520824744" sldId="723"/>
            <ac:spMk id="52" creationId="{A843E2AB-4AE6-4B2F-B7A9-A4869DA3978D}"/>
          </ac:spMkLst>
        </pc:spChg>
        <pc:spChg chg="mod">
          <ac:chgData name="Hasan Jamal" userId="6724a5da2ffd1b8f" providerId="LiveId" clId="{8D2F41AC-23D9-4DAF-938C-610805449A32}" dt="2025-04-28T04:57:48.537" v="8604" actId="20577"/>
          <ac:spMkLst>
            <pc:docMk/>
            <pc:sldMk cId="520824744" sldId="723"/>
            <ac:spMk id="53" creationId="{C459ADDB-DB16-9AFC-29AA-72131FC3AFA7}"/>
          </ac:spMkLst>
        </pc:spChg>
        <pc:spChg chg="mod">
          <ac:chgData name="Hasan Jamal" userId="6724a5da2ffd1b8f" providerId="LiveId" clId="{8D2F41AC-23D9-4DAF-938C-610805449A32}" dt="2025-04-28T04:40:21.780" v="8447"/>
          <ac:spMkLst>
            <pc:docMk/>
            <pc:sldMk cId="520824744" sldId="723"/>
            <ac:spMk id="55" creationId="{A4153176-FC60-36C5-3AA1-0FE5AB38BE06}"/>
          </ac:spMkLst>
        </pc:spChg>
        <pc:spChg chg="mod">
          <ac:chgData name="Hasan Jamal" userId="6724a5da2ffd1b8f" providerId="LiveId" clId="{8D2F41AC-23D9-4DAF-938C-610805449A32}" dt="2025-04-28T04:58:10.649" v="8608" actId="20577"/>
          <ac:spMkLst>
            <pc:docMk/>
            <pc:sldMk cId="520824744" sldId="723"/>
            <ac:spMk id="56" creationId="{E7043BEC-F5F9-36A9-D342-784331F6AA89}"/>
          </ac:spMkLst>
        </pc:spChg>
        <pc:spChg chg="mod">
          <ac:chgData name="Hasan Jamal" userId="6724a5da2ffd1b8f" providerId="LiveId" clId="{8D2F41AC-23D9-4DAF-938C-610805449A32}" dt="2025-04-28T04:40:21.780" v="8447"/>
          <ac:spMkLst>
            <pc:docMk/>
            <pc:sldMk cId="520824744" sldId="723"/>
            <ac:spMk id="58" creationId="{A307651B-6D8F-0B1D-9F3C-122142FB8397}"/>
          </ac:spMkLst>
        </pc:spChg>
        <pc:spChg chg="mod">
          <ac:chgData name="Hasan Jamal" userId="6724a5da2ffd1b8f" providerId="LiveId" clId="{8D2F41AC-23D9-4DAF-938C-610805449A32}" dt="2025-04-28T04:40:21.780" v="8447"/>
          <ac:spMkLst>
            <pc:docMk/>
            <pc:sldMk cId="520824744" sldId="723"/>
            <ac:spMk id="59" creationId="{9A90A57C-6396-D084-D61D-B440B2398117}"/>
          </ac:spMkLst>
        </pc:spChg>
        <pc:spChg chg="add del mod">
          <ac:chgData name="Hasan Jamal" userId="6724a5da2ffd1b8f" providerId="LiveId" clId="{8D2F41AC-23D9-4DAF-938C-610805449A32}" dt="2025-05-05T04:40:56.836" v="9014" actId="478"/>
          <ac:spMkLst>
            <pc:docMk/>
            <pc:sldMk cId="520824744" sldId="723"/>
            <ac:spMk id="6167" creationId="{D53A6717-FCA0-A652-0571-43C41360154F}"/>
          </ac:spMkLst>
        </pc:spChg>
        <pc:spChg chg="add del mod">
          <ac:chgData name="Hasan Jamal" userId="6724a5da2ffd1b8f" providerId="LiveId" clId="{8D2F41AC-23D9-4DAF-938C-610805449A32}" dt="2025-05-05T04:40:56.836" v="9014" actId="478"/>
          <ac:spMkLst>
            <pc:docMk/>
            <pc:sldMk cId="520824744" sldId="723"/>
            <ac:spMk id="6168" creationId="{4BA0DD35-7271-B7C9-2632-F488D0C6C226}"/>
          </ac:spMkLst>
        </pc:spChg>
        <pc:spChg chg="add del mod">
          <ac:chgData name="Hasan Jamal" userId="6724a5da2ffd1b8f" providerId="LiveId" clId="{8D2F41AC-23D9-4DAF-938C-610805449A32}" dt="2025-05-05T04:40:56.836" v="9014" actId="478"/>
          <ac:spMkLst>
            <pc:docMk/>
            <pc:sldMk cId="520824744" sldId="723"/>
            <ac:spMk id="6169" creationId="{D1013EF2-C0A4-5E09-A71F-C63BA2335888}"/>
          </ac:spMkLst>
        </pc:spChg>
        <pc:spChg chg="add del mod">
          <ac:chgData name="Hasan Jamal" userId="6724a5da2ffd1b8f" providerId="LiveId" clId="{8D2F41AC-23D9-4DAF-938C-610805449A32}" dt="2025-05-05T04:40:56.836" v="9014" actId="478"/>
          <ac:spMkLst>
            <pc:docMk/>
            <pc:sldMk cId="520824744" sldId="723"/>
            <ac:spMk id="6170" creationId="{73C3A376-7EE1-5678-00FD-8D50B4C70D9A}"/>
          </ac:spMkLst>
        </pc:spChg>
        <pc:spChg chg="mod">
          <ac:chgData name="Hasan Jamal" userId="6724a5da2ffd1b8f" providerId="LiveId" clId="{8D2F41AC-23D9-4DAF-938C-610805449A32}" dt="2025-04-28T04:48:35.233" v="8521"/>
          <ac:spMkLst>
            <pc:docMk/>
            <pc:sldMk cId="520824744" sldId="723"/>
            <ac:spMk id="23579" creationId="{31BE45E5-155E-13E0-31ED-939C8BC6C7B9}"/>
          </ac:spMkLst>
        </pc:spChg>
        <pc:spChg chg="mod">
          <ac:chgData name="Hasan Jamal" userId="6724a5da2ffd1b8f" providerId="LiveId" clId="{8D2F41AC-23D9-4DAF-938C-610805449A32}" dt="2025-04-28T04:48:35.233" v="8521"/>
          <ac:spMkLst>
            <pc:docMk/>
            <pc:sldMk cId="520824744" sldId="723"/>
            <ac:spMk id="23583" creationId="{B70E78E8-74CE-AE56-BE2E-2FF98E1CABC3}"/>
          </ac:spMkLst>
        </pc:spChg>
        <pc:spChg chg="mod">
          <ac:chgData name="Hasan Jamal" userId="6724a5da2ffd1b8f" providerId="LiveId" clId="{8D2F41AC-23D9-4DAF-938C-610805449A32}" dt="2025-04-28T04:48:35.233" v="8521"/>
          <ac:spMkLst>
            <pc:docMk/>
            <pc:sldMk cId="520824744" sldId="723"/>
            <ac:spMk id="23585" creationId="{7C37862A-7468-C8CD-3AC4-81831B6B555C}"/>
          </ac:spMkLst>
        </pc:spChg>
        <pc:spChg chg="mod">
          <ac:chgData name="Hasan Jamal" userId="6724a5da2ffd1b8f" providerId="LiveId" clId="{8D2F41AC-23D9-4DAF-938C-610805449A32}" dt="2025-04-28T04:48:35.233" v="8521"/>
          <ac:spMkLst>
            <pc:docMk/>
            <pc:sldMk cId="520824744" sldId="723"/>
            <ac:spMk id="23586" creationId="{8538370B-58D1-0DB3-80CD-1845AD19A01B}"/>
          </ac:spMkLst>
        </pc:spChg>
        <pc:spChg chg="mod">
          <ac:chgData name="Hasan Jamal" userId="6724a5da2ffd1b8f" providerId="LiveId" clId="{8D2F41AC-23D9-4DAF-938C-610805449A32}" dt="2025-04-28T04:58:42.718" v="8609" actId="20577"/>
          <ac:spMkLst>
            <pc:docMk/>
            <pc:sldMk cId="520824744" sldId="723"/>
            <ac:spMk id="23589" creationId="{FCE677A7-8629-D491-48CA-383088EAF967}"/>
          </ac:spMkLst>
        </pc:spChg>
        <pc:spChg chg="mod">
          <ac:chgData name="Hasan Jamal" userId="6724a5da2ffd1b8f" providerId="LiveId" clId="{8D2F41AC-23D9-4DAF-938C-610805449A32}" dt="2025-04-28T04:48:35.233" v="8521"/>
          <ac:spMkLst>
            <pc:docMk/>
            <pc:sldMk cId="520824744" sldId="723"/>
            <ac:spMk id="23591" creationId="{0E5826F1-91E0-3C9C-2B3F-A6AB316B50DF}"/>
          </ac:spMkLst>
        </pc:spChg>
        <pc:spChg chg="mod">
          <ac:chgData name="Hasan Jamal" userId="6724a5da2ffd1b8f" providerId="LiveId" clId="{8D2F41AC-23D9-4DAF-938C-610805449A32}" dt="2025-04-28T04:58:46.781" v="8610" actId="20577"/>
          <ac:spMkLst>
            <pc:docMk/>
            <pc:sldMk cId="520824744" sldId="723"/>
            <ac:spMk id="23592" creationId="{020A9341-F32B-5C64-05E1-8E0F5D16C530}"/>
          </ac:spMkLst>
        </pc:spChg>
        <pc:spChg chg="mod">
          <ac:chgData name="Hasan Jamal" userId="6724a5da2ffd1b8f" providerId="LiveId" clId="{8D2F41AC-23D9-4DAF-938C-610805449A32}" dt="2025-04-28T04:58:50.790" v="8614" actId="20577"/>
          <ac:spMkLst>
            <pc:docMk/>
            <pc:sldMk cId="520824744" sldId="723"/>
            <ac:spMk id="23595" creationId="{869AFB52-8070-C4EF-BC3D-C0ACF289CDDB}"/>
          </ac:spMkLst>
        </pc:spChg>
        <pc:spChg chg="mod">
          <ac:chgData name="Hasan Jamal" userId="6724a5da2ffd1b8f" providerId="LiveId" clId="{8D2F41AC-23D9-4DAF-938C-610805449A32}" dt="2025-04-28T04:48:35.233" v="8521"/>
          <ac:spMkLst>
            <pc:docMk/>
            <pc:sldMk cId="520824744" sldId="723"/>
            <ac:spMk id="23597" creationId="{23B45A5B-6FCB-6888-79A4-27DBC8552B9E}"/>
          </ac:spMkLst>
        </pc:spChg>
        <pc:spChg chg="mod">
          <ac:chgData name="Hasan Jamal" userId="6724a5da2ffd1b8f" providerId="LiveId" clId="{8D2F41AC-23D9-4DAF-938C-610805449A32}" dt="2025-04-28T04:48:35.233" v="8521"/>
          <ac:spMkLst>
            <pc:docMk/>
            <pc:sldMk cId="520824744" sldId="723"/>
            <ac:spMk id="23598" creationId="{5A9465AF-09BE-FFD3-289B-31D4775E1813}"/>
          </ac:spMkLst>
        </pc:spChg>
        <pc:grpChg chg="add mod">
          <ac:chgData name="Hasan Jamal" userId="6724a5da2ffd1b8f" providerId="LiveId" clId="{8D2F41AC-23D9-4DAF-938C-610805449A32}" dt="2025-04-28T04:42:23.522" v="8466" actId="1038"/>
          <ac:grpSpMkLst>
            <pc:docMk/>
            <pc:sldMk cId="520824744" sldId="723"/>
            <ac:grpSpMk id="5" creationId="{98195FC2-D3BD-2246-0849-EC2B8EC35D59}"/>
          </ac:grpSpMkLst>
        </pc:grpChg>
        <pc:grpChg chg="add mod">
          <ac:chgData name="Hasan Jamal" userId="6724a5da2ffd1b8f" providerId="LiveId" clId="{8D2F41AC-23D9-4DAF-938C-610805449A32}" dt="2025-04-28T04:42:00.853" v="8460" actId="1076"/>
          <ac:grpSpMkLst>
            <pc:docMk/>
            <pc:sldMk cId="520824744" sldId="723"/>
            <ac:grpSpMk id="6" creationId="{544B0F51-55AA-64E4-9BB4-CB9FB8E113CE}"/>
          </ac:grpSpMkLst>
        </pc:grpChg>
        <pc:grpChg chg="add mod">
          <ac:chgData name="Hasan Jamal" userId="6724a5da2ffd1b8f" providerId="LiveId" clId="{8D2F41AC-23D9-4DAF-938C-610805449A32}" dt="2025-04-28T04:59:46.457" v="8618" actId="164"/>
          <ac:grpSpMkLst>
            <pc:docMk/>
            <pc:sldMk cId="520824744" sldId="723"/>
            <ac:grpSpMk id="9" creationId="{C0E3C6B1-AE3F-2D1B-939C-2A67EFCBE3FE}"/>
          </ac:grpSpMkLst>
        </pc:grpChg>
        <pc:grpChg chg="mod">
          <ac:chgData name="Hasan Jamal" userId="6724a5da2ffd1b8f" providerId="LiveId" clId="{8D2F41AC-23D9-4DAF-938C-610805449A32}" dt="2025-05-05T04:40:46.109" v="9013" actId="1038"/>
          <ac:grpSpMkLst>
            <pc:docMk/>
            <pc:sldMk cId="520824744" sldId="723"/>
            <ac:grpSpMk id="12" creationId="{581A8591-408B-C2FF-47AB-422BCF4DFC44}"/>
          </ac:grpSpMkLst>
        </pc:grpChg>
        <pc:grpChg chg="add mod">
          <ac:chgData name="Hasan Jamal" userId="6724a5da2ffd1b8f" providerId="LiveId" clId="{8D2F41AC-23D9-4DAF-938C-610805449A32}" dt="2025-04-28T04:40:47.130" v="8449" actId="1076"/>
          <ac:grpSpMkLst>
            <pc:docMk/>
            <pc:sldMk cId="520824744" sldId="723"/>
            <ac:grpSpMk id="18" creationId="{9100C491-C2D2-6F7F-9767-D617206D1CF2}"/>
          </ac:grpSpMkLst>
        </pc:grpChg>
        <pc:grpChg chg="add mod">
          <ac:chgData name="Hasan Jamal" userId="6724a5da2ffd1b8f" providerId="LiveId" clId="{8D2F41AC-23D9-4DAF-938C-610805449A32}" dt="2025-04-28T04:41:02.645" v="8456" actId="1038"/>
          <ac:grpSpMkLst>
            <pc:docMk/>
            <pc:sldMk cId="520824744" sldId="723"/>
            <ac:grpSpMk id="21" creationId="{CB97F53F-2CDE-79FD-54A5-98BD3A6D91FD}"/>
          </ac:grpSpMkLst>
        </pc:grpChg>
        <pc:grpChg chg="add mod">
          <ac:chgData name="Hasan Jamal" userId="6724a5da2ffd1b8f" providerId="LiveId" clId="{8D2F41AC-23D9-4DAF-938C-610805449A32}" dt="2025-04-28T04:59:46.457" v="8618" actId="164"/>
          <ac:grpSpMkLst>
            <pc:docMk/>
            <pc:sldMk cId="520824744" sldId="723"/>
            <ac:grpSpMk id="26" creationId="{DD047591-E0FF-09D8-A162-FD1DB3920E97}"/>
          </ac:grpSpMkLst>
        </pc:grpChg>
        <pc:grpChg chg="add mod">
          <ac:chgData name="Hasan Jamal" userId="6724a5da2ffd1b8f" providerId="LiveId" clId="{8D2F41AC-23D9-4DAF-938C-610805449A32}" dt="2025-04-28T04:59:46.457" v="8618" actId="164"/>
          <ac:grpSpMkLst>
            <pc:docMk/>
            <pc:sldMk cId="520824744" sldId="723"/>
            <ac:grpSpMk id="29" creationId="{FC060BB0-ACA6-A845-674E-71F75471D29E}"/>
          </ac:grpSpMkLst>
        </pc:grpChg>
        <pc:grpChg chg="mod">
          <ac:chgData name="Hasan Jamal" userId="6724a5da2ffd1b8f" providerId="LiveId" clId="{8D2F41AC-23D9-4DAF-938C-610805449A32}" dt="2025-04-28T04:59:46.457" v="8618" actId="164"/>
          <ac:grpSpMkLst>
            <pc:docMk/>
            <pc:sldMk cId="520824744" sldId="723"/>
            <ac:grpSpMk id="36" creationId="{DA4013D6-1F1B-5EFA-232B-93F367055427}"/>
          </ac:grpSpMkLst>
        </pc:grpChg>
        <pc:grpChg chg="mod">
          <ac:chgData name="Hasan Jamal" userId="6724a5da2ffd1b8f" providerId="LiveId" clId="{8D2F41AC-23D9-4DAF-938C-610805449A32}" dt="2025-04-28T04:44:05.441" v="8491" actId="1036"/>
          <ac:grpSpMkLst>
            <pc:docMk/>
            <pc:sldMk cId="520824744" sldId="723"/>
            <ac:grpSpMk id="39" creationId="{A135C364-11F3-954F-D2BB-6D811BFB924C}"/>
          </ac:grpSpMkLst>
        </pc:grpChg>
        <pc:grpChg chg="add mod">
          <ac:chgData name="Hasan Jamal" userId="6724a5da2ffd1b8f" providerId="LiveId" clId="{8D2F41AC-23D9-4DAF-938C-610805449A32}" dt="2025-04-28T04:44:05.441" v="8491" actId="1036"/>
          <ac:grpSpMkLst>
            <pc:docMk/>
            <pc:sldMk cId="520824744" sldId="723"/>
            <ac:grpSpMk id="42" creationId="{297F0883-2CF4-C2AB-3F68-7A14334D7BB2}"/>
          </ac:grpSpMkLst>
        </pc:grpChg>
        <pc:grpChg chg="add mod">
          <ac:chgData name="Hasan Jamal" userId="6724a5da2ffd1b8f" providerId="LiveId" clId="{8D2F41AC-23D9-4DAF-938C-610805449A32}" dt="2025-04-28T04:59:46.457" v="8618" actId="164"/>
          <ac:grpSpMkLst>
            <pc:docMk/>
            <pc:sldMk cId="520824744" sldId="723"/>
            <ac:grpSpMk id="45" creationId="{0661EE46-75D2-B7BE-0C12-8EA94EB67656}"/>
          </ac:grpSpMkLst>
        </pc:grpChg>
        <pc:grpChg chg="add mod">
          <ac:chgData name="Hasan Jamal" userId="6724a5da2ffd1b8f" providerId="LiveId" clId="{8D2F41AC-23D9-4DAF-938C-610805449A32}" dt="2025-04-28T04:44:05.441" v="8491" actId="1036"/>
          <ac:grpSpMkLst>
            <pc:docMk/>
            <pc:sldMk cId="520824744" sldId="723"/>
            <ac:grpSpMk id="48" creationId="{15DFD33B-3C66-4ECA-B1BB-1116A34F7AE3}"/>
          </ac:grpSpMkLst>
        </pc:grpChg>
        <pc:grpChg chg="mod">
          <ac:chgData name="Hasan Jamal" userId="6724a5da2ffd1b8f" providerId="LiveId" clId="{8D2F41AC-23D9-4DAF-938C-610805449A32}" dt="2025-04-28T04:44:05.441" v="8491" actId="1036"/>
          <ac:grpSpMkLst>
            <pc:docMk/>
            <pc:sldMk cId="520824744" sldId="723"/>
            <ac:grpSpMk id="51" creationId="{5FF0B254-F0E0-2F56-70E9-D519824B4223}"/>
          </ac:grpSpMkLst>
        </pc:grpChg>
        <pc:grpChg chg="add mod">
          <ac:chgData name="Hasan Jamal" userId="6724a5da2ffd1b8f" providerId="LiveId" clId="{8D2F41AC-23D9-4DAF-938C-610805449A32}" dt="2025-04-28T04:59:46.457" v="8618" actId="164"/>
          <ac:grpSpMkLst>
            <pc:docMk/>
            <pc:sldMk cId="520824744" sldId="723"/>
            <ac:grpSpMk id="54" creationId="{124AB7E4-5EDF-3E8E-291C-CACA082B1BF0}"/>
          </ac:grpSpMkLst>
        </pc:grpChg>
        <pc:grpChg chg="mod">
          <ac:chgData name="Hasan Jamal" userId="6724a5da2ffd1b8f" providerId="LiveId" clId="{8D2F41AC-23D9-4DAF-938C-610805449A32}" dt="2025-04-28T04:59:46.457" v="8618" actId="164"/>
          <ac:grpSpMkLst>
            <pc:docMk/>
            <pc:sldMk cId="520824744" sldId="723"/>
            <ac:grpSpMk id="57" creationId="{E1F75DDC-02BE-1671-D683-B6FB888B3A49}"/>
          </ac:grpSpMkLst>
        </pc:grpChg>
        <pc:grpChg chg="mod">
          <ac:chgData name="Hasan Jamal" userId="6724a5da2ffd1b8f" providerId="LiveId" clId="{8D2F41AC-23D9-4DAF-938C-610805449A32}" dt="2025-04-28T04:59:46.457" v="8618" actId="164"/>
          <ac:grpSpMkLst>
            <pc:docMk/>
            <pc:sldMk cId="520824744" sldId="723"/>
            <ac:grpSpMk id="23578" creationId="{2CFE3908-5F93-6551-29A6-D3A0F73CBBA4}"/>
          </ac:grpSpMkLst>
        </pc:grpChg>
        <pc:grpChg chg="mod">
          <ac:chgData name="Hasan Jamal" userId="6724a5da2ffd1b8f" providerId="LiveId" clId="{8D2F41AC-23D9-4DAF-938C-610805449A32}" dt="2025-04-28T04:54:59.546" v="8597" actId="1035"/>
          <ac:grpSpMkLst>
            <pc:docMk/>
            <pc:sldMk cId="520824744" sldId="723"/>
            <ac:grpSpMk id="23581" creationId="{1D1C7BCD-D209-9318-689C-1AE6817C0D12}"/>
          </ac:grpSpMkLst>
        </pc:grpChg>
        <pc:grpChg chg="mod">
          <ac:chgData name="Hasan Jamal" userId="6724a5da2ffd1b8f" providerId="LiveId" clId="{8D2F41AC-23D9-4DAF-938C-610805449A32}" dt="2025-04-28T04:54:59.546" v="8597" actId="1035"/>
          <ac:grpSpMkLst>
            <pc:docMk/>
            <pc:sldMk cId="520824744" sldId="723"/>
            <ac:grpSpMk id="23584" creationId="{7EA7689F-165E-E0F2-DDDF-C08BFE146865}"/>
          </ac:grpSpMkLst>
        </pc:grpChg>
        <pc:grpChg chg="mod">
          <ac:chgData name="Hasan Jamal" userId="6724a5da2ffd1b8f" providerId="LiveId" clId="{8D2F41AC-23D9-4DAF-938C-610805449A32}" dt="2025-04-28T04:59:46.457" v="8618" actId="164"/>
          <ac:grpSpMkLst>
            <pc:docMk/>
            <pc:sldMk cId="520824744" sldId="723"/>
            <ac:grpSpMk id="23587" creationId="{7BAC72C7-04A5-82F0-0F38-138CC24BFA01}"/>
          </ac:grpSpMkLst>
        </pc:grpChg>
        <pc:grpChg chg="mod">
          <ac:chgData name="Hasan Jamal" userId="6724a5da2ffd1b8f" providerId="LiveId" clId="{8D2F41AC-23D9-4DAF-938C-610805449A32}" dt="2025-04-28T04:54:59.546" v="8597" actId="1035"/>
          <ac:grpSpMkLst>
            <pc:docMk/>
            <pc:sldMk cId="520824744" sldId="723"/>
            <ac:grpSpMk id="23590" creationId="{91ED42F0-A35D-AF05-0C10-863F0DDD6013}"/>
          </ac:grpSpMkLst>
        </pc:grpChg>
        <pc:grpChg chg="mod">
          <ac:chgData name="Hasan Jamal" userId="6724a5da2ffd1b8f" providerId="LiveId" clId="{8D2F41AC-23D9-4DAF-938C-610805449A32}" dt="2025-04-28T04:59:46.457" v="8618" actId="164"/>
          <ac:grpSpMkLst>
            <pc:docMk/>
            <pc:sldMk cId="520824744" sldId="723"/>
            <ac:grpSpMk id="23593" creationId="{00CA74DB-484A-AF1E-C96E-7F18D3BA2F0F}"/>
          </ac:grpSpMkLst>
        </pc:grpChg>
        <pc:grpChg chg="mod">
          <ac:chgData name="Hasan Jamal" userId="6724a5da2ffd1b8f" providerId="LiveId" clId="{8D2F41AC-23D9-4DAF-938C-610805449A32}" dt="2025-04-28T04:54:59.546" v="8597" actId="1035"/>
          <ac:grpSpMkLst>
            <pc:docMk/>
            <pc:sldMk cId="520824744" sldId="723"/>
            <ac:grpSpMk id="23596" creationId="{F165429F-3BF0-EC70-36D1-D315588109F7}"/>
          </ac:grpSpMkLst>
        </pc:grpChg>
        <pc:graphicFrameChg chg="add mod">
          <ac:chgData name="Hasan Jamal" userId="6724a5da2ffd1b8f" providerId="LiveId" clId="{8D2F41AC-23D9-4DAF-938C-610805449A32}" dt="2025-05-05T04:41:23.851" v="9046" actId="1036"/>
          <ac:graphicFrameMkLst>
            <pc:docMk/>
            <pc:sldMk cId="520824744" sldId="723"/>
            <ac:graphicFrameMk id="15" creationId="{1B11473A-D6C7-B78D-FFE6-44470FF3373F}"/>
          </ac:graphicFrameMkLst>
        </pc:graphicFrameChg>
        <pc:graphicFrameChg chg="mod">
          <ac:chgData name="Hasan Jamal" userId="6724a5da2ffd1b8f" providerId="LiveId" clId="{8D2F41AC-23D9-4DAF-938C-610805449A32}" dt="2025-05-05T04:41:23.851" v="9046" actId="1036"/>
          <ac:graphicFrameMkLst>
            <pc:docMk/>
            <pc:sldMk cId="520824744" sldId="723"/>
            <ac:graphicFrameMk id="35" creationId="{7E831316-20DB-0F5E-78B5-822EDF6567B0}"/>
          </ac:graphicFrameMkLst>
        </pc:graphicFrameChg>
        <pc:graphicFrameChg chg="mod">
          <ac:chgData name="Hasan Jamal" userId="6724a5da2ffd1b8f" providerId="LiveId" clId="{8D2F41AC-23D9-4DAF-938C-610805449A32}" dt="2025-05-05T04:41:23.851" v="9046" actId="1036"/>
          <ac:graphicFrameMkLst>
            <pc:docMk/>
            <pc:sldMk cId="520824744" sldId="723"/>
            <ac:graphicFrameMk id="23552" creationId="{AE779BBC-B5AE-673B-E747-297D1A52F9A7}"/>
          </ac:graphicFrameMkLst>
        </pc:graphicFrameChg>
        <pc:graphicFrameChg chg="mod">
          <ac:chgData name="Hasan Jamal" userId="6724a5da2ffd1b8f" providerId="LiveId" clId="{8D2F41AC-23D9-4DAF-938C-610805449A32}" dt="2025-05-05T04:41:23.851" v="9046" actId="1036"/>
          <ac:graphicFrameMkLst>
            <pc:docMk/>
            <pc:sldMk cId="520824744" sldId="723"/>
            <ac:graphicFrameMk id="23553" creationId="{9AD67D4F-CA08-4959-9B97-999D3ED9127A}"/>
          </ac:graphicFrameMkLst>
        </pc:graphicFrameChg>
        <pc:graphicFrameChg chg="mod">
          <ac:chgData name="Hasan Jamal" userId="6724a5da2ffd1b8f" providerId="LiveId" clId="{8D2F41AC-23D9-4DAF-938C-610805449A32}" dt="2025-05-05T04:41:23.851" v="9046" actId="1036"/>
          <ac:graphicFrameMkLst>
            <pc:docMk/>
            <pc:sldMk cId="520824744" sldId="723"/>
            <ac:graphicFrameMk id="23559" creationId="{CD69C159-25DA-9DF2-E757-066B5676267C}"/>
          </ac:graphicFrameMkLst>
        </pc:graphicFrameChg>
        <pc:graphicFrameChg chg="add mod">
          <ac:chgData name="Hasan Jamal" userId="6724a5da2ffd1b8f" providerId="LiveId" clId="{8D2F41AC-23D9-4DAF-938C-610805449A32}" dt="2025-05-05T04:41:23.851" v="9046" actId="1036"/>
          <ac:graphicFrameMkLst>
            <pc:docMk/>
            <pc:sldMk cId="520824744" sldId="723"/>
            <ac:graphicFrameMk id="23563" creationId="{6F284B97-23EC-BA91-F85E-8163C784FB09}"/>
          </ac:graphicFrameMkLst>
        </pc:graphicFrameChg>
        <pc:graphicFrameChg chg="add mod">
          <ac:chgData name="Hasan Jamal" userId="6724a5da2ffd1b8f" providerId="LiveId" clId="{8D2F41AC-23D9-4DAF-938C-610805449A32}" dt="2025-05-05T04:41:23.851" v="9046" actId="1036"/>
          <ac:graphicFrameMkLst>
            <pc:docMk/>
            <pc:sldMk cId="520824744" sldId="723"/>
            <ac:graphicFrameMk id="23564" creationId="{44F2E032-5908-C79C-23FF-48046250F55B}"/>
          </ac:graphicFrameMkLst>
        </pc:graphicFrameChg>
        <pc:graphicFrameChg chg="add mod">
          <ac:chgData name="Hasan Jamal" userId="6724a5da2ffd1b8f" providerId="LiveId" clId="{8D2F41AC-23D9-4DAF-938C-610805449A32}" dt="2025-05-05T04:41:23.851" v="9046" actId="1036"/>
          <ac:graphicFrameMkLst>
            <pc:docMk/>
            <pc:sldMk cId="520824744" sldId="723"/>
            <ac:graphicFrameMk id="23565" creationId="{AFD4ED29-5D52-21B3-D1CC-D7545E34798A}"/>
          </ac:graphicFrameMkLst>
        </pc:graphicFrameChg>
        <pc:graphicFrameChg chg="add mod">
          <ac:chgData name="Hasan Jamal" userId="6724a5da2ffd1b8f" providerId="LiveId" clId="{8D2F41AC-23D9-4DAF-938C-610805449A32}" dt="2025-05-05T04:41:23.851" v="9046" actId="1036"/>
          <ac:graphicFrameMkLst>
            <pc:docMk/>
            <pc:sldMk cId="520824744" sldId="723"/>
            <ac:graphicFrameMk id="23566" creationId="{AB38EB35-97D9-545C-C4A7-7AD02184F962}"/>
          </ac:graphicFrameMkLst>
        </pc:graphicFrameChg>
        <pc:graphicFrameChg chg="add mod">
          <ac:chgData name="Hasan Jamal" userId="6724a5da2ffd1b8f" providerId="LiveId" clId="{8D2F41AC-23D9-4DAF-938C-610805449A32}" dt="2025-05-05T04:41:23.851" v="9046" actId="1036"/>
          <ac:graphicFrameMkLst>
            <pc:docMk/>
            <pc:sldMk cId="520824744" sldId="723"/>
            <ac:graphicFrameMk id="23568" creationId="{5314D01A-5E80-4DC9-2329-9E48E4121528}"/>
          </ac:graphicFrameMkLst>
        </pc:graphicFrameChg>
        <pc:picChg chg="add mod">
          <ac:chgData name="Hasan Jamal" userId="6724a5da2ffd1b8f" providerId="LiveId" clId="{8D2F41AC-23D9-4DAF-938C-610805449A32}" dt="2025-04-28T05:02:14.134" v="8635" actId="1076"/>
          <ac:picMkLst>
            <pc:docMk/>
            <pc:sldMk cId="520824744" sldId="723"/>
            <ac:picMk id="14" creationId="{83D80044-2228-1F81-D11E-90DA2AC8019B}"/>
          </ac:picMkLst>
        </pc:picChg>
        <pc:picChg chg="add mod">
          <ac:chgData name="Hasan Jamal" userId="6724a5da2ffd1b8f" providerId="LiveId" clId="{8D2F41AC-23D9-4DAF-938C-610805449A32}" dt="2025-05-05T04:40:39.455" v="8993" actId="1037"/>
          <ac:picMkLst>
            <pc:docMk/>
            <pc:sldMk cId="520824744" sldId="723"/>
            <ac:picMk id="6148" creationId="{FC60993F-F957-075D-DC8E-7416C734005E}"/>
          </ac:picMkLst>
        </pc:picChg>
        <pc:picChg chg="add del mod">
          <ac:chgData name="Hasan Jamal" userId="6724a5da2ffd1b8f" providerId="LiveId" clId="{8D2F41AC-23D9-4DAF-938C-610805449A32}" dt="2025-05-05T04:39:46.270" v="8924" actId="478"/>
          <ac:picMkLst>
            <pc:docMk/>
            <pc:sldMk cId="520824744" sldId="723"/>
            <ac:picMk id="23556" creationId="{539CB027-F8A8-586B-9487-1DD21C46C40B}"/>
          </ac:picMkLst>
        </pc:picChg>
        <pc:cxnChg chg="add mod">
          <ac:chgData name="Hasan Jamal" userId="6724a5da2ffd1b8f" providerId="LiveId" clId="{8D2F41AC-23D9-4DAF-938C-610805449A32}" dt="2025-05-05T03:58:12.349" v="8908" actId="1035"/>
          <ac:cxnSpMkLst>
            <pc:docMk/>
            <pc:sldMk cId="520824744" sldId="723"/>
            <ac:cxnSpMk id="13" creationId="{58C11B1D-79BC-A6EA-46C5-54224D4E7D28}"/>
          </ac:cxnSpMkLst>
        </pc:cxnChg>
        <pc:cxnChg chg="add mod">
          <ac:chgData name="Hasan Jamal" userId="6724a5da2ffd1b8f" providerId="LiveId" clId="{8D2F41AC-23D9-4DAF-938C-610805449A32}" dt="2025-05-05T03:58:12.349" v="8908" actId="1035"/>
          <ac:cxnSpMkLst>
            <pc:docMk/>
            <pc:sldMk cId="520824744" sldId="723"/>
            <ac:cxnSpMk id="16" creationId="{AB85DCDE-19D3-C131-F5AF-864DE36FB3E8}"/>
          </ac:cxnSpMkLst>
        </pc:cxnChg>
        <pc:cxnChg chg="add mod">
          <ac:chgData name="Hasan Jamal" userId="6724a5da2ffd1b8f" providerId="LiveId" clId="{8D2F41AC-23D9-4DAF-938C-610805449A32}" dt="2025-04-28T04:42:49.068" v="8472" actId="14100"/>
          <ac:cxnSpMkLst>
            <pc:docMk/>
            <pc:sldMk cId="520824744" sldId="723"/>
            <ac:cxnSpMk id="24" creationId="{3756C3AC-3303-A758-D1B5-2476B8E83C81}"/>
          </ac:cxnSpMkLst>
        </pc:cxnChg>
        <pc:cxnChg chg="add mod">
          <ac:chgData name="Hasan Jamal" userId="6724a5da2ffd1b8f" providerId="LiveId" clId="{8D2F41AC-23D9-4DAF-938C-610805449A32}" dt="2025-04-28T04:43:32.471" v="8481" actId="1037"/>
          <ac:cxnSpMkLst>
            <pc:docMk/>
            <pc:sldMk cId="520824744" sldId="723"/>
            <ac:cxnSpMk id="25" creationId="{A727D5B5-1DA5-3345-27FE-6D49ABDE8BBA}"/>
          </ac:cxnSpMkLst>
        </pc:cxnChg>
        <pc:cxnChg chg="add mod">
          <ac:chgData name="Hasan Jamal" userId="6724a5da2ffd1b8f" providerId="LiveId" clId="{8D2F41AC-23D9-4DAF-938C-610805449A32}" dt="2025-04-28T04:43:21.345" v="8479" actId="14100"/>
          <ac:cxnSpMkLst>
            <pc:docMk/>
            <pc:sldMk cId="520824744" sldId="723"/>
            <ac:cxnSpMk id="32" creationId="{6786321B-2992-56FE-1297-159D60C59357}"/>
          </ac:cxnSpMkLst>
        </pc:cxnChg>
        <pc:cxnChg chg="add mod">
          <ac:chgData name="Hasan Jamal" userId="6724a5da2ffd1b8f" providerId="LiveId" clId="{8D2F41AC-23D9-4DAF-938C-610805449A32}" dt="2025-04-28T04:43:09.287" v="8476" actId="14100"/>
          <ac:cxnSpMkLst>
            <pc:docMk/>
            <pc:sldMk cId="520824744" sldId="723"/>
            <ac:cxnSpMk id="33" creationId="{6E69AEF3-1C42-D36E-1092-A64718EC2084}"/>
          </ac:cxnSpMkLst>
        </pc:cxnChg>
        <pc:cxnChg chg="add mod">
          <ac:chgData name="Hasan Jamal" userId="6724a5da2ffd1b8f" providerId="LiveId" clId="{8D2F41AC-23D9-4DAF-938C-610805449A32}" dt="2025-04-28T04:46:33.556" v="8513" actId="1037"/>
          <ac:cxnSpMkLst>
            <pc:docMk/>
            <pc:sldMk cId="520824744" sldId="723"/>
            <ac:cxnSpMk id="23560" creationId="{FBEEC448-A6B1-7729-3A8C-7CDA81180387}"/>
          </ac:cxnSpMkLst>
        </pc:cxnChg>
        <pc:cxnChg chg="add mod">
          <ac:chgData name="Hasan Jamal" userId="6724a5da2ffd1b8f" providerId="LiveId" clId="{8D2F41AC-23D9-4DAF-938C-610805449A32}" dt="2025-04-28T04:46:55.553" v="8516" actId="1036"/>
          <ac:cxnSpMkLst>
            <pc:docMk/>
            <pc:sldMk cId="520824744" sldId="723"/>
            <ac:cxnSpMk id="23561" creationId="{D231391F-B70B-039D-0EED-3284DC8EC815}"/>
          </ac:cxnSpMkLst>
        </pc:cxnChg>
        <pc:cxnChg chg="add mod">
          <ac:chgData name="Hasan Jamal" userId="6724a5da2ffd1b8f" providerId="LiveId" clId="{8D2F41AC-23D9-4DAF-938C-610805449A32}" dt="2025-04-28T04:47:17.747" v="8518" actId="1076"/>
          <ac:cxnSpMkLst>
            <pc:docMk/>
            <pc:sldMk cId="520824744" sldId="723"/>
            <ac:cxnSpMk id="23572" creationId="{D25C5735-4E2D-01F7-FD6D-4130B5FC80EC}"/>
          </ac:cxnSpMkLst>
        </pc:cxnChg>
        <pc:cxnChg chg="add mod">
          <ac:chgData name="Hasan Jamal" userId="6724a5da2ffd1b8f" providerId="LiveId" clId="{8D2F41AC-23D9-4DAF-938C-610805449A32}" dt="2025-04-28T04:47:17.747" v="8518" actId="1076"/>
          <ac:cxnSpMkLst>
            <pc:docMk/>
            <pc:sldMk cId="520824744" sldId="723"/>
            <ac:cxnSpMk id="23573" creationId="{7DFFDF38-76D7-BAFE-7C91-98D8E8D083D2}"/>
          </ac:cxnSpMkLst>
        </pc:cxnChg>
        <pc:cxnChg chg="add mod">
          <ac:chgData name="Hasan Jamal" userId="6724a5da2ffd1b8f" providerId="LiveId" clId="{8D2F41AC-23D9-4DAF-938C-610805449A32}" dt="2025-04-28T04:47:40.230" v="8520" actId="1076"/>
          <ac:cxnSpMkLst>
            <pc:docMk/>
            <pc:sldMk cId="520824744" sldId="723"/>
            <ac:cxnSpMk id="23574" creationId="{2373F979-329B-DE75-5B2E-B9C9B2932BAD}"/>
          </ac:cxnSpMkLst>
        </pc:cxnChg>
        <pc:cxnChg chg="add mod">
          <ac:chgData name="Hasan Jamal" userId="6724a5da2ffd1b8f" providerId="LiveId" clId="{8D2F41AC-23D9-4DAF-938C-610805449A32}" dt="2025-04-28T04:47:40.230" v="8520" actId="1076"/>
          <ac:cxnSpMkLst>
            <pc:docMk/>
            <pc:sldMk cId="520824744" sldId="723"/>
            <ac:cxnSpMk id="23575" creationId="{6DE84A1C-E253-C082-5915-CC6FDC4CFE46}"/>
          </ac:cxnSpMkLst>
        </pc:cxnChg>
        <pc:cxnChg chg="add mod">
          <ac:chgData name="Hasan Jamal" userId="6724a5da2ffd1b8f" providerId="LiveId" clId="{8D2F41AC-23D9-4DAF-938C-610805449A32}" dt="2025-04-28T04:47:40.230" v="8520" actId="1076"/>
          <ac:cxnSpMkLst>
            <pc:docMk/>
            <pc:sldMk cId="520824744" sldId="723"/>
            <ac:cxnSpMk id="23576" creationId="{F918A35D-3A74-7804-F6C8-84EB5F846691}"/>
          </ac:cxnSpMkLst>
        </pc:cxnChg>
        <pc:cxnChg chg="add mod">
          <ac:chgData name="Hasan Jamal" userId="6724a5da2ffd1b8f" providerId="LiveId" clId="{8D2F41AC-23D9-4DAF-938C-610805449A32}" dt="2025-04-28T04:47:40.230" v="8520" actId="1076"/>
          <ac:cxnSpMkLst>
            <pc:docMk/>
            <pc:sldMk cId="520824744" sldId="723"/>
            <ac:cxnSpMk id="23577" creationId="{714BC87C-9F6B-37F3-54FF-01B1CFEF0C9E}"/>
          </ac:cxnSpMkLst>
        </pc:cxnChg>
        <pc:cxnChg chg="add mod">
          <ac:chgData name="Hasan Jamal" userId="6724a5da2ffd1b8f" providerId="LiveId" clId="{8D2F41AC-23D9-4DAF-938C-610805449A32}" dt="2025-04-28T04:54:59.546" v="8597" actId="1035"/>
          <ac:cxnSpMkLst>
            <pc:docMk/>
            <pc:sldMk cId="520824744" sldId="723"/>
            <ac:cxnSpMk id="23601" creationId="{1FA8B005-D3DF-53F4-8F49-9AC81E9CC047}"/>
          </ac:cxnSpMkLst>
        </pc:cxnChg>
        <pc:cxnChg chg="add mod">
          <ac:chgData name="Hasan Jamal" userId="6724a5da2ffd1b8f" providerId="LiveId" clId="{8D2F41AC-23D9-4DAF-938C-610805449A32}" dt="2025-04-28T04:54:59.546" v="8597" actId="1035"/>
          <ac:cxnSpMkLst>
            <pc:docMk/>
            <pc:sldMk cId="520824744" sldId="723"/>
            <ac:cxnSpMk id="23602" creationId="{23FD1FE4-6615-55E8-AE0D-372F8B8D28C7}"/>
          </ac:cxnSpMkLst>
        </pc:cxnChg>
        <pc:cxnChg chg="add mod">
          <ac:chgData name="Hasan Jamal" userId="6724a5da2ffd1b8f" providerId="LiveId" clId="{8D2F41AC-23D9-4DAF-938C-610805449A32}" dt="2025-04-28T04:52:37.938" v="8571" actId="1036"/>
          <ac:cxnSpMkLst>
            <pc:docMk/>
            <pc:sldMk cId="520824744" sldId="723"/>
            <ac:cxnSpMk id="23603" creationId="{E7B0671E-0893-889B-0138-332136BF502F}"/>
          </ac:cxnSpMkLst>
        </pc:cxnChg>
        <pc:cxnChg chg="add mod">
          <ac:chgData name="Hasan Jamal" userId="6724a5da2ffd1b8f" providerId="LiveId" clId="{8D2F41AC-23D9-4DAF-938C-610805449A32}" dt="2025-04-28T04:52:37.938" v="8571" actId="1036"/>
          <ac:cxnSpMkLst>
            <pc:docMk/>
            <pc:sldMk cId="520824744" sldId="723"/>
            <ac:cxnSpMk id="23604" creationId="{2D2B4130-8ABB-3954-C10E-EE7B376B89BF}"/>
          </ac:cxnSpMkLst>
        </pc:cxnChg>
        <pc:cxnChg chg="add mod">
          <ac:chgData name="Hasan Jamal" userId="6724a5da2ffd1b8f" providerId="LiveId" clId="{8D2F41AC-23D9-4DAF-938C-610805449A32}" dt="2025-04-28T04:52:37.938" v="8571" actId="1036"/>
          <ac:cxnSpMkLst>
            <pc:docMk/>
            <pc:sldMk cId="520824744" sldId="723"/>
            <ac:cxnSpMk id="23605" creationId="{B2CE12CD-3F39-D298-66B0-D04F5D0D6479}"/>
          </ac:cxnSpMkLst>
        </pc:cxnChg>
        <pc:cxnChg chg="add mod">
          <ac:chgData name="Hasan Jamal" userId="6724a5da2ffd1b8f" providerId="LiveId" clId="{8D2F41AC-23D9-4DAF-938C-610805449A32}" dt="2025-04-28T04:54:59.546" v="8597" actId="1035"/>
          <ac:cxnSpMkLst>
            <pc:docMk/>
            <pc:sldMk cId="520824744" sldId="723"/>
            <ac:cxnSpMk id="23606" creationId="{1E028B5A-77B4-9B80-AD83-4E444CBCA3A8}"/>
          </ac:cxnSpMkLst>
        </pc:cxnChg>
        <pc:cxnChg chg="add mod">
          <ac:chgData name="Hasan Jamal" userId="6724a5da2ffd1b8f" providerId="LiveId" clId="{8D2F41AC-23D9-4DAF-938C-610805449A32}" dt="2025-04-28T04:53:23.550" v="8575" actId="1076"/>
          <ac:cxnSpMkLst>
            <pc:docMk/>
            <pc:sldMk cId="520824744" sldId="723"/>
            <ac:cxnSpMk id="23607" creationId="{ABFA474A-C646-4F72-8FD2-489CC1BAA5C7}"/>
          </ac:cxnSpMkLst>
        </pc:cxnChg>
        <pc:cxnChg chg="add mod">
          <ac:chgData name="Hasan Jamal" userId="6724a5da2ffd1b8f" providerId="LiveId" clId="{8D2F41AC-23D9-4DAF-938C-610805449A32}" dt="2025-04-28T04:54:50.380" v="8596" actId="1035"/>
          <ac:cxnSpMkLst>
            <pc:docMk/>
            <pc:sldMk cId="520824744" sldId="723"/>
            <ac:cxnSpMk id="23608" creationId="{BF4C94CA-6247-778D-2F12-AA804A9D547A}"/>
          </ac:cxnSpMkLst>
        </pc:cxnChg>
        <pc:cxnChg chg="add mod">
          <ac:chgData name="Hasan Jamal" userId="6724a5da2ffd1b8f" providerId="LiveId" clId="{8D2F41AC-23D9-4DAF-938C-610805449A32}" dt="2025-04-28T04:53:23.550" v="8575" actId="1076"/>
          <ac:cxnSpMkLst>
            <pc:docMk/>
            <pc:sldMk cId="520824744" sldId="723"/>
            <ac:cxnSpMk id="23609" creationId="{CC6FB321-2DF3-FF3C-AAA4-D50A96B12EBD}"/>
          </ac:cxnSpMkLst>
        </pc:cxnChg>
        <pc:cxnChg chg="add mod">
          <ac:chgData name="Hasan Jamal" userId="6724a5da2ffd1b8f" providerId="LiveId" clId="{8D2F41AC-23D9-4DAF-938C-610805449A32}" dt="2025-04-28T04:54:50.380" v="8596" actId="1035"/>
          <ac:cxnSpMkLst>
            <pc:docMk/>
            <pc:sldMk cId="520824744" sldId="723"/>
            <ac:cxnSpMk id="23610" creationId="{0CEC68C2-4763-3878-D108-F92A65C44653}"/>
          </ac:cxnSpMkLst>
        </pc:cxnChg>
        <pc:cxnChg chg="add mod">
          <ac:chgData name="Hasan Jamal" userId="6724a5da2ffd1b8f" providerId="LiveId" clId="{8D2F41AC-23D9-4DAF-938C-610805449A32}" dt="2025-04-28T04:54:34.220" v="8595" actId="1035"/>
          <ac:cxnSpMkLst>
            <pc:docMk/>
            <pc:sldMk cId="520824744" sldId="723"/>
            <ac:cxnSpMk id="23611" creationId="{DF08131B-87DC-6258-B17C-9107F0342628}"/>
          </ac:cxnSpMkLst>
        </pc:cxnChg>
        <pc:cxnChg chg="add mod">
          <ac:chgData name="Hasan Jamal" userId="6724a5da2ffd1b8f" providerId="LiveId" clId="{8D2F41AC-23D9-4DAF-938C-610805449A32}" dt="2025-04-28T04:53:23.550" v="8575" actId="1076"/>
          <ac:cxnSpMkLst>
            <pc:docMk/>
            <pc:sldMk cId="520824744" sldId="723"/>
            <ac:cxnSpMk id="23612" creationId="{B1CBEA8A-9985-7D4F-5927-4E745B790165}"/>
          </ac:cxnSpMkLst>
        </pc:cxnChg>
        <pc:cxnChg chg="add mod">
          <ac:chgData name="Hasan Jamal" userId="6724a5da2ffd1b8f" providerId="LiveId" clId="{8D2F41AC-23D9-4DAF-938C-610805449A32}" dt="2025-04-28T04:54:19.342" v="8576" actId="1036"/>
          <ac:cxnSpMkLst>
            <pc:docMk/>
            <pc:sldMk cId="520824744" sldId="723"/>
            <ac:cxnSpMk id="23613" creationId="{88D163B1-3BFB-3FA4-89DC-B9CDDC16128A}"/>
          </ac:cxnSpMkLst>
        </pc:cxnChg>
        <pc:cxnChg chg="add mod">
          <ac:chgData name="Hasan Jamal" userId="6724a5da2ffd1b8f" providerId="LiveId" clId="{8D2F41AC-23D9-4DAF-938C-610805449A32}" dt="2025-04-28T04:53:23.550" v="8575" actId="1076"/>
          <ac:cxnSpMkLst>
            <pc:docMk/>
            <pc:sldMk cId="520824744" sldId="723"/>
            <ac:cxnSpMk id="23614" creationId="{28960A33-6126-F211-D864-A77088F341F8}"/>
          </ac:cxnSpMkLst>
        </pc:cxnChg>
      </pc:sldChg>
      <pc:sldChg chg="modSp add mod ord modAnim">
        <pc:chgData name="Hasan Jamal" userId="6724a5da2ffd1b8f" providerId="LiveId" clId="{8D2F41AC-23D9-4DAF-938C-610805449A32}" dt="2025-05-05T07:23:25.721" v="9515"/>
        <pc:sldMkLst>
          <pc:docMk/>
          <pc:sldMk cId="1775304116" sldId="724"/>
        </pc:sldMkLst>
        <pc:spChg chg="mod">
          <ac:chgData name="Hasan Jamal" userId="6724a5da2ffd1b8f" providerId="LiveId" clId="{8D2F41AC-23D9-4DAF-938C-610805449A32}" dt="2025-04-28T03:32:39.139" v="7622" actId="255"/>
          <ac:spMkLst>
            <pc:docMk/>
            <pc:sldMk cId="1775304116" sldId="724"/>
            <ac:spMk id="2" creationId="{C6497FE6-3FE0-F32D-3609-BBB1FDC04DB2}"/>
          </ac:spMkLst>
        </pc:spChg>
        <pc:spChg chg="mod">
          <ac:chgData name="Hasan Jamal" userId="6724a5da2ffd1b8f" providerId="LiveId" clId="{8D2F41AC-23D9-4DAF-938C-610805449A32}" dt="2025-04-28T03:32:24.498" v="7618" actId="1035"/>
          <ac:spMkLst>
            <pc:docMk/>
            <pc:sldMk cId="1775304116" sldId="724"/>
            <ac:spMk id="4" creationId="{0C43BBB9-FFA9-B4A1-1268-063ECF1E926F}"/>
          </ac:spMkLst>
        </pc:spChg>
        <pc:spChg chg="mod">
          <ac:chgData name="Hasan Jamal" userId="6724a5da2ffd1b8f" providerId="LiveId" clId="{8D2F41AC-23D9-4DAF-938C-610805449A32}" dt="2025-04-28T03:32:24.498" v="7618" actId="1035"/>
          <ac:spMkLst>
            <pc:docMk/>
            <pc:sldMk cId="1775304116" sldId="724"/>
            <ac:spMk id="5" creationId="{0344901F-DFE8-2021-188B-A90710662E58}"/>
          </ac:spMkLst>
        </pc:spChg>
        <pc:spChg chg="mod">
          <ac:chgData name="Hasan Jamal" userId="6724a5da2ffd1b8f" providerId="LiveId" clId="{8D2F41AC-23D9-4DAF-938C-610805449A32}" dt="2025-04-28T03:15:28.623" v="7317" actId="20577"/>
          <ac:spMkLst>
            <pc:docMk/>
            <pc:sldMk cId="1775304116" sldId="724"/>
            <ac:spMk id="3074" creationId="{55921BD6-C745-9438-8556-EB7A1CCAB7C3}"/>
          </ac:spMkLst>
        </pc:spChg>
      </pc:sldChg>
      <pc:sldChg chg="addSp delSp modSp add del mod delAnim modAnim">
        <pc:chgData name="Hasan Jamal" userId="6724a5da2ffd1b8f" providerId="LiveId" clId="{8D2F41AC-23D9-4DAF-938C-610805449A32}" dt="2025-04-28T04:03:27.199" v="7970" actId="47"/>
        <pc:sldMkLst>
          <pc:docMk/>
          <pc:sldMk cId="4233093308" sldId="725"/>
        </pc:sldMkLst>
      </pc:sldChg>
      <pc:sldChg chg="modSp add mod ord modAnim">
        <pc:chgData name="Hasan Jamal" userId="6724a5da2ffd1b8f" providerId="LiveId" clId="{8D2F41AC-23D9-4DAF-938C-610805449A32}" dt="2025-05-05T07:23:25.721" v="9515"/>
        <pc:sldMkLst>
          <pc:docMk/>
          <pc:sldMk cId="3428204133" sldId="726"/>
        </pc:sldMkLst>
        <pc:spChg chg="mod">
          <ac:chgData name="Hasan Jamal" userId="6724a5da2ffd1b8f" providerId="LiveId" clId="{8D2F41AC-23D9-4DAF-938C-610805449A32}" dt="2025-04-28T05:12:21.833" v="8663" actId="20577"/>
          <ac:spMkLst>
            <pc:docMk/>
            <pc:sldMk cId="3428204133" sldId="726"/>
            <ac:spMk id="2" creationId="{B0DF140D-8251-3CF1-5B68-608E3BA2EC36}"/>
          </ac:spMkLst>
        </pc:spChg>
        <pc:spChg chg="mod">
          <ac:chgData name="Hasan Jamal" userId="6724a5da2ffd1b8f" providerId="LiveId" clId="{8D2F41AC-23D9-4DAF-938C-610805449A32}" dt="2025-04-28T05:05:43.415" v="8661" actId="207"/>
          <ac:spMkLst>
            <pc:docMk/>
            <pc:sldMk cId="3428204133" sldId="726"/>
            <ac:spMk id="4" creationId="{9FB84C42-FB45-7A41-8C18-4195DF226302}"/>
          </ac:spMkLst>
        </pc:spChg>
        <pc:spChg chg="mod">
          <ac:chgData name="Hasan Jamal" userId="6724a5da2ffd1b8f" providerId="LiveId" clId="{8D2F41AC-23D9-4DAF-938C-610805449A32}" dt="2025-04-28T05:04:05.732" v="8648" actId="14100"/>
          <ac:spMkLst>
            <pc:docMk/>
            <pc:sldMk cId="3428204133" sldId="726"/>
            <ac:spMk id="5" creationId="{3D90F85C-E311-D7C5-2ABF-2A173DD2E06A}"/>
          </ac:spMkLst>
        </pc:spChg>
      </pc:sldChg>
      <pc:sldChg chg="modSp add del mod">
        <pc:chgData name="Hasan Jamal" userId="6724a5da2ffd1b8f" providerId="LiveId" clId="{8D2F41AC-23D9-4DAF-938C-610805449A32}" dt="2025-05-06T05:17:46.128" v="11814" actId="47"/>
        <pc:sldMkLst>
          <pc:docMk/>
          <pc:sldMk cId="726311769" sldId="727"/>
        </pc:sldMkLst>
      </pc:sldChg>
      <pc:sldChg chg="add del">
        <pc:chgData name="Hasan Jamal" userId="6724a5da2ffd1b8f" providerId="LiveId" clId="{8D2F41AC-23D9-4DAF-938C-610805449A32}" dt="2025-04-28T04:32:50.806" v="8284" actId="47"/>
        <pc:sldMkLst>
          <pc:docMk/>
          <pc:sldMk cId="1479086630" sldId="727"/>
        </pc:sldMkLst>
      </pc:sldChg>
      <pc:sldChg chg="modSp add modAnim">
        <pc:chgData name="Hasan Jamal" userId="6724a5da2ffd1b8f" providerId="LiveId" clId="{8D2F41AC-23D9-4DAF-938C-610805449A32}" dt="2025-05-04T06:35:17.448" v="8902"/>
        <pc:sldMkLst>
          <pc:docMk/>
          <pc:sldMk cId="4186074858" sldId="728"/>
        </pc:sldMkLst>
        <pc:spChg chg="mod">
          <ac:chgData name="Hasan Jamal" userId="6724a5da2ffd1b8f" providerId="LiveId" clId="{8D2F41AC-23D9-4DAF-938C-610805449A32}" dt="2025-05-04T06:35:08.187" v="8901" actId="20577"/>
          <ac:spMkLst>
            <pc:docMk/>
            <pc:sldMk cId="4186074858" sldId="728"/>
            <ac:spMk id="4" creationId="{F253CB92-8ECB-53F3-9BE2-5313E201B726}"/>
          </ac:spMkLst>
        </pc:spChg>
      </pc:sldChg>
      <pc:sldChg chg="modSp add mod">
        <pc:chgData name="Hasan Jamal" userId="6724a5da2ffd1b8f" providerId="LiveId" clId="{8D2F41AC-23D9-4DAF-938C-610805449A32}" dt="2025-05-05T04:48:54.552" v="9135" actId="20577"/>
        <pc:sldMkLst>
          <pc:docMk/>
          <pc:sldMk cId="1488852402" sldId="729"/>
        </pc:sldMkLst>
        <pc:spChg chg="mod">
          <ac:chgData name="Hasan Jamal" userId="6724a5da2ffd1b8f" providerId="LiveId" clId="{8D2F41AC-23D9-4DAF-938C-610805449A32}" dt="2025-05-05T04:48:54.552" v="9135" actId="20577"/>
          <ac:spMkLst>
            <pc:docMk/>
            <pc:sldMk cId="1488852402" sldId="729"/>
            <ac:spMk id="2" creationId="{A0E5999F-E7BA-C2F4-D53E-7CDCEBCB1427}"/>
          </ac:spMkLst>
        </pc:spChg>
        <pc:spChg chg="mod">
          <ac:chgData name="Hasan Jamal" userId="6724a5da2ffd1b8f" providerId="LiveId" clId="{8D2F41AC-23D9-4DAF-938C-610805449A32}" dt="2025-05-05T04:43:52.832" v="9072" actId="20577"/>
          <ac:spMkLst>
            <pc:docMk/>
            <pc:sldMk cId="1488852402" sldId="729"/>
            <ac:spMk id="3074" creationId="{C99238F6-E247-8D65-0702-9FB619579D4A}"/>
          </ac:spMkLst>
        </pc:spChg>
      </pc:sldChg>
      <pc:sldChg chg="addSp delSp modSp add mod modAnim">
        <pc:chgData name="Hasan Jamal" userId="6724a5da2ffd1b8f" providerId="LiveId" clId="{8D2F41AC-23D9-4DAF-938C-610805449A32}" dt="2025-05-05T07:12:29.594" v="9498" actId="255"/>
        <pc:sldMkLst>
          <pc:docMk/>
          <pc:sldMk cId="3759407889" sldId="730"/>
        </pc:sldMkLst>
        <pc:spChg chg="del">
          <ac:chgData name="Hasan Jamal" userId="6724a5da2ffd1b8f" providerId="LiveId" clId="{8D2F41AC-23D9-4DAF-938C-610805449A32}" dt="2025-05-05T04:49:56.384" v="9137" actId="478"/>
          <ac:spMkLst>
            <pc:docMk/>
            <pc:sldMk cId="3759407889" sldId="730"/>
            <ac:spMk id="2" creationId="{F15331AB-C3B3-4D5C-A8EF-AE3022F6C359}"/>
          </ac:spMkLst>
        </pc:spChg>
        <pc:spChg chg="add mod">
          <ac:chgData name="Hasan Jamal" userId="6724a5da2ffd1b8f" providerId="LiveId" clId="{8D2F41AC-23D9-4DAF-938C-610805449A32}" dt="2025-05-05T07:12:29.594" v="9498" actId="255"/>
          <ac:spMkLst>
            <pc:docMk/>
            <pc:sldMk cId="3759407889" sldId="730"/>
            <ac:spMk id="54" creationId="{A01FA491-33ED-08F6-768C-854322E644FF}"/>
          </ac:spMkLst>
        </pc:spChg>
        <pc:graphicFrameChg chg="add mod">
          <ac:chgData name="Hasan Jamal" userId="6724a5da2ffd1b8f" providerId="LiveId" clId="{8D2F41AC-23D9-4DAF-938C-610805449A32}" dt="2025-05-05T04:51:10.433" v="9152" actId="1038"/>
          <ac:graphicFrameMkLst>
            <pc:docMk/>
            <pc:sldMk cId="3759407889" sldId="730"/>
            <ac:graphicFrameMk id="5" creationId="{57AAD779-8471-0968-6B55-A8200F73437A}"/>
          </ac:graphicFrameMkLst>
        </pc:graphicFrameChg>
        <pc:graphicFrameChg chg="add mod">
          <ac:chgData name="Hasan Jamal" userId="6724a5da2ffd1b8f" providerId="LiveId" clId="{8D2F41AC-23D9-4DAF-938C-610805449A32}" dt="2025-05-05T04:51:10.433" v="9152" actId="1038"/>
          <ac:graphicFrameMkLst>
            <pc:docMk/>
            <pc:sldMk cId="3759407889" sldId="730"/>
            <ac:graphicFrameMk id="8" creationId="{8FBC191C-F16D-76FC-A642-701D0BF5B416}"/>
          </ac:graphicFrameMkLst>
        </pc:graphicFrameChg>
        <pc:graphicFrameChg chg="add mod">
          <ac:chgData name="Hasan Jamal" userId="6724a5da2ffd1b8f" providerId="LiveId" clId="{8D2F41AC-23D9-4DAF-938C-610805449A32}" dt="2025-05-05T04:51:10.433" v="9152" actId="1038"/>
          <ac:graphicFrameMkLst>
            <pc:docMk/>
            <pc:sldMk cId="3759407889" sldId="730"/>
            <ac:graphicFrameMk id="9" creationId="{F79D46CA-EC8C-AB62-D2B2-3546FB1A5BA5}"/>
          </ac:graphicFrameMkLst>
        </pc:graphicFrameChg>
        <pc:graphicFrameChg chg="del">
          <ac:chgData name="Hasan Jamal" userId="6724a5da2ffd1b8f" providerId="LiveId" clId="{8D2F41AC-23D9-4DAF-938C-610805449A32}" dt="2025-05-05T04:59:19.230" v="9252" actId="478"/>
          <ac:graphicFrameMkLst>
            <pc:docMk/>
            <pc:sldMk cId="3759407889" sldId="730"/>
            <ac:graphicFrameMk id="11" creationId="{2909F5FD-15EE-B130-0AE9-47363ED26769}"/>
          </ac:graphicFrameMkLst>
        </pc:graphicFrameChg>
        <pc:graphicFrameChg chg="add del mod">
          <ac:chgData name="Hasan Jamal" userId="6724a5da2ffd1b8f" providerId="LiveId" clId="{8D2F41AC-23D9-4DAF-938C-610805449A32}" dt="2025-05-05T04:59:19.230" v="9252" actId="478"/>
          <ac:graphicFrameMkLst>
            <pc:docMk/>
            <pc:sldMk cId="3759407889" sldId="730"/>
            <ac:graphicFrameMk id="12" creationId="{21505EC0-1ED7-2120-4B66-007FDD3DCDBC}"/>
          </ac:graphicFrameMkLst>
        </pc:graphicFrameChg>
        <pc:graphicFrameChg chg="del">
          <ac:chgData name="Hasan Jamal" userId="6724a5da2ffd1b8f" providerId="LiveId" clId="{8D2F41AC-23D9-4DAF-938C-610805449A32}" dt="2025-05-05T04:59:19.230" v="9252" actId="478"/>
          <ac:graphicFrameMkLst>
            <pc:docMk/>
            <pc:sldMk cId="3759407889" sldId="730"/>
            <ac:graphicFrameMk id="13" creationId="{F45C4C07-5FFF-1CB9-6585-DDB95BB3B9D1}"/>
          </ac:graphicFrameMkLst>
        </pc:graphicFrameChg>
        <pc:graphicFrameChg chg="del">
          <ac:chgData name="Hasan Jamal" userId="6724a5da2ffd1b8f" providerId="LiveId" clId="{8D2F41AC-23D9-4DAF-938C-610805449A32}" dt="2025-05-05T04:59:19.230" v="9252" actId="478"/>
          <ac:graphicFrameMkLst>
            <pc:docMk/>
            <pc:sldMk cId="3759407889" sldId="730"/>
            <ac:graphicFrameMk id="14" creationId="{0B151B6C-F13C-5C36-1ED7-39109BAB3FE1}"/>
          </ac:graphicFrameMkLst>
        </pc:graphicFrameChg>
        <pc:graphicFrameChg chg="add del mod">
          <ac:chgData name="Hasan Jamal" userId="6724a5da2ffd1b8f" providerId="LiveId" clId="{8D2F41AC-23D9-4DAF-938C-610805449A32}" dt="2025-05-05T04:59:19.230" v="9252" actId="478"/>
          <ac:graphicFrameMkLst>
            <pc:docMk/>
            <pc:sldMk cId="3759407889" sldId="730"/>
            <ac:graphicFrameMk id="15" creationId="{616BF146-8253-C037-23E1-906B302FC222}"/>
          </ac:graphicFrameMkLst>
        </pc:graphicFrameChg>
        <pc:graphicFrameChg chg="add del mod">
          <ac:chgData name="Hasan Jamal" userId="6724a5da2ffd1b8f" providerId="LiveId" clId="{8D2F41AC-23D9-4DAF-938C-610805449A32}" dt="2025-05-05T04:59:19.230" v="9252" actId="478"/>
          <ac:graphicFrameMkLst>
            <pc:docMk/>
            <pc:sldMk cId="3759407889" sldId="730"/>
            <ac:graphicFrameMk id="16" creationId="{6FA77CF6-E562-645D-C7AF-A00A8FA3D0E0}"/>
          </ac:graphicFrameMkLst>
        </pc:graphicFrameChg>
        <pc:graphicFrameChg chg="del">
          <ac:chgData name="Hasan Jamal" userId="6724a5da2ffd1b8f" providerId="LiveId" clId="{8D2F41AC-23D9-4DAF-938C-610805449A32}" dt="2025-05-05T04:59:19.230" v="9252" actId="478"/>
          <ac:graphicFrameMkLst>
            <pc:docMk/>
            <pc:sldMk cId="3759407889" sldId="730"/>
            <ac:graphicFrameMk id="17" creationId="{B7E314CC-8C64-526C-8DE5-B192F0D564EA}"/>
          </ac:graphicFrameMkLst>
        </pc:graphicFrameChg>
        <pc:graphicFrameChg chg="add del mod">
          <ac:chgData name="Hasan Jamal" userId="6724a5da2ffd1b8f" providerId="LiveId" clId="{8D2F41AC-23D9-4DAF-938C-610805449A32}" dt="2025-05-05T04:59:19.230" v="9252" actId="478"/>
          <ac:graphicFrameMkLst>
            <pc:docMk/>
            <pc:sldMk cId="3759407889" sldId="730"/>
            <ac:graphicFrameMk id="18" creationId="{DE40FAEF-B5E4-FA7F-5DB7-C6986C13EFF4}"/>
          </ac:graphicFrameMkLst>
        </pc:graphicFrameChg>
        <pc:graphicFrameChg chg="add del mod">
          <ac:chgData name="Hasan Jamal" userId="6724a5da2ffd1b8f" providerId="LiveId" clId="{8D2F41AC-23D9-4DAF-938C-610805449A32}" dt="2025-05-05T05:01:31.907" v="9255" actId="478"/>
          <ac:graphicFrameMkLst>
            <pc:docMk/>
            <pc:sldMk cId="3759407889" sldId="730"/>
            <ac:graphicFrameMk id="19" creationId="{85E74998-1EB2-95F1-BBB7-0387A8B4792E}"/>
          </ac:graphicFrameMkLst>
        </pc:graphicFrameChg>
        <pc:graphicFrameChg chg="del">
          <ac:chgData name="Hasan Jamal" userId="6724a5da2ffd1b8f" providerId="LiveId" clId="{8D2F41AC-23D9-4DAF-938C-610805449A32}" dt="2025-05-05T05:01:31.907" v="9255" actId="478"/>
          <ac:graphicFrameMkLst>
            <pc:docMk/>
            <pc:sldMk cId="3759407889" sldId="730"/>
            <ac:graphicFrameMk id="20" creationId="{FCBE4811-ED86-6510-437A-A272EF8C0263}"/>
          </ac:graphicFrameMkLst>
        </pc:graphicFrameChg>
        <pc:graphicFrameChg chg="add del mod">
          <ac:chgData name="Hasan Jamal" userId="6724a5da2ffd1b8f" providerId="LiveId" clId="{8D2F41AC-23D9-4DAF-938C-610805449A32}" dt="2025-05-05T05:01:31.907" v="9255" actId="478"/>
          <ac:graphicFrameMkLst>
            <pc:docMk/>
            <pc:sldMk cId="3759407889" sldId="730"/>
            <ac:graphicFrameMk id="21" creationId="{C1ABDF14-AD94-18AF-255F-4BF4214A795D}"/>
          </ac:graphicFrameMkLst>
        </pc:graphicFrameChg>
        <pc:graphicFrameChg chg="del">
          <ac:chgData name="Hasan Jamal" userId="6724a5da2ffd1b8f" providerId="LiveId" clId="{8D2F41AC-23D9-4DAF-938C-610805449A32}" dt="2025-05-05T05:01:31.907" v="9255" actId="478"/>
          <ac:graphicFrameMkLst>
            <pc:docMk/>
            <pc:sldMk cId="3759407889" sldId="730"/>
            <ac:graphicFrameMk id="22" creationId="{22253BFD-6984-74DC-3461-E333CAB3BE51}"/>
          </ac:graphicFrameMkLst>
        </pc:graphicFrameChg>
        <pc:graphicFrameChg chg="add del mod">
          <ac:chgData name="Hasan Jamal" userId="6724a5da2ffd1b8f" providerId="LiveId" clId="{8D2F41AC-23D9-4DAF-938C-610805449A32}" dt="2025-05-05T05:01:31.907" v="9255" actId="478"/>
          <ac:graphicFrameMkLst>
            <pc:docMk/>
            <pc:sldMk cId="3759407889" sldId="730"/>
            <ac:graphicFrameMk id="23" creationId="{9E4F142E-2124-D60C-85BB-7BC1A8980723}"/>
          </ac:graphicFrameMkLst>
        </pc:graphicFrameChg>
        <pc:graphicFrameChg chg="del">
          <ac:chgData name="Hasan Jamal" userId="6724a5da2ffd1b8f" providerId="LiveId" clId="{8D2F41AC-23D9-4DAF-938C-610805449A32}" dt="2025-05-05T05:01:31.907" v="9255" actId="478"/>
          <ac:graphicFrameMkLst>
            <pc:docMk/>
            <pc:sldMk cId="3759407889" sldId="730"/>
            <ac:graphicFrameMk id="24" creationId="{55AF7191-F4AC-5E3B-00FD-87A78B8468F0}"/>
          </ac:graphicFrameMkLst>
        </pc:graphicFrameChg>
        <pc:graphicFrameChg chg="del">
          <ac:chgData name="Hasan Jamal" userId="6724a5da2ffd1b8f" providerId="LiveId" clId="{8D2F41AC-23D9-4DAF-938C-610805449A32}" dt="2025-05-05T05:01:31.907" v="9255" actId="478"/>
          <ac:graphicFrameMkLst>
            <pc:docMk/>
            <pc:sldMk cId="3759407889" sldId="730"/>
            <ac:graphicFrameMk id="25" creationId="{030E5C93-3CF4-C906-23E7-01D74D29E551}"/>
          </ac:graphicFrameMkLst>
        </pc:graphicFrameChg>
        <pc:cxnChg chg="del mod">
          <ac:chgData name="Hasan Jamal" userId="6724a5da2ffd1b8f" providerId="LiveId" clId="{8D2F41AC-23D9-4DAF-938C-610805449A32}" dt="2025-05-05T04:59:19.230" v="9252" actId="478"/>
          <ac:cxnSpMkLst>
            <pc:docMk/>
            <pc:sldMk cId="3759407889" sldId="730"/>
            <ac:cxnSpMk id="32" creationId="{80B0006A-4DFC-699D-6098-23122B4DB977}"/>
          </ac:cxnSpMkLst>
        </pc:cxnChg>
        <pc:cxnChg chg="del">
          <ac:chgData name="Hasan Jamal" userId="6724a5da2ffd1b8f" providerId="LiveId" clId="{8D2F41AC-23D9-4DAF-938C-610805449A32}" dt="2025-05-05T04:59:19.230" v="9252" actId="478"/>
          <ac:cxnSpMkLst>
            <pc:docMk/>
            <pc:sldMk cId="3759407889" sldId="730"/>
            <ac:cxnSpMk id="36" creationId="{F64DAFD2-39FD-8208-1393-35E181482EF0}"/>
          </ac:cxnSpMkLst>
        </pc:cxnChg>
        <pc:cxnChg chg="del">
          <ac:chgData name="Hasan Jamal" userId="6724a5da2ffd1b8f" providerId="LiveId" clId="{8D2F41AC-23D9-4DAF-938C-610805449A32}" dt="2025-05-05T04:59:41.439" v="9253" actId="478"/>
          <ac:cxnSpMkLst>
            <pc:docMk/>
            <pc:sldMk cId="3759407889" sldId="730"/>
            <ac:cxnSpMk id="40" creationId="{05D343DC-0A41-7BA0-6C9B-5D48E7C60B69}"/>
          </ac:cxnSpMkLst>
        </pc:cxnChg>
        <pc:cxnChg chg="del">
          <ac:chgData name="Hasan Jamal" userId="6724a5da2ffd1b8f" providerId="LiveId" clId="{8D2F41AC-23D9-4DAF-938C-610805449A32}" dt="2025-05-05T04:59:41.439" v="9253" actId="478"/>
          <ac:cxnSpMkLst>
            <pc:docMk/>
            <pc:sldMk cId="3759407889" sldId="730"/>
            <ac:cxnSpMk id="41" creationId="{5C35BEC7-F108-0F31-4581-96DBA59F260A}"/>
          </ac:cxnSpMkLst>
        </pc:cxnChg>
        <pc:cxnChg chg="del">
          <ac:chgData name="Hasan Jamal" userId="6724a5da2ffd1b8f" providerId="LiveId" clId="{8D2F41AC-23D9-4DAF-938C-610805449A32}" dt="2025-05-05T04:59:41.439" v="9253" actId="478"/>
          <ac:cxnSpMkLst>
            <pc:docMk/>
            <pc:sldMk cId="3759407889" sldId="730"/>
            <ac:cxnSpMk id="42" creationId="{C41F459A-647A-2D95-2ACA-2C47CF6A202A}"/>
          </ac:cxnSpMkLst>
        </pc:cxnChg>
        <pc:cxnChg chg="del">
          <ac:chgData name="Hasan Jamal" userId="6724a5da2ffd1b8f" providerId="LiveId" clId="{8D2F41AC-23D9-4DAF-938C-610805449A32}" dt="2025-05-05T04:59:41.439" v="9253" actId="478"/>
          <ac:cxnSpMkLst>
            <pc:docMk/>
            <pc:sldMk cId="3759407889" sldId="730"/>
            <ac:cxnSpMk id="43" creationId="{9A3B56BD-C8E8-1E43-AA2B-BCBDA392AD6E}"/>
          </ac:cxnSpMkLst>
        </pc:cxnChg>
        <pc:cxnChg chg="del">
          <ac:chgData name="Hasan Jamal" userId="6724a5da2ffd1b8f" providerId="LiveId" clId="{8D2F41AC-23D9-4DAF-938C-610805449A32}" dt="2025-05-05T04:59:41.439" v="9253" actId="478"/>
          <ac:cxnSpMkLst>
            <pc:docMk/>
            <pc:sldMk cId="3759407889" sldId="730"/>
            <ac:cxnSpMk id="44" creationId="{C1FE73A7-7D2E-3DA9-2DC5-A4458B2CAA95}"/>
          </ac:cxnSpMkLst>
        </pc:cxnChg>
        <pc:cxnChg chg="del">
          <ac:chgData name="Hasan Jamal" userId="6724a5da2ffd1b8f" providerId="LiveId" clId="{8D2F41AC-23D9-4DAF-938C-610805449A32}" dt="2025-05-05T04:59:41.439" v="9253" actId="478"/>
          <ac:cxnSpMkLst>
            <pc:docMk/>
            <pc:sldMk cId="3759407889" sldId="730"/>
            <ac:cxnSpMk id="45" creationId="{89527214-980D-93CA-8006-247905CF879A}"/>
          </ac:cxnSpMkLst>
        </pc:cxnChg>
        <pc:cxnChg chg="del">
          <ac:chgData name="Hasan Jamal" userId="6724a5da2ffd1b8f" providerId="LiveId" clId="{8D2F41AC-23D9-4DAF-938C-610805449A32}" dt="2025-05-05T04:59:41.439" v="9253" actId="478"/>
          <ac:cxnSpMkLst>
            <pc:docMk/>
            <pc:sldMk cId="3759407889" sldId="730"/>
            <ac:cxnSpMk id="46" creationId="{4C1CD9C0-28B3-B03D-C629-AD4B5D737C82}"/>
          </ac:cxnSpMkLst>
        </pc:cxnChg>
        <pc:cxnChg chg="del">
          <ac:chgData name="Hasan Jamal" userId="6724a5da2ffd1b8f" providerId="LiveId" clId="{8D2F41AC-23D9-4DAF-938C-610805449A32}" dt="2025-05-05T04:59:41.439" v="9253" actId="478"/>
          <ac:cxnSpMkLst>
            <pc:docMk/>
            <pc:sldMk cId="3759407889" sldId="730"/>
            <ac:cxnSpMk id="47" creationId="{B5F9DFFD-B8FD-A05D-D561-A5186B17ADF1}"/>
          </ac:cxnSpMkLst>
        </pc:cxnChg>
        <pc:cxnChg chg="del mod">
          <ac:chgData name="Hasan Jamal" userId="6724a5da2ffd1b8f" providerId="LiveId" clId="{8D2F41AC-23D9-4DAF-938C-610805449A32}" dt="2025-05-05T05:01:31.907" v="9255" actId="478"/>
          <ac:cxnSpMkLst>
            <pc:docMk/>
            <pc:sldMk cId="3759407889" sldId="730"/>
            <ac:cxnSpMk id="49" creationId="{BB773FBB-7DD6-4539-D423-8F858FDE097D}"/>
          </ac:cxnSpMkLst>
        </pc:cxnChg>
        <pc:cxnChg chg="del">
          <ac:chgData name="Hasan Jamal" userId="6724a5da2ffd1b8f" providerId="LiveId" clId="{8D2F41AC-23D9-4DAF-938C-610805449A32}" dt="2025-05-05T05:01:31.907" v="9255" actId="478"/>
          <ac:cxnSpMkLst>
            <pc:docMk/>
            <pc:sldMk cId="3759407889" sldId="730"/>
            <ac:cxnSpMk id="52" creationId="{0CBC9B8C-6D7D-B7F0-D1F1-5B9F0A3176AC}"/>
          </ac:cxnSpMkLst>
        </pc:cxnChg>
        <pc:cxnChg chg="del">
          <ac:chgData name="Hasan Jamal" userId="6724a5da2ffd1b8f" providerId="LiveId" clId="{8D2F41AC-23D9-4DAF-938C-610805449A32}" dt="2025-05-05T05:01:31.907" v="9255" actId="478"/>
          <ac:cxnSpMkLst>
            <pc:docMk/>
            <pc:sldMk cId="3759407889" sldId="730"/>
            <ac:cxnSpMk id="53" creationId="{BEEF6F4D-9649-AA7F-160E-60887234A0F0}"/>
          </ac:cxnSpMkLst>
        </pc:cxnChg>
      </pc:sldChg>
      <pc:sldChg chg="add del">
        <pc:chgData name="Hasan Jamal" userId="6724a5da2ffd1b8f" providerId="LiveId" clId="{8D2F41AC-23D9-4DAF-938C-610805449A32}" dt="2025-05-06T05:17:46.128" v="11814" actId="47"/>
        <pc:sldMkLst>
          <pc:docMk/>
          <pc:sldMk cId="1795651081" sldId="731"/>
        </pc:sldMkLst>
      </pc:sldChg>
      <pc:sldChg chg="addSp delSp modSp add mod modAnim">
        <pc:chgData name="Hasan Jamal" userId="6724a5da2ffd1b8f" providerId="LiveId" clId="{8D2F41AC-23D9-4DAF-938C-610805449A32}" dt="2025-05-05T10:03:10.888" v="9891" actId="20577"/>
        <pc:sldMkLst>
          <pc:docMk/>
          <pc:sldMk cId="1648828925" sldId="732"/>
        </pc:sldMkLst>
        <pc:spChg chg="add mod">
          <ac:chgData name="Hasan Jamal" userId="6724a5da2ffd1b8f" providerId="LiveId" clId="{8D2F41AC-23D9-4DAF-938C-610805449A32}" dt="2025-05-05T10:03:10.888" v="9891" actId="20577"/>
          <ac:spMkLst>
            <pc:docMk/>
            <pc:sldMk cId="1648828925" sldId="732"/>
            <ac:spMk id="2" creationId="{EF7F4016-D3AF-38BF-0E53-E948EC5CB757}"/>
          </ac:spMkLst>
        </pc:spChg>
        <pc:spChg chg="mod">
          <ac:chgData name="Hasan Jamal" userId="6724a5da2ffd1b8f" providerId="LiveId" clId="{8D2F41AC-23D9-4DAF-938C-610805449A32}" dt="2025-05-05T07:32:11.650" v="9539" actId="20577"/>
          <ac:spMkLst>
            <pc:docMk/>
            <pc:sldMk cId="1648828925" sldId="732"/>
            <ac:spMk id="54" creationId="{0E88E0E3-5B50-BEE9-2F9C-A1D34E2165DC}"/>
          </ac:spMkLst>
        </pc:spChg>
        <pc:spChg chg="mod">
          <ac:chgData name="Hasan Jamal" userId="6724a5da2ffd1b8f" providerId="LiveId" clId="{8D2F41AC-23D9-4DAF-938C-610805449A32}" dt="2025-05-05T07:29:43.037" v="9517"/>
          <ac:spMkLst>
            <pc:docMk/>
            <pc:sldMk cId="1648828925" sldId="732"/>
            <ac:spMk id="3074" creationId="{596EC4B2-B560-17ED-BB55-D9DADA81AEC8}"/>
          </ac:spMkLst>
        </pc:spChg>
        <pc:graphicFrameChg chg="del">
          <ac:chgData name="Hasan Jamal" userId="6724a5da2ffd1b8f" providerId="LiveId" clId="{8D2F41AC-23D9-4DAF-938C-610805449A32}" dt="2025-05-05T07:31:40.781" v="9520" actId="478"/>
          <ac:graphicFrameMkLst>
            <pc:docMk/>
            <pc:sldMk cId="1648828925" sldId="732"/>
            <ac:graphicFrameMk id="6" creationId="{DD0B111B-DA8A-7F66-A46B-6738AB24E6D7}"/>
          </ac:graphicFrameMkLst>
        </pc:graphicFrameChg>
        <pc:graphicFrameChg chg="del">
          <ac:chgData name="Hasan Jamal" userId="6724a5da2ffd1b8f" providerId="LiveId" clId="{8D2F41AC-23D9-4DAF-938C-610805449A32}" dt="2025-05-05T07:31:40.781" v="9520" actId="478"/>
          <ac:graphicFrameMkLst>
            <pc:docMk/>
            <pc:sldMk cId="1648828925" sldId="732"/>
            <ac:graphicFrameMk id="7" creationId="{8C8567A8-DDBE-2954-7EA1-E3D4CDAB577F}"/>
          </ac:graphicFrameMkLst>
        </pc:graphicFrameChg>
        <pc:graphicFrameChg chg="del">
          <ac:chgData name="Hasan Jamal" userId="6724a5da2ffd1b8f" providerId="LiveId" clId="{8D2F41AC-23D9-4DAF-938C-610805449A32}" dt="2025-05-05T07:31:40.781" v="9520" actId="478"/>
          <ac:graphicFrameMkLst>
            <pc:docMk/>
            <pc:sldMk cId="1648828925" sldId="732"/>
            <ac:graphicFrameMk id="8" creationId="{F77362BA-D70F-7CCE-ECE8-EE2481DD4179}"/>
          </ac:graphicFrameMkLst>
        </pc:graphicFrameChg>
        <pc:graphicFrameChg chg="del">
          <ac:chgData name="Hasan Jamal" userId="6724a5da2ffd1b8f" providerId="LiveId" clId="{8D2F41AC-23D9-4DAF-938C-610805449A32}" dt="2025-05-05T07:31:40.781" v="9520" actId="478"/>
          <ac:graphicFrameMkLst>
            <pc:docMk/>
            <pc:sldMk cId="1648828925" sldId="732"/>
            <ac:graphicFrameMk id="9" creationId="{0EF57E54-1403-EA2A-BFCF-7F2358F63A2A}"/>
          </ac:graphicFrameMkLst>
        </pc:graphicFrameChg>
        <pc:graphicFrameChg chg="del">
          <ac:chgData name="Hasan Jamal" userId="6724a5da2ffd1b8f" providerId="LiveId" clId="{8D2F41AC-23D9-4DAF-938C-610805449A32}" dt="2025-05-05T07:31:40.781" v="9520" actId="478"/>
          <ac:graphicFrameMkLst>
            <pc:docMk/>
            <pc:sldMk cId="1648828925" sldId="732"/>
            <ac:graphicFrameMk id="20" creationId="{73DAB009-A1F0-8EF1-6DBE-C430D56B1813}"/>
          </ac:graphicFrameMkLst>
        </pc:graphicFrameChg>
        <pc:graphicFrameChg chg="del">
          <ac:chgData name="Hasan Jamal" userId="6724a5da2ffd1b8f" providerId="LiveId" clId="{8D2F41AC-23D9-4DAF-938C-610805449A32}" dt="2025-05-05T07:31:40.781" v="9520" actId="478"/>
          <ac:graphicFrameMkLst>
            <pc:docMk/>
            <pc:sldMk cId="1648828925" sldId="732"/>
            <ac:graphicFrameMk id="21" creationId="{B17848E0-AE57-80CD-03CA-8DEB8E8E875A}"/>
          </ac:graphicFrameMkLst>
        </pc:graphicFrameChg>
        <pc:graphicFrameChg chg="del">
          <ac:chgData name="Hasan Jamal" userId="6724a5da2ffd1b8f" providerId="LiveId" clId="{8D2F41AC-23D9-4DAF-938C-610805449A32}" dt="2025-05-05T07:31:40.781" v="9520" actId="478"/>
          <ac:graphicFrameMkLst>
            <pc:docMk/>
            <pc:sldMk cId="1648828925" sldId="732"/>
            <ac:graphicFrameMk id="22" creationId="{495804A4-E5AC-6AE7-F665-8400DBB239D1}"/>
          </ac:graphicFrameMkLst>
        </pc:graphicFrameChg>
        <pc:graphicFrameChg chg="del">
          <ac:chgData name="Hasan Jamal" userId="6724a5da2ffd1b8f" providerId="LiveId" clId="{8D2F41AC-23D9-4DAF-938C-610805449A32}" dt="2025-05-05T07:31:40.781" v="9520" actId="478"/>
          <ac:graphicFrameMkLst>
            <pc:docMk/>
            <pc:sldMk cId="1648828925" sldId="732"/>
            <ac:graphicFrameMk id="23" creationId="{AC0BD9A8-417F-EADD-10CC-7AF597A160ED}"/>
          </ac:graphicFrameMkLst>
        </pc:graphicFrameChg>
        <pc:graphicFrameChg chg="del">
          <ac:chgData name="Hasan Jamal" userId="6724a5da2ffd1b8f" providerId="LiveId" clId="{8D2F41AC-23D9-4DAF-938C-610805449A32}" dt="2025-05-05T07:31:40.781" v="9520" actId="478"/>
          <ac:graphicFrameMkLst>
            <pc:docMk/>
            <pc:sldMk cId="1648828925" sldId="732"/>
            <ac:graphicFrameMk id="24" creationId="{1795B296-B711-0D90-76A9-0221C4660EB2}"/>
          </ac:graphicFrameMkLst>
        </pc:graphicFrameChg>
        <pc:graphicFrameChg chg="del">
          <ac:chgData name="Hasan Jamal" userId="6724a5da2ffd1b8f" providerId="LiveId" clId="{8D2F41AC-23D9-4DAF-938C-610805449A32}" dt="2025-05-05T07:31:40.781" v="9520" actId="478"/>
          <ac:graphicFrameMkLst>
            <pc:docMk/>
            <pc:sldMk cId="1648828925" sldId="732"/>
            <ac:graphicFrameMk id="25" creationId="{2C081246-9D30-9592-7737-8AECE9E7D1F7}"/>
          </ac:graphicFrameMkLst>
        </pc:graphicFrameChg>
        <pc:cxnChg chg="del">
          <ac:chgData name="Hasan Jamal" userId="6724a5da2ffd1b8f" providerId="LiveId" clId="{8D2F41AC-23D9-4DAF-938C-610805449A32}" dt="2025-05-05T07:31:44.695" v="9521" actId="478"/>
          <ac:cxnSpMkLst>
            <pc:docMk/>
            <pc:sldMk cId="1648828925" sldId="732"/>
            <ac:cxnSpMk id="26" creationId="{670CFBED-E3AC-BC13-B850-045A0FF76DB9}"/>
          </ac:cxnSpMkLst>
        </pc:cxnChg>
        <pc:cxnChg chg="del">
          <ac:chgData name="Hasan Jamal" userId="6724a5da2ffd1b8f" providerId="LiveId" clId="{8D2F41AC-23D9-4DAF-938C-610805449A32}" dt="2025-05-05T07:31:44.695" v="9521" actId="478"/>
          <ac:cxnSpMkLst>
            <pc:docMk/>
            <pc:sldMk cId="1648828925" sldId="732"/>
            <ac:cxnSpMk id="27" creationId="{FBE6F81B-B532-BE4D-EB1B-9DED15154C06}"/>
          </ac:cxnSpMkLst>
        </pc:cxnChg>
      </pc:sldChg>
      <pc:sldChg chg="addSp delSp modSp add mod modAnim">
        <pc:chgData name="Hasan Jamal" userId="6724a5da2ffd1b8f" providerId="LiveId" clId="{8D2F41AC-23D9-4DAF-938C-610805449A32}" dt="2025-05-05T07:11:12.961" v="9492"/>
        <pc:sldMkLst>
          <pc:docMk/>
          <pc:sldMk cId="4209828930" sldId="733"/>
        </pc:sldMkLst>
        <pc:spChg chg="mod">
          <ac:chgData name="Hasan Jamal" userId="6724a5da2ffd1b8f" providerId="LiveId" clId="{8D2F41AC-23D9-4DAF-938C-610805449A32}" dt="2025-05-05T05:28:34.858" v="9332" actId="20577"/>
          <ac:spMkLst>
            <pc:docMk/>
            <pc:sldMk cId="4209828930" sldId="733"/>
            <ac:spMk id="54" creationId="{AC0A1C5E-21CC-A4E0-FBA6-55B74C7887CB}"/>
          </ac:spMkLst>
        </pc:spChg>
        <pc:graphicFrameChg chg="add del mod modGraphic">
          <ac:chgData name="Hasan Jamal" userId="6724a5da2ffd1b8f" providerId="LiveId" clId="{8D2F41AC-23D9-4DAF-938C-610805449A32}" dt="2025-05-05T05:07:32.807" v="9284" actId="478"/>
          <ac:graphicFrameMkLst>
            <pc:docMk/>
            <pc:sldMk cId="4209828930" sldId="733"/>
            <ac:graphicFrameMk id="2" creationId="{B5FC1607-0533-78D5-6CF6-609E8244F4A3}"/>
          </ac:graphicFrameMkLst>
        </pc:graphicFrameChg>
        <pc:graphicFrameChg chg="modGraphic">
          <ac:chgData name="Hasan Jamal" userId="6724a5da2ffd1b8f" providerId="LiveId" clId="{8D2F41AC-23D9-4DAF-938C-610805449A32}" dt="2025-05-05T05:01:55.516" v="9262" actId="20577"/>
          <ac:graphicFrameMkLst>
            <pc:docMk/>
            <pc:sldMk cId="4209828930" sldId="733"/>
            <ac:graphicFrameMk id="7" creationId="{FE190225-F10B-1473-1D63-000B982B4876}"/>
          </ac:graphicFrameMkLst>
        </pc:graphicFrameChg>
        <pc:graphicFrameChg chg="modGraphic">
          <ac:chgData name="Hasan Jamal" userId="6724a5da2ffd1b8f" providerId="LiveId" clId="{8D2F41AC-23D9-4DAF-938C-610805449A32}" dt="2025-05-05T05:02:06.310" v="9266" actId="20577"/>
          <ac:graphicFrameMkLst>
            <pc:docMk/>
            <pc:sldMk cId="4209828930" sldId="733"/>
            <ac:graphicFrameMk id="8" creationId="{70373B73-A69E-A965-741C-B7F5A966AC94}"/>
          </ac:graphicFrameMkLst>
        </pc:graphicFrameChg>
        <pc:graphicFrameChg chg="modGraphic">
          <ac:chgData name="Hasan Jamal" userId="6724a5da2ffd1b8f" providerId="LiveId" clId="{8D2F41AC-23D9-4DAF-938C-610805449A32}" dt="2025-05-05T05:02:14.222" v="9269" actId="20577"/>
          <ac:graphicFrameMkLst>
            <pc:docMk/>
            <pc:sldMk cId="4209828930" sldId="733"/>
            <ac:graphicFrameMk id="9" creationId="{14CE91BA-12B1-F505-F046-0FBD5A961971}"/>
          </ac:graphicFrameMkLst>
        </pc:graphicFrameChg>
        <pc:graphicFrameChg chg="add del mod modGraphic">
          <ac:chgData name="Hasan Jamal" userId="6724a5da2ffd1b8f" providerId="LiveId" clId="{8D2F41AC-23D9-4DAF-938C-610805449A32}" dt="2025-05-05T05:07:32.807" v="9284" actId="478"/>
          <ac:graphicFrameMkLst>
            <pc:docMk/>
            <pc:sldMk cId="4209828930" sldId="733"/>
            <ac:graphicFrameMk id="11" creationId="{1170C13E-568E-023C-4424-B7DAD79D7863}"/>
          </ac:graphicFrameMkLst>
        </pc:graphicFrameChg>
      </pc:sldChg>
      <pc:sldChg chg="addSp delSp modSp add mod modAnim">
        <pc:chgData name="Hasan Jamal" userId="6724a5da2ffd1b8f" providerId="LiveId" clId="{8D2F41AC-23D9-4DAF-938C-610805449A32}" dt="2025-05-05T07:13:42.759" v="9502"/>
        <pc:sldMkLst>
          <pc:docMk/>
          <pc:sldMk cId="2120947804" sldId="734"/>
        </pc:sldMkLst>
        <pc:spChg chg="mod">
          <ac:chgData name="Hasan Jamal" userId="6724a5da2ffd1b8f" providerId="LiveId" clId="{8D2F41AC-23D9-4DAF-938C-610805449A32}" dt="2025-05-05T07:13:18.936" v="9500" actId="1076"/>
          <ac:spMkLst>
            <pc:docMk/>
            <pc:sldMk cId="2120947804" sldId="734"/>
            <ac:spMk id="54" creationId="{3DC0122E-8D49-DB7A-72E1-0460F81CEB79}"/>
          </ac:spMkLst>
        </pc:spChg>
        <pc:graphicFrameChg chg="mod modGraphic">
          <ac:chgData name="Hasan Jamal" userId="6724a5da2ffd1b8f" providerId="LiveId" clId="{8D2F41AC-23D9-4DAF-938C-610805449A32}" dt="2025-05-05T05:09:46.349" v="9307" actId="1035"/>
          <ac:graphicFrameMkLst>
            <pc:docMk/>
            <pc:sldMk cId="2120947804" sldId="734"/>
            <ac:graphicFrameMk id="2" creationId="{A5523C96-CA18-13F8-DEC9-FCF6174C7B49}"/>
          </ac:graphicFrameMkLst>
        </pc:graphicFrameChg>
        <pc:graphicFrameChg chg="modGraphic">
          <ac:chgData name="Hasan Jamal" userId="6724a5da2ffd1b8f" providerId="LiveId" clId="{8D2F41AC-23D9-4DAF-938C-610805449A32}" dt="2025-05-05T05:08:12.493" v="9290" actId="207"/>
          <ac:graphicFrameMkLst>
            <pc:docMk/>
            <pc:sldMk cId="2120947804" sldId="734"/>
            <ac:graphicFrameMk id="7" creationId="{50D15343-A375-D8F1-08DE-35EDAA82ECEF}"/>
          </ac:graphicFrameMkLst>
        </pc:graphicFrameChg>
        <pc:graphicFrameChg chg="modGraphic">
          <ac:chgData name="Hasan Jamal" userId="6724a5da2ffd1b8f" providerId="LiveId" clId="{8D2F41AC-23D9-4DAF-938C-610805449A32}" dt="2025-05-05T05:08:16.338" v="9291" actId="207"/>
          <ac:graphicFrameMkLst>
            <pc:docMk/>
            <pc:sldMk cId="2120947804" sldId="734"/>
            <ac:graphicFrameMk id="8" creationId="{B16AF825-BDD9-9E0B-F091-7BB1D276ED9D}"/>
          </ac:graphicFrameMkLst>
        </pc:graphicFrameChg>
        <pc:graphicFrameChg chg="modGraphic">
          <ac:chgData name="Hasan Jamal" userId="6724a5da2ffd1b8f" providerId="LiveId" clId="{8D2F41AC-23D9-4DAF-938C-610805449A32}" dt="2025-05-05T05:27:29.798" v="9320" actId="207"/>
          <ac:graphicFrameMkLst>
            <pc:docMk/>
            <pc:sldMk cId="2120947804" sldId="734"/>
            <ac:graphicFrameMk id="9" creationId="{511A7906-395A-A1BC-0BF6-8F85A5B3B602}"/>
          </ac:graphicFrameMkLst>
        </pc:graphicFrameChg>
        <pc:graphicFrameChg chg="modGraphic">
          <ac:chgData name="Hasan Jamal" userId="6724a5da2ffd1b8f" providerId="LiveId" clId="{8D2F41AC-23D9-4DAF-938C-610805449A32}" dt="2025-05-05T05:27:33.870" v="9321" actId="207"/>
          <ac:graphicFrameMkLst>
            <pc:docMk/>
            <pc:sldMk cId="2120947804" sldId="734"/>
            <ac:graphicFrameMk id="10" creationId="{6F3E3226-40B0-2487-7998-970FE57B5F37}"/>
          </ac:graphicFrameMkLst>
        </pc:graphicFrameChg>
        <pc:graphicFrameChg chg="del">
          <ac:chgData name="Hasan Jamal" userId="6724a5da2ffd1b8f" providerId="LiveId" clId="{8D2F41AC-23D9-4DAF-938C-610805449A32}" dt="2025-05-05T05:08:46.354" v="9294" actId="478"/>
          <ac:graphicFrameMkLst>
            <pc:docMk/>
            <pc:sldMk cId="2120947804" sldId="734"/>
            <ac:graphicFrameMk id="11" creationId="{892CCD6F-BC02-4DAB-D3F1-AAF4AFA55745}"/>
          </ac:graphicFrameMkLst>
        </pc:graphicFrameChg>
        <pc:graphicFrameChg chg="add mod modGraphic">
          <ac:chgData name="Hasan Jamal" userId="6724a5da2ffd1b8f" providerId="LiveId" clId="{8D2F41AC-23D9-4DAF-938C-610805449A32}" dt="2025-05-05T05:28:04.066" v="9331" actId="20577"/>
          <ac:graphicFrameMkLst>
            <pc:docMk/>
            <pc:sldMk cId="2120947804" sldId="734"/>
            <ac:graphicFrameMk id="14" creationId="{C3979D36-6A15-CD1E-525F-5C077C3E65AD}"/>
          </ac:graphicFrameMkLst>
        </pc:graphicFrameChg>
        <pc:cxnChg chg="add mod">
          <ac:chgData name="Hasan Jamal" userId="6724a5da2ffd1b8f" providerId="LiveId" clId="{8D2F41AC-23D9-4DAF-938C-610805449A32}" dt="2025-05-05T05:09:42.186" v="9298" actId="1035"/>
          <ac:cxnSpMkLst>
            <pc:docMk/>
            <pc:sldMk cId="2120947804" sldId="734"/>
            <ac:cxnSpMk id="12" creationId="{208E3209-A28E-FE14-27AB-9C3D59AA8360}"/>
          </ac:cxnSpMkLst>
        </pc:cxnChg>
        <pc:cxnChg chg="add mod">
          <ac:chgData name="Hasan Jamal" userId="6724a5da2ffd1b8f" providerId="LiveId" clId="{8D2F41AC-23D9-4DAF-938C-610805449A32}" dt="2025-05-05T05:09:42.186" v="9298" actId="1035"/>
          <ac:cxnSpMkLst>
            <pc:docMk/>
            <pc:sldMk cId="2120947804" sldId="734"/>
            <ac:cxnSpMk id="13" creationId="{004809B8-8105-C819-31AC-002F30C35832}"/>
          </ac:cxnSpMkLst>
        </pc:cxnChg>
        <pc:cxnChg chg="add mod">
          <ac:chgData name="Hasan Jamal" userId="6724a5da2ffd1b8f" providerId="LiveId" clId="{8D2F41AC-23D9-4DAF-938C-610805449A32}" dt="2025-05-05T05:27:46.291" v="9323" actId="1076"/>
          <ac:cxnSpMkLst>
            <pc:docMk/>
            <pc:sldMk cId="2120947804" sldId="734"/>
            <ac:cxnSpMk id="15" creationId="{66DBD76A-260D-B4B8-A4EC-F856BD69227E}"/>
          </ac:cxnSpMkLst>
        </pc:cxnChg>
        <pc:cxnChg chg="add mod">
          <ac:chgData name="Hasan Jamal" userId="6724a5da2ffd1b8f" providerId="LiveId" clId="{8D2F41AC-23D9-4DAF-938C-610805449A32}" dt="2025-05-05T05:27:46.291" v="9323" actId="1076"/>
          <ac:cxnSpMkLst>
            <pc:docMk/>
            <pc:sldMk cId="2120947804" sldId="734"/>
            <ac:cxnSpMk id="16" creationId="{5502EC87-E576-3F5F-A678-23F4F7A21CB2}"/>
          </ac:cxnSpMkLst>
        </pc:cxnChg>
      </pc:sldChg>
      <pc:sldChg chg="addSp modSp add mod modAnim">
        <pc:chgData name="Hasan Jamal" userId="6724a5da2ffd1b8f" providerId="LiveId" clId="{8D2F41AC-23D9-4DAF-938C-610805449A32}" dt="2025-05-05T07:13:55.345" v="9503"/>
        <pc:sldMkLst>
          <pc:docMk/>
          <pc:sldMk cId="2819238872" sldId="735"/>
        </pc:sldMkLst>
        <pc:spChg chg="mod">
          <ac:chgData name="Hasan Jamal" userId="6724a5da2ffd1b8f" providerId="LiveId" clId="{8D2F41AC-23D9-4DAF-938C-610805449A32}" dt="2025-05-05T05:29:02.581" v="9339" actId="207"/>
          <ac:spMkLst>
            <pc:docMk/>
            <pc:sldMk cId="2819238872" sldId="735"/>
            <ac:spMk id="54" creationId="{1E52C48A-A2F3-CA8B-6E91-B89F6524389D}"/>
          </ac:spMkLst>
        </pc:spChg>
        <pc:graphicFrameChg chg="modGraphic">
          <ac:chgData name="Hasan Jamal" userId="6724a5da2ffd1b8f" providerId="LiveId" clId="{8D2F41AC-23D9-4DAF-938C-610805449A32}" dt="2025-05-05T05:45:07.056" v="9389" actId="207"/>
          <ac:graphicFrameMkLst>
            <pc:docMk/>
            <pc:sldMk cId="2819238872" sldId="735"/>
            <ac:graphicFrameMk id="2" creationId="{84C4DEBB-7BEE-CA6D-A0B5-30AF21497719}"/>
          </ac:graphicFrameMkLst>
        </pc:graphicFrameChg>
        <pc:graphicFrameChg chg="modGraphic">
          <ac:chgData name="Hasan Jamal" userId="6724a5da2ffd1b8f" providerId="LiveId" clId="{8D2F41AC-23D9-4DAF-938C-610805449A32}" dt="2025-05-05T05:25:41.748" v="9309" actId="2084"/>
          <ac:graphicFrameMkLst>
            <pc:docMk/>
            <pc:sldMk cId="2819238872" sldId="735"/>
            <ac:graphicFrameMk id="7" creationId="{9682691F-22C4-A984-C2C4-4086F658D400}"/>
          </ac:graphicFrameMkLst>
        </pc:graphicFrameChg>
        <pc:graphicFrameChg chg="modGraphic">
          <ac:chgData name="Hasan Jamal" userId="6724a5da2ffd1b8f" providerId="LiveId" clId="{8D2F41AC-23D9-4DAF-938C-610805449A32}" dt="2025-05-05T05:25:50.989" v="9310" actId="2084"/>
          <ac:graphicFrameMkLst>
            <pc:docMk/>
            <pc:sldMk cId="2819238872" sldId="735"/>
            <ac:graphicFrameMk id="8" creationId="{EE74264A-A23A-1D10-BF4B-476EB7F1227E}"/>
          </ac:graphicFrameMkLst>
        </pc:graphicFrameChg>
        <pc:graphicFrameChg chg="add mod modGraphic">
          <ac:chgData name="Hasan Jamal" userId="6724a5da2ffd1b8f" providerId="LiveId" clId="{8D2F41AC-23D9-4DAF-938C-610805449A32}" dt="2025-05-05T05:45:10.921" v="9390" actId="207"/>
          <ac:graphicFrameMkLst>
            <pc:docMk/>
            <pc:sldMk cId="2819238872" sldId="735"/>
            <ac:graphicFrameMk id="11" creationId="{292C875F-011D-648E-DE73-934855B722FE}"/>
          </ac:graphicFrameMkLst>
        </pc:graphicFrameChg>
        <pc:cxnChg chg="add mod">
          <ac:chgData name="Hasan Jamal" userId="6724a5da2ffd1b8f" providerId="LiveId" clId="{8D2F41AC-23D9-4DAF-938C-610805449A32}" dt="2025-05-05T05:29:47.160" v="9342" actId="1037"/>
          <ac:cxnSpMkLst>
            <pc:docMk/>
            <pc:sldMk cId="2819238872" sldId="735"/>
            <ac:cxnSpMk id="14" creationId="{AD232E41-743D-4F17-FEDD-6C1DB52D6BEA}"/>
          </ac:cxnSpMkLst>
        </pc:cxnChg>
        <pc:cxnChg chg="add mod">
          <ac:chgData name="Hasan Jamal" userId="6724a5da2ffd1b8f" providerId="LiveId" clId="{8D2F41AC-23D9-4DAF-938C-610805449A32}" dt="2025-05-05T05:29:47.160" v="9342" actId="1037"/>
          <ac:cxnSpMkLst>
            <pc:docMk/>
            <pc:sldMk cId="2819238872" sldId="735"/>
            <ac:cxnSpMk id="15" creationId="{59FF1297-B576-BA55-8E4F-E9A9A1EA59E9}"/>
          </ac:cxnSpMkLst>
        </pc:cxnChg>
      </pc:sldChg>
      <pc:sldChg chg="modSp add del mod">
        <pc:chgData name="Hasan Jamal" userId="6724a5da2ffd1b8f" providerId="LiveId" clId="{8D2F41AC-23D9-4DAF-938C-610805449A32}" dt="2025-05-05T05:43:31.358" v="9371" actId="47"/>
        <pc:sldMkLst>
          <pc:docMk/>
          <pc:sldMk cId="2325037251" sldId="736"/>
        </pc:sldMkLst>
        <pc:graphicFrameChg chg="modGraphic">
          <ac:chgData name="Hasan Jamal" userId="6724a5da2ffd1b8f" providerId="LiveId" clId="{8D2F41AC-23D9-4DAF-938C-610805449A32}" dt="2025-05-05T05:27:01.809" v="9317" actId="2084"/>
          <ac:graphicFrameMkLst>
            <pc:docMk/>
            <pc:sldMk cId="2325037251" sldId="736"/>
            <ac:graphicFrameMk id="2" creationId="{7D96E179-35CF-1AC7-CC2A-F4C583258EE9}"/>
          </ac:graphicFrameMkLst>
        </pc:graphicFrameChg>
      </pc:sldChg>
      <pc:sldChg chg="modSp add mod modAnim">
        <pc:chgData name="Hasan Jamal" userId="6724a5da2ffd1b8f" providerId="LiveId" clId="{8D2F41AC-23D9-4DAF-938C-610805449A32}" dt="2025-05-05T07:14:31.810" v="9504"/>
        <pc:sldMkLst>
          <pc:docMk/>
          <pc:sldMk cId="2046502227" sldId="737"/>
        </pc:sldMkLst>
        <pc:graphicFrameChg chg="modGraphic">
          <ac:chgData name="Hasan Jamal" userId="6724a5da2ffd1b8f" providerId="LiveId" clId="{8D2F41AC-23D9-4DAF-938C-610805449A32}" dt="2025-05-05T05:44:53.837" v="9387" actId="207"/>
          <ac:graphicFrameMkLst>
            <pc:docMk/>
            <pc:sldMk cId="2046502227" sldId="737"/>
            <ac:graphicFrameMk id="2" creationId="{3E544F27-69BC-B8A6-1B4B-BAC4FD38DC50}"/>
          </ac:graphicFrameMkLst>
        </pc:graphicFrameChg>
        <pc:graphicFrameChg chg="modGraphic">
          <ac:chgData name="Hasan Jamal" userId="6724a5da2ffd1b8f" providerId="LiveId" clId="{8D2F41AC-23D9-4DAF-938C-610805449A32}" dt="2025-05-05T05:44:59.932" v="9388" actId="207"/>
          <ac:graphicFrameMkLst>
            <pc:docMk/>
            <pc:sldMk cId="2046502227" sldId="737"/>
            <ac:graphicFrameMk id="11" creationId="{6250ACFD-5991-3D84-FBA9-DD4B9B7F994B}"/>
          </ac:graphicFrameMkLst>
        </pc:graphicFrameChg>
      </pc:sldChg>
      <pc:sldChg chg="modSp add mod modAnim">
        <pc:chgData name="Hasan Jamal" userId="6724a5da2ffd1b8f" providerId="LiveId" clId="{8D2F41AC-23D9-4DAF-938C-610805449A32}" dt="2025-05-05T07:14:47.459" v="9505"/>
        <pc:sldMkLst>
          <pc:docMk/>
          <pc:sldMk cId="985085334" sldId="738"/>
        </pc:sldMkLst>
        <pc:graphicFrameChg chg="modGraphic">
          <ac:chgData name="Hasan Jamal" userId="6724a5da2ffd1b8f" providerId="LiveId" clId="{8D2F41AC-23D9-4DAF-938C-610805449A32}" dt="2025-05-05T05:41:43.900" v="9357" actId="2084"/>
          <ac:graphicFrameMkLst>
            <pc:docMk/>
            <pc:sldMk cId="985085334" sldId="738"/>
            <ac:graphicFrameMk id="2" creationId="{BFC31266-F9BF-86C6-E6EE-4812889BFD37}"/>
          </ac:graphicFrameMkLst>
        </pc:graphicFrameChg>
        <pc:graphicFrameChg chg="mod modGraphic">
          <ac:chgData name="Hasan Jamal" userId="6724a5da2ffd1b8f" providerId="LiveId" clId="{8D2F41AC-23D9-4DAF-938C-610805449A32}" dt="2025-05-05T05:44:47.613" v="9386" actId="207"/>
          <ac:graphicFrameMkLst>
            <pc:docMk/>
            <pc:sldMk cId="985085334" sldId="738"/>
            <ac:graphicFrameMk id="11" creationId="{DE652B23-5FCD-63A1-AE73-8664337A2291}"/>
          </ac:graphicFrameMkLst>
        </pc:graphicFrameChg>
      </pc:sldChg>
      <pc:sldChg chg="modSp add mod modAnim">
        <pc:chgData name="Hasan Jamal" userId="6724a5da2ffd1b8f" providerId="LiveId" clId="{8D2F41AC-23D9-4DAF-938C-610805449A32}" dt="2025-05-05T07:14:57.135" v="9506"/>
        <pc:sldMkLst>
          <pc:docMk/>
          <pc:sldMk cId="3625585390" sldId="739"/>
        </pc:sldMkLst>
        <pc:graphicFrameChg chg="modGraphic">
          <ac:chgData name="Hasan Jamal" userId="6724a5da2ffd1b8f" providerId="LiveId" clId="{8D2F41AC-23D9-4DAF-938C-610805449A32}" dt="2025-05-05T05:44:30.372" v="9383" actId="207"/>
          <ac:graphicFrameMkLst>
            <pc:docMk/>
            <pc:sldMk cId="3625585390" sldId="739"/>
            <ac:graphicFrameMk id="11" creationId="{DF6C40A0-96A1-0BA1-16E4-2240E1789B8C}"/>
          </ac:graphicFrameMkLst>
        </pc:graphicFrameChg>
      </pc:sldChg>
      <pc:sldChg chg="modSp add mod modAnim">
        <pc:chgData name="Hasan Jamal" userId="6724a5da2ffd1b8f" providerId="LiveId" clId="{8D2F41AC-23D9-4DAF-938C-610805449A32}" dt="2025-05-05T07:15:04.088" v="9507"/>
        <pc:sldMkLst>
          <pc:docMk/>
          <pc:sldMk cId="1511122234" sldId="740"/>
        </pc:sldMkLst>
        <pc:spChg chg="mod">
          <ac:chgData name="Hasan Jamal" userId="6724a5da2ffd1b8f" providerId="LiveId" clId="{8D2F41AC-23D9-4DAF-938C-610805449A32}" dt="2025-05-05T05:43:13.413" v="9370" actId="207"/>
          <ac:spMkLst>
            <pc:docMk/>
            <pc:sldMk cId="1511122234" sldId="740"/>
            <ac:spMk id="54" creationId="{C221CC10-CAB7-769F-5CD8-E79C41A969E9}"/>
          </ac:spMkLst>
        </pc:spChg>
        <pc:graphicFrameChg chg="modGraphic">
          <ac:chgData name="Hasan Jamal" userId="6724a5da2ffd1b8f" providerId="LiveId" clId="{8D2F41AC-23D9-4DAF-938C-610805449A32}" dt="2025-05-05T05:43:00.152" v="9367" actId="2084"/>
          <ac:graphicFrameMkLst>
            <pc:docMk/>
            <pc:sldMk cId="1511122234" sldId="740"/>
            <ac:graphicFrameMk id="11" creationId="{358569A5-9D9A-7C01-9FE8-F26057125599}"/>
          </ac:graphicFrameMkLst>
        </pc:graphicFrameChg>
      </pc:sldChg>
      <pc:sldChg chg="addSp modSp add mod modAnim">
        <pc:chgData name="Hasan Jamal" userId="6724a5da2ffd1b8f" providerId="LiveId" clId="{8D2F41AC-23D9-4DAF-938C-610805449A32}" dt="2025-05-05T07:15:14.083" v="9508"/>
        <pc:sldMkLst>
          <pc:docMk/>
          <pc:sldMk cId="619892510" sldId="741"/>
        </pc:sldMkLst>
        <pc:graphicFrameChg chg="modGraphic">
          <ac:chgData name="Hasan Jamal" userId="6724a5da2ffd1b8f" providerId="LiveId" clId="{8D2F41AC-23D9-4DAF-938C-610805449A32}" dt="2025-05-05T05:44:15.246" v="9378" actId="207"/>
          <ac:graphicFrameMkLst>
            <pc:docMk/>
            <pc:sldMk cId="619892510" sldId="741"/>
            <ac:graphicFrameMk id="2" creationId="{E74E425C-8A3F-EA8A-CBE7-F5F355CACF3D}"/>
          </ac:graphicFrameMkLst>
        </pc:graphicFrameChg>
        <pc:graphicFrameChg chg="modGraphic">
          <ac:chgData name="Hasan Jamal" userId="6724a5da2ffd1b8f" providerId="LiveId" clId="{8D2F41AC-23D9-4DAF-938C-610805449A32}" dt="2025-05-05T05:44:22.070" v="9382" actId="207"/>
          <ac:graphicFrameMkLst>
            <pc:docMk/>
            <pc:sldMk cId="619892510" sldId="741"/>
            <ac:graphicFrameMk id="11" creationId="{04595B1C-AB2F-67AA-BEAE-90AE94CEE310}"/>
          </ac:graphicFrameMkLst>
        </pc:graphicFrameChg>
        <pc:graphicFrameChg chg="add mod modGraphic">
          <ac:chgData name="Hasan Jamal" userId="6724a5da2ffd1b8f" providerId="LiveId" clId="{8D2F41AC-23D9-4DAF-938C-610805449A32}" dt="2025-05-05T05:50:44.220" v="9408" actId="207"/>
          <ac:graphicFrameMkLst>
            <pc:docMk/>
            <pc:sldMk cId="619892510" sldId="741"/>
            <ac:graphicFrameMk id="16" creationId="{95858397-AC18-C6E1-E198-8B32C427338E}"/>
          </ac:graphicFrameMkLst>
        </pc:graphicFrameChg>
        <pc:cxnChg chg="add mod">
          <ac:chgData name="Hasan Jamal" userId="6724a5da2ffd1b8f" providerId="LiveId" clId="{8D2F41AC-23D9-4DAF-938C-610805449A32}" dt="2025-05-05T05:46:20.319" v="9392" actId="1076"/>
          <ac:cxnSpMkLst>
            <pc:docMk/>
            <pc:sldMk cId="619892510" sldId="741"/>
            <ac:cxnSpMk id="17" creationId="{2DC2B760-8157-AEC2-C72B-D72AECD3F225}"/>
          </ac:cxnSpMkLst>
        </pc:cxnChg>
        <pc:cxnChg chg="add mod">
          <ac:chgData name="Hasan Jamal" userId="6724a5da2ffd1b8f" providerId="LiveId" clId="{8D2F41AC-23D9-4DAF-938C-610805449A32}" dt="2025-05-05T05:46:20.319" v="9392" actId="1076"/>
          <ac:cxnSpMkLst>
            <pc:docMk/>
            <pc:sldMk cId="619892510" sldId="741"/>
            <ac:cxnSpMk id="18" creationId="{CFD8175D-F7EF-644D-5163-AB8AFC6A852B}"/>
          </ac:cxnSpMkLst>
        </pc:cxnChg>
      </pc:sldChg>
      <pc:sldChg chg="modSp add mod modAnim">
        <pc:chgData name="Hasan Jamal" userId="6724a5da2ffd1b8f" providerId="LiveId" clId="{8D2F41AC-23D9-4DAF-938C-610805449A32}" dt="2025-05-05T07:15:20.343" v="9509"/>
        <pc:sldMkLst>
          <pc:docMk/>
          <pc:sldMk cId="1914202077" sldId="742"/>
        </pc:sldMkLst>
        <pc:spChg chg="mod">
          <ac:chgData name="Hasan Jamal" userId="6724a5da2ffd1b8f" providerId="LiveId" clId="{8D2F41AC-23D9-4DAF-938C-610805449A32}" dt="2025-05-05T07:03:16.649" v="9414" actId="207"/>
          <ac:spMkLst>
            <pc:docMk/>
            <pc:sldMk cId="1914202077" sldId="742"/>
            <ac:spMk id="54" creationId="{A4A64737-B683-9F84-45F4-15DFBE99D83B}"/>
          </ac:spMkLst>
        </pc:spChg>
        <pc:graphicFrameChg chg="modGraphic">
          <ac:chgData name="Hasan Jamal" userId="6724a5da2ffd1b8f" providerId="LiveId" clId="{8D2F41AC-23D9-4DAF-938C-610805449A32}" dt="2025-05-05T07:03:01.024" v="9410" actId="2084"/>
          <ac:graphicFrameMkLst>
            <pc:docMk/>
            <pc:sldMk cId="1914202077" sldId="742"/>
            <ac:graphicFrameMk id="2" creationId="{1632FCC9-D316-479A-FBA7-7C1780CF7249}"/>
          </ac:graphicFrameMkLst>
        </pc:graphicFrameChg>
        <pc:graphicFrameChg chg="modGraphic">
          <ac:chgData name="Hasan Jamal" userId="6724a5da2ffd1b8f" providerId="LiveId" clId="{8D2F41AC-23D9-4DAF-938C-610805449A32}" dt="2025-05-05T07:03:03.400" v="9411" actId="2084"/>
          <ac:graphicFrameMkLst>
            <pc:docMk/>
            <pc:sldMk cId="1914202077" sldId="742"/>
            <ac:graphicFrameMk id="11" creationId="{01B0E579-7B60-4540-C178-DAB8CE476B48}"/>
          </ac:graphicFrameMkLst>
        </pc:graphicFrameChg>
      </pc:sldChg>
      <pc:sldChg chg="modSp add mod modAnim">
        <pc:chgData name="Hasan Jamal" userId="6724a5da2ffd1b8f" providerId="LiveId" clId="{8D2F41AC-23D9-4DAF-938C-610805449A32}" dt="2025-05-05T07:15:29.286" v="9510"/>
        <pc:sldMkLst>
          <pc:docMk/>
          <pc:sldMk cId="3163992154" sldId="743"/>
        </pc:sldMkLst>
        <pc:graphicFrameChg chg="modGraphic">
          <ac:chgData name="Hasan Jamal" userId="6724a5da2ffd1b8f" providerId="LiveId" clId="{8D2F41AC-23D9-4DAF-938C-610805449A32}" dt="2025-05-05T07:03:45.881" v="9425" actId="20577"/>
          <ac:graphicFrameMkLst>
            <pc:docMk/>
            <pc:sldMk cId="3163992154" sldId="743"/>
            <ac:graphicFrameMk id="16" creationId="{076786C3-4BF8-4A5B-7A70-C2F52F44D5D9}"/>
          </ac:graphicFrameMkLst>
        </pc:graphicFrameChg>
      </pc:sldChg>
      <pc:sldChg chg="modSp add mod modAnim">
        <pc:chgData name="Hasan Jamal" userId="6724a5da2ffd1b8f" providerId="LiveId" clId="{8D2F41AC-23D9-4DAF-938C-610805449A32}" dt="2025-05-05T07:15:36.173" v="9511"/>
        <pc:sldMkLst>
          <pc:docMk/>
          <pc:sldMk cId="3760295675" sldId="744"/>
        </pc:sldMkLst>
        <pc:graphicFrameChg chg="modGraphic">
          <ac:chgData name="Hasan Jamal" userId="6724a5da2ffd1b8f" providerId="LiveId" clId="{8D2F41AC-23D9-4DAF-938C-610805449A32}" dt="2025-05-05T07:04:24.308" v="9430" actId="207"/>
          <ac:graphicFrameMkLst>
            <pc:docMk/>
            <pc:sldMk cId="3760295675" sldId="744"/>
            <ac:graphicFrameMk id="16" creationId="{31814722-28C7-7AB5-8488-887AEAFCF9C5}"/>
          </ac:graphicFrameMkLst>
        </pc:graphicFrameChg>
      </pc:sldChg>
      <pc:sldChg chg="modSp add mod modAnim">
        <pc:chgData name="Hasan Jamal" userId="6724a5da2ffd1b8f" providerId="LiveId" clId="{8D2F41AC-23D9-4DAF-938C-610805449A32}" dt="2025-05-05T07:15:42.068" v="9512"/>
        <pc:sldMkLst>
          <pc:docMk/>
          <pc:sldMk cId="2100751997" sldId="745"/>
        </pc:sldMkLst>
        <pc:graphicFrameChg chg="modGraphic">
          <ac:chgData name="Hasan Jamal" userId="6724a5da2ffd1b8f" providerId="LiveId" clId="{8D2F41AC-23D9-4DAF-938C-610805449A32}" dt="2025-05-05T07:04:55.939" v="9440" actId="20577"/>
          <ac:graphicFrameMkLst>
            <pc:docMk/>
            <pc:sldMk cId="2100751997" sldId="745"/>
            <ac:graphicFrameMk id="16" creationId="{7FD3FE04-0824-61F4-1DCD-E89870F7C493}"/>
          </ac:graphicFrameMkLst>
        </pc:graphicFrameChg>
      </pc:sldChg>
      <pc:sldChg chg="addSp modSp add mod modAnim">
        <pc:chgData name="Hasan Jamal" userId="6724a5da2ffd1b8f" providerId="LiveId" clId="{8D2F41AC-23D9-4DAF-938C-610805449A32}" dt="2025-05-05T07:15:53.847" v="9513"/>
        <pc:sldMkLst>
          <pc:docMk/>
          <pc:sldMk cId="2526035536" sldId="746"/>
        </pc:sldMkLst>
        <pc:spChg chg="add mod">
          <ac:chgData name="Hasan Jamal" userId="6724a5da2ffd1b8f" providerId="LiveId" clId="{8D2F41AC-23D9-4DAF-938C-610805449A32}" dt="2025-05-05T07:08:47.348" v="9461" actId="20577"/>
          <ac:spMkLst>
            <pc:docMk/>
            <pc:sldMk cId="2526035536" sldId="746"/>
            <ac:spMk id="19" creationId="{10E99AB6-3C9B-8C19-B3C5-CE110BDE1F43}"/>
          </ac:spMkLst>
        </pc:spChg>
        <pc:spChg chg="add mod">
          <ac:chgData name="Hasan Jamal" userId="6724a5da2ffd1b8f" providerId="LiveId" clId="{8D2F41AC-23D9-4DAF-938C-610805449A32}" dt="2025-05-05T07:09:22.084" v="9489"/>
          <ac:spMkLst>
            <pc:docMk/>
            <pc:sldMk cId="2526035536" sldId="746"/>
            <ac:spMk id="20" creationId="{71575B01-9452-82E7-5448-611830F4FAB0}"/>
          </ac:spMkLst>
        </pc:spChg>
        <pc:graphicFrameChg chg="modGraphic">
          <ac:chgData name="Hasan Jamal" userId="6724a5da2ffd1b8f" providerId="LiveId" clId="{8D2F41AC-23D9-4DAF-938C-610805449A32}" dt="2025-05-05T07:05:52.351" v="9442" actId="2084"/>
          <ac:graphicFrameMkLst>
            <pc:docMk/>
            <pc:sldMk cId="2526035536" sldId="746"/>
            <ac:graphicFrameMk id="16" creationId="{A883591D-4E7D-4EE5-88CE-79594C675333}"/>
          </ac:graphicFrameMkLst>
        </pc:graphicFrameChg>
      </pc:sldChg>
      <pc:sldChg chg="add del">
        <pc:chgData name="Hasan Jamal" userId="6724a5da2ffd1b8f" providerId="LiveId" clId="{8D2F41AC-23D9-4DAF-938C-610805449A32}" dt="2025-05-06T05:17:46.128" v="11814" actId="47"/>
        <pc:sldMkLst>
          <pc:docMk/>
          <pc:sldMk cId="883885068" sldId="747"/>
        </pc:sldMkLst>
      </pc:sldChg>
      <pc:sldChg chg="addSp delSp modSp add del mod modAnim">
        <pc:chgData name="Hasan Jamal" userId="6724a5da2ffd1b8f" providerId="LiveId" clId="{8D2F41AC-23D9-4DAF-938C-610805449A32}" dt="2025-05-06T04:38:28.370" v="11447" actId="47"/>
        <pc:sldMkLst>
          <pc:docMk/>
          <pc:sldMk cId="3101933787" sldId="748"/>
        </pc:sldMkLst>
        <pc:spChg chg="add mod">
          <ac:chgData name="Hasan Jamal" userId="6724a5da2ffd1b8f" providerId="LiveId" clId="{8D2F41AC-23D9-4DAF-938C-610805449A32}" dt="2025-05-06T04:25:07.398" v="11376" actId="1076"/>
          <ac:spMkLst>
            <pc:docMk/>
            <pc:sldMk cId="3101933787" sldId="748"/>
            <ac:spMk id="2" creationId="{13387635-9514-594B-BA09-2293F5B659F8}"/>
          </ac:spMkLst>
        </pc:spChg>
        <pc:spChg chg="add mod">
          <ac:chgData name="Hasan Jamal" userId="6724a5da2ffd1b8f" providerId="LiveId" clId="{8D2F41AC-23D9-4DAF-938C-610805449A32}" dt="2025-05-06T04:25:07.398" v="11376" actId="1076"/>
          <ac:spMkLst>
            <pc:docMk/>
            <pc:sldMk cId="3101933787" sldId="748"/>
            <ac:spMk id="11" creationId="{0B8359FE-7602-0C34-6919-F03DAE72D38F}"/>
          </ac:spMkLst>
        </pc:spChg>
        <pc:spChg chg="del">
          <ac:chgData name="Hasan Jamal" userId="6724a5da2ffd1b8f" providerId="LiveId" clId="{8D2F41AC-23D9-4DAF-938C-610805449A32}" dt="2025-05-06T03:10:18.758" v="10170" actId="478"/>
          <ac:spMkLst>
            <pc:docMk/>
            <pc:sldMk cId="3101933787" sldId="748"/>
            <ac:spMk id="54" creationId="{B310EDCE-7B8F-2600-6010-7103A233FF38}"/>
          </ac:spMkLst>
        </pc:spChg>
        <pc:spChg chg="add mod">
          <ac:chgData name="Hasan Jamal" userId="6724a5da2ffd1b8f" providerId="LiveId" clId="{8D2F41AC-23D9-4DAF-938C-610805449A32}" dt="2025-05-06T04:25:07.398" v="11376" actId="1076"/>
          <ac:spMkLst>
            <pc:docMk/>
            <pc:sldMk cId="3101933787" sldId="748"/>
            <ac:spMk id="59" creationId="{8E5A5037-3475-93D8-F87D-9F6247F7847A}"/>
          </ac:spMkLst>
        </pc:spChg>
        <pc:spChg chg="mod">
          <ac:chgData name="Hasan Jamal" userId="6724a5da2ffd1b8f" providerId="LiveId" clId="{8D2F41AC-23D9-4DAF-938C-610805449A32}" dt="2025-05-06T03:10:10.616" v="10169" actId="20577"/>
          <ac:spMkLst>
            <pc:docMk/>
            <pc:sldMk cId="3101933787" sldId="748"/>
            <ac:spMk id="3074" creationId="{3CEE039E-3AD0-AD2B-07E6-8B2FF1B7DCD3}"/>
          </ac:spMkLst>
        </pc:spChg>
        <pc:spChg chg="add mod">
          <ac:chgData name="Hasan Jamal" userId="6724a5da2ffd1b8f" providerId="LiveId" clId="{8D2F41AC-23D9-4DAF-938C-610805449A32}" dt="2025-05-06T04:25:07.398" v="11376" actId="1076"/>
          <ac:spMkLst>
            <pc:docMk/>
            <pc:sldMk cId="3101933787" sldId="748"/>
            <ac:spMk id="3079" creationId="{C9D12840-28C7-0837-1B4F-F017F4ED41A5}"/>
          </ac:spMkLst>
        </pc:spChg>
        <pc:spChg chg="add mod">
          <ac:chgData name="Hasan Jamal" userId="6724a5da2ffd1b8f" providerId="LiveId" clId="{8D2F41AC-23D9-4DAF-938C-610805449A32}" dt="2025-05-06T04:24:47.859" v="11375" actId="1076"/>
          <ac:spMkLst>
            <pc:docMk/>
            <pc:sldMk cId="3101933787" sldId="748"/>
            <ac:spMk id="3080" creationId="{A27E249E-C74D-4258-63C8-2B0DD320D773}"/>
          </ac:spMkLst>
        </pc:spChg>
        <pc:graphicFrameChg chg="mod">
          <ac:chgData name="Hasan Jamal" userId="6724a5da2ffd1b8f" providerId="LiveId" clId="{8D2F41AC-23D9-4DAF-938C-610805449A32}" dt="2025-05-06T03:31:22.705" v="10432" actId="1038"/>
          <ac:graphicFrameMkLst>
            <pc:docMk/>
            <pc:sldMk cId="3101933787" sldId="748"/>
            <ac:graphicFrameMk id="4" creationId="{77615137-2871-6AE3-AE04-D133B90E2FC4}"/>
          </ac:graphicFrameMkLst>
        </pc:graphicFrameChg>
        <pc:graphicFrameChg chg="del mod">
          <ac:chgData name="Hasan Jamal" userId="6724a5da2ffd1b8f" providerId="LiveId" clId="{8D2F41AC-23D9-4DAF-938C-610805449A32}" dt="2025-05-06T03:15:04.984" v="10272" actId="478"/>
          <ac:graphicFrameMkLst>
            <pc:docMk/>
            <pc:sldMk cId="3101933787" sldId="748"/>
            <ac:graphicFrameMk id="5" creationId="{77F0A179-224A-658E-1B85-31596EDA6DC2}"/>
          </ac:graphicFrameMkLst>
        </pc:graphicFrameChg>
        <pc:graphicFrameChg chg="del mod">
          <ac:chgData name="Hasan Jamal" userId="6724a5da2ffd1b8f" providerId="LiveId" clId="{8D2F41AC-23D9-4DAF-938C-610805449A32}" dt="2025-05-06T03:15:04.984" v="10272" actId="478"/>
          <ac:graphicFrameMkLst>
            <pc:docMk/>
            <pc:sldMk cId="3101933787" sldId="748"/>
            <ac:graphicFrameMk id="6" creationId="{A627AFF6-5073-5D39-BE97-9181411F0436}"/>
          </ac:graphicFrameMkLst>
        </pc:graphicFrameChg>
        <pc:graphicFrameChg chg="del mod">
          <ac:chgData name="Hasan Jamal" userId="6724a5da2ffd1b8f" providerId="LiveId" clId="{8D2F41AC-23D9-4DAF-938C-610805449A32}" dt="2025-05-06T03:15:04.984" v="10272" actId="478"/>
          <ac:graphicFrameMkLst>
            <pc:docMk/>
            <pc:sldMk cId="3101933787" sldId="748"/>
            <ac:graphicFrameMk id="7" creationId="{C40E8AD7-63CE-865F-E495-87D94586B410}"/>
          </ac:graphicFrameMkLst>
        </pc:graphicFrameChg>
        <pc:graphicFrameChg chg="del mod">
          <ac:chgData name="Hasan Jamal" userId="6724a5da2ffd1b8f" providerId="LiveId" clId="{8D2F41AC-23D9-4DAF-938C-610805449A32}" dt="2025-05-06T03:15:04.984" v="10272" actId="478"/>
          <ac:graphicFrameMkLst>
            <pc:docMk/>
            <pc:sldMk cId="3101933787" sldId="748"/>
            <ac:graphicFrameMk id="8" creationId="{4C39B5B2-1B1E-3A26-7FD5-9057A016FC2D}"/>
          </ac:graphicFrameMkLst>
        </pc:graphicFrameChg>
        <pc:graphicFrameChg chg="del mod">
          <ac:chgData name="Hasan Jamal" userId="6724a5da2ffd1b8f" providerId="LiveId" clId="{8D2F41AC-23D9-4DAF-938C-610805449A32}" dt="2025-05-06T03:15:04.984" v="10272" actId="478"/>
          <ac:graphicFrameMkLst>
            <pc:docMk/>
            <pc:sldMk cId="3101933787" sldId="748"/>
            <ac:graphicFrameMk id="9" creationId="{9AA20694-C6C2-E534-D6DA-3C01B073C5AA}"/>
          </ac:graphicFrameMkLst>
        </pc:graphicFrameChg>
        <pc:graphicFrameChg chg="del mod">
          <ac:chgData name="Hasan Jamal" userId="6724a5da2ffd1b8f" providerId="LiveId" clId="{8D2F41AC-23D9-4DAF-938C-610805449A32}" dt="2025-05-06T03:15:04.984" v="10272" actId="478"/>
          <ac:graphicFrameMkLst>
            <pc:docMk/>
            <pc:sldMk cId="3101933787" sldId="748"/>
            <ac:graphicFrameMk id="10" creationId="{3142EF12-5763-7E6F-8D4D-75F1883D3333}"/>
          </ac:graphicFrameMkLst>
        </pc:graphicFrameChg>
        <pc:graphicFrameChg chg="add mod modGraphic">
          <ac:chgData name="Hasan Jamal" userId="6724a5da2ffd1b8f" providerId="LiveId" clId="{8D2F41AC-23D9-4DAF-938C-610805449A32}" dt="2025-05-06T03:48:49.390" v="10588" actId="1036"/>
          <ac:graphicFrameMkLst>
            <pc:docMk/>
            <pc:sldMk cId="3101933787" sldId="748"/>
            <ac:graphicFrameMk id="12" creationId="{E38413BD-058B-208E-E068-BEFE7E36F91A}"/>
          </ac:graphicFrameMkLst>
        </pc:graphicFrameChg>
        <pc:graphicFrameChg chg="add mod modGraphic">
          <ac:chgData name="Hasan Jamal" userId="6724a5da2ffd1b8f" providerId="LiveId" clId="{8D2F41AC-23D9-4DAF-938C-610805449A32}" dt="2025-05-06T03:49:03.773" v="10592" actId="1038"/>
          <ac:graphicFrameMkLst>
            <pc:docMk/>
            <pc:sldMk cId="3101933787" sldId="748"/>
            <ac:graphicFrameMk id="13" creationId="{4E06B79B-2BA3-55A0-BD00-36B41CBB5879}"/>
          </ac:graphicFrameMkLst>
        </pc:graphicFrameChg>
        <pc:graphicFrameChg chg="add mod modGraphic">
          <ac:chgData name="Hasan Jamal" userId="6724a5da2ffd1b8f" providerId="LiveId" clId="{8D2F41AC-23D9-4DAF-938C-610805449A32}" dt="2025-05-06T04:25:07.398" v="11376" actId="1076"/>
          <ac:graphicFrameMkLst>
            <pc:docMk/>
            <pc:sldMk cId="3101933787" sldId="748"/>
            <ac:graphicFrameMk id="14" creationId="{B8B71CC4-3D39-FCC1-03F2-F76BAE0B3500}"/>
          </ac:graphicFrameMkLst>
        </pc:graphicFrameChg>
        <pc:graphicFrameChg chg="add mod modGraphic">
          <ac:chgData name="Hasan Jamal" userId="6724a5da2ffd1b8f" providerId="LiveId" clId="{8D2F41AC-23D9-4DAF-938C-610805449A32}" dt="2025-05-06T03:49:37.682" v="10605" actId="1036"/>
          <ac:graphicFrameMkLst>
            <pc:docMk/>
            <pc:sldMk cId="3101933787" sldId="748"/>
            <ac:graphicFrameMk id="15" creationId="{5EE8D683-9450-F6DC-FE8B-3A9A07E83433}"/>
          </ac:graphicFrameMkLst>
        </pc:graphicFrameChg>
        <pc:graphicFrameChg chg="add mod modGraphic">
          <ac:chgData name="Hasan Jamal" userId="6724a5da2ffd1b8f" providerId="LiveId" clId="{8D2F41AC-23D9-4DAF-938C-610805449A32}" dt="2025-05-06T03:49:49.890" v="10614" actId="1035"/>
          <ac:graphicFrameMkLst>
            <pc:docMk/>
            <pc:sldMk cId="3101933787" sldId="748"/>
            <ac:graphicFrameMk id="16" creationId="{7AFDE8ED-381D-2E50-7514-18E8A17EB6E1}"/>
          </ac:graphicFrameMkLst>
        </pc:graphicFrameChg>
        <pc:graphicFrameChg chg="add del mod modGraphic">
          <ac:chgData name="Hasan Jamal" userId="6724a5da2ffd1b8f" providerId="LiveId" clId="{8D2F41AC-23D9-4DAF-938C-610805449A32}" dt="2025-05-06T03:50:06.145" v="10625" actId="1037"/>
          <ac:graphicFrameMkLst>
            <pc:docMk/>
            <pc:sldMk cId="3101933787" sldId="748"/>
            <ac:graphicFrameMk id="17" creationId="{FD7D480A-DB31-8048-A5D2-77EF0CEFE5B6}"/>
          </ac:graphicFrameMkLst>
        </pc:graphicFrameChg>
        <pc:graphicFrameChg chg="add mod modGraphic">
          <ac:chgData name="Hasan Jamal" userId="6724a5da2ffd1b8f" providerId="LiveId" clId="{8D2F41AC-23D9-4DAF-938C-610805449A32}" dt="2025-05-06T03:50:21.102" v="10632" actId="1036"/>
          <ac:graphicFrameMkLst>
            <pc:docMk/>
            <pc:sldMk cId="3101933787" sldId="748"/>
            <ac:graphicFrameMk id="18" creationId="{3E0E932C-A342-8635-0797-8D74336F29FD}"/>
          </ac:graphicFrameMkLst>
        </pc:graphicFrameChg>
        <pc:graphicFrameChg chg="del mod">
          <ac:chgData name="Hasan Jamal" userId="6724a5da2ffd1b8f" providerId="LiveId" clId="{8D2F41AC-23D9-4DAF-938C-610805449A32}" dt="2025-05-06T03:15:04.984" v="10272" actId="478"/>
          <ac:graphicFrameMkLst>
            <pc:docMk/>
            <pc:sldMk cId="3101933787" sldId="748"/>
            <ac:graphicFrameMk id="20" creationId="{F4F06A9D-B7EB-FD64-12FA-3C43C7CB4EDA}"/>
          </ac:graphicFrameMkLst>
        </pc:graphicFrameChg>
        <pc:graphicFrameChg chg="mod">
          <ac:chgData name="Hasan Jamal" userId="6724a5da2ffd1b8f" providerId="LiveId" clId="{8D2F41AC-23D9-4DAF-938C-610805449A32}" dt="2025-05-06T03:13:33.481" v="10254" actId="1076"/>
          <ac:graphicFrameMkLst>
            <pc:docMk/>
            <pc:sldMk cId="3101933787" sldId="748"/>
            <ac:graphicFrameMk id="21" creationId="{F482C023-F658-2C3D-35F6-95A0504D2579}"/>
          </ac:graphicFrameMkLst>
        </pc:graphicFrameChg>
        <pc:graphicFrameChg chg="del mod">
          <ac:chgData name="Hasan Jamal" userId="6724a5da2ffd1b8f" providerId="LiveId" clId="{8D2F41AC-23D9-4DAF-938C-610805449A32}" dt="2025-05-06T03:15:04.984" v="10272" actId="478"/>
          <ac:graphicFrameMkLst>
            <pc:docMk/>
            <pc:sldMk cId="3101933787" sldId="748"/>
            <ac:graphicFrameMk id="22" creationId="{46273867-1DB6-F84F-1ACC-AAE2C8409F1A}"/>
          </ac:graphicFrameMkLst>
        </pc:graphicFrameChg>
        <pc:graphicFrameChg chg="del mod">
          <ac:chgData name="Hasan Jamal" userId="6724a5da2ffd1b8f" providerId="LiveId" clId="{8D2F41AC-23D9-4DAF-938C-610805449A32}" dt="2025-05-06T03:15:04.984" v="10272" actId="478"/>
          <ac:graphicFrameMkLst>
            <pc:docMk/>
            <pc:sldMk cId="3101933787" sldId="748"/>
            <ac:graphicFrameMk id="23" creationId="{A1A05E43-C355-AE1C-12FE-E674F07939AB}"/>
          </ac:graphicFrameMkLst>
        </pc:graphicFrameChg>
        <pc:graphicFrameChg chg="del mod">
          <ac:chgData name="Hasan Jamal" userId="6724a5da2ffd1b8f" providerId="LiveId" clId="{8D2F41AC-23D9-4DAF-938C-610805449A32}" dt="2025-05-06T03:15:04.984" v="10272" actId="478"/>
          <ac:graphicFrameMkLst>
            <pc:docMk/>
            <pc:sldMk cId="3101933787" sldId="748"/>
            <ac:graphicFrameMk id="24" creationId="{C52A2CE2-C9AB-EDA1-9AB1-D4F95DE26EEC}"/>
          </ac:graphicFrameMkLst>
        </pc:graphicFrameChg>
        <pc:graphicFrameChg chg="mod">
          <ac:chgData name="Hasan Jamal" userId="6724a5da2ffd1b8f" providerId="LiveId" clId="{8D2F41AC-23D9-4DAF-938C-610805449A32}" dt="2025-05-06T03:13:33.481" v="10254" actId="1076"/>
          <ac:graphicFrameMkLst>
            <pc:docMk/>
            <pc:sldMk cId="3101933787" sldId="748"/>
            <ac:graphicFrameMk id="25" creationId="{4EC3C020-6F00-3D8E-77EE-E6F63B17AA4B}"/>
          </ac:graphicFrameMkLst>
        </pc:graphicFrameChg>
        <pc:graphicFrameChg chg="add mod modGraphic">
          <ac:chgData name="Hasan Jamal" userId="6724a5da2ffd1b8f" providerId="LiveId" clId="{8D2F41AC-23D9-4DAF-938C-610805449A32}" dt="2025-05-06T03:52:15.695" v="10640" actId="1035"/>
          <ac:graphicFrameMkLst>
            <pc:docMk/>
            <pc:sldMk cId="3101933787" sldId="748"/>
            <ac:graphicFrameMk id="32" creationId="{CB4C114F-ADCD-4B23-F6F4-A77E86003E53}"/>
          </ac:graphicFrameMkLst>
        </pc:graphicFrameChg>
        <pc:graphicFrameChg chg="add del mod">
          <ac:chgData name="Hasan Jamal" userId="6724a5da2ffd1b8f" providerId="LiveId" clId="{8D2F41AC-23D9-4DAF-938C-610805449A32}" dt="2025-05-06T03:18:46.731" v="10355" actId="478"/>
          <ac:graphicFrameMkLst>
            <pc:docMk/>
            <pc:sldMk cId="3101933787" sldId="748"/>
            <ac:graphicFrameMk id="33" creationId="{0EA9C2C8-B71E-0C67-7412-1E3AC9F313F2}"/>
          </ac:graphicFrameMkLst>
        </pc:graphicFrameChg>
        <pc:graphicFrameChg chg="add del mod">
          <ac:chgData name="Hasan Jamal" userId="6724a5da2ffd1b8f" providerId="LiveId" clId="{8D2F41AC-23D9-4DAF-938C-610805449A32}" dt="2025-05-06T03:18:46.731" v="10355" actId="478"/>
          <ac:graphicFrameMkLst>
            <pc:docMk/>
            <pc:sldMk cId="3101933787" sldId="748"/>
            <ac:graphicFrameMk id="34" creationId="{24E5ADAC-C150-7E24-C4F9-87753E7FDB69}"/>
          </ac:graphicFrameMkLst>
        </pc:graphicFrameChg>
        <pc:graphicFrameChg chg="add del mod">
          <ac:chgData name="Hasan Jamal" userId="6724a5da2ffd1b8f" providerId="LiveId" clId="{8D2F41AC-23D9-4DAF-938C-610805449A32}" dt="2025-05-06T03:18:46.731" v="10355" actId="478"/>
          <ac:graphicFrameMkLst>
            <pc:docMk/>
            <pc:sldMk cId="3101933787" sldId="748"/>
            <ac:graphicFrameMk id="35" creationId="{0E8AF266-EAF9-2AB7-460E-91AC37B14694}"/>
          </ac:graphicFrameMkLst>
        </pc:graphicFrameChg>
        <pc:graphicFrameChg chg="add del mod">
          <ac:chgData name="Hasan Jamal" userId="6724a5da2ffd1b8f" providerId="LiveId" clId="{8D2F41AC-23D9-4DAF-938C-610805449A32}" dt="2025-05-06T03:18:46.731" v="10355" actId="478"/>
          <ac:graphicFrameMkLst>
            <pc:docMk/>
            <pc:sldMk cId="3101933787" sldId="748"/>
            <ac:graphicFrameMk id="36" creationId="{4A84DCB2-B46F-6491-294C-4794AA56DB3F}"/>
          </ac:graphicFrameMkLst>
        </pc:graphicFrameChg>
        <pc:graphicFrameChg chg="add del mod">
          <ac:chgData name="Hasan Jamal" userId="6724a5da2ffd1b8f" providerId="LiveId" clId="{8D2F41AC-23D9-4DAF-938C-610805449A32}" dt="2025-05-06T03:18:46.731" v="10355" actId="478"/>
          <ac:graphicFrameMkLst>
            <pc:docMk/>
            <pc:sldMk cId="3101933787" sldId="748"/>
            <ac:graphicFrameMk id="37" creationId="{A4BD0056-AEE9-38E9-87B6-BE4AE75FBEA5}"/>
          </ac:graphicFrameMkLst>
        </pc:graphicFrameChg>
        <pc:graphicFrameChg chg="add del mod">
          <ac:chgData name="Hasan Jamal" userId="6724a5da2ffd1b8f" providerId="LiveId" clId="{8D2F41AC-23D9-4DAF-938C-610805449A32}" dt="2025-05-06T03:18:46.731" v="10355" actId="478"/>
          <ac:graphicFrameMkLst>
            <pc:docMk/>
            <pc:sldMk cId="3101933787" sldId="748"/>
            <ac:graphicFrameMk id="38" creationId="{FB448442-5DF0-BDE1-6EA6-FCB22F7DB389}"/>
          </ac:graphicFrameMkLst>
        </pc:graphicFrameChg>
        <pc:graphicFrameChg chg="add del mod">
          <ac:chgData name="Hasan Jamal" userId="6724a5da2ffd1b8f" providerId="LiveId" clId="{8D2F41AC-23D9-4DAF-938C-610805449A32}" dt="2025-05-06T03:18:46.731" v="10355" actId="478"/>
          <ac:graphicFrameMkLst>
            <pc:docMk/>
            <pc:sldMk cId="3101933787" sldId="748"/>
            <ac:graphicFrameMk id="39" creationId="{D5968A31-AC45-ADC6-614F-6CD24AB42853}"/>
          </ac:graphicFrameMkLst>
        </pc:graphicFrameChg>
        <pc:graphicFrameChg chg="add del mod">
          <ac:chgData name="Hasan Jamal" userId="6724a5da2ffd1b8f" providerId="LiveId" clId="{8D2F41AC-23D9-4DAF-938C-610805449A32}" dt="2025-05-06T03:18:46.731" v="10355" actId="478"/>
          <ac:graphicFrameMkLst>
            <pc:docMk/>
            <pc:sldMk cId="3101933787" sldId="748"/>
            <ac:graphicFrameMk id="40" creationId="{2D715A01-1013-6752-3264-8149FD16C588}"/>
          </ac:graphicFrameMkLst>
        </pc:graphicFrameChg>
        <pc:graphicFrameChg chg="add del mod">
          <ac:chgData name="Hasan Jamal" userId="6724a5da2ffd1b8f" providerId="LiveId" clId="{8D2F41AC-23D9-4DAF-938C-610805449A32}" dt="2025-05-06T03:18:46.731" v="10355" actId="478"/>
          <ac:graphicFrameMkLst>
            <pc:docMk/>
            <pc:sldMk cId="3101933787" sldId="748"/>
            <ac:graphicFrameMk id="41" creationId="{64AAC462-9AD2-B4E3-D1A0-168371D864CF}"/>
          </ac:graphicFrameMkLst>
        </pc:graphicFrameChg>
        <pc:graphicFrameChg chg="add mod modGraphic">
          <ac:chgData name="Hasan Jamal" userId="6724a5da2ffd1b8f" providerId="LiveId" clId="{8D2F41AC-23D9-4DAF-938C-610805449A32}" dt="2025-05-06T03:57:22.554" v="10792" actId="1076"/>
          <ac:graphicFrameMkLst>
            <pc:docMk/>
            <pc:sldMk cId="3101933787" sldId="748"/>
            <ac:graphicFrameMk id="42" creationId="{C7EDF324-03D6-5D69-2B9B-2F11E82A38DB}"/>
          </ac:graphicFrameMkLst>
        </pc:graphicFrameChg>
        <pc:graphicFrameChg chg="add mod modGraphic">
          <ac:chgData name="Hasan Jamal" userId="6724a5da2ffd1b8f" providerId="LiveId" clId="{8D2F41AC-23D9-4DAF-938C-610805449A32}" dt="2025-05-06T03:54:20.530" v="10700" actId="1037"/>
          <ac:graphicFrameMkLst>
            <pc:docMk/>
            <pc:sldMk cId="3101933787" sldId="748"/>
            <ac:graphicFrameMk id="43" creationId="{F297E944-72B8-E750-8A43-7760DD0D91F4}"/>
          </ac:graphicFrameMkLst>
        </pc:graphicFrameChg>
        <pc:graphicFrameChg chg="add del mod modGraphic">
          <ac:chgData name="Hasan Jamal" userId="6724a5da2ffd1b8f" providerId="LiveId" clId="{8D2F41AC-23D9-4DAF-938C-610805449A32}" dt="2025-05-06T03:54:20.530" v="10700" actId="1037"/>
          <ac:graphicFrameMkLst>
            <pc:docMk/>
            <pc:sldMk cId="3101933787" sldId="748"/>
            <ac:graphicFrameMk id="44" creationId="{9EA4CB04-566E-6BFF-5CF8-A314B7B41485}"/>
          </ac:graphicFrameMkLst>
        </pc:graphicFrameChg>
        <pc:graphicFrameChg chg="add del mod modGraphic">
          <ac:chgData name="Hasan Jamal" userId="6724a5da2ffd1b8f" providerId="LiveId" clId="{8D2F41AC-23D9-4DAF-938C-610805449A32}" dt="2025-05-06T03:54:20.530" v="10700" actId="1037"/>
          <ac:graphicFrameMkLst>
            <pc:docMk/>
            <pc:sldMk cId="3101933787" sldId="748"/>
            <ac:graphicFrameMk id="45" creationId="{CBAF0C9A-16F3-94C7-233D-B857E5846CF3}"/>
          </ac:graphicFrameMkLst>
        </pc:graphicFrameChg>
        <pc:graphicFrameChg chg="add del mod modGraphic">
          <ac:chgData name="Hasan Jamal" userId="6724a5da2ffd1b8f" providerId="LiveId" clId="{8D2F41AC-23D9-4DAF-938C-610805449A32}" dt="2025-05-06T03:27:23.447" v="10383" actId="478"/>
          <ac:graphicFrameMkLst>
            <pc:docMk/>
            <pc:sldMk cId="3101933787" sldId="748"/>
            <ac:graphicFrameMk id="46" creationId="{0E19D816-18D9-BBE3-D842-3B989CA0A438}"/>
          </ac:graphicFrameMkLst>
        </pc:graphicFrameChg>
        <pc:graphicFrameChg chg="add mod modGraphic">
          <ac:chgData name="Hasan Jamal" userId="6724a5da2ffd1b8f" providerId="LiveId" clId="{8D2F41AC-23D9-4DAF-938C-610805449A32}" dt="2025-05-06T03:54:20.530" v="10700" actId="1037"/>
          <ac:graphicFrameMkLst>
            <pc:docMk/>
            <pc:sldMk cId="3101933787" sldId="748"/>
            <ac:graphicFrameMk id="47" creationId="{5BF00C39-560F-A663-9C28-30E035F2ACBF}"/>
          </ac:graphicFrameMkLst>
        </pc:graphicFrameChg>
        <pc:graphicFrameChg chg="add mod modGraphic">
          <ac:chgData name="Hasan Jamal" userId="6724a5da2ffd1b8f" providerId="LiveId" clId="{8D2F41AC-23D9-4DAF-938C-610805449A32}" dt="2025-05-06T04:25:07.398" v="11376" actId="1076"/>
          <ac:graphicFrameMkLst>
            <pc:docMk/>
            <pc:sldMk cId="3101933787" sldId="748"/>
            <ac:graphicFrameMk id="55" creationId="{C8D66472-AD77-82A2-82B2-9BFB8B470014}"/>
          </ac:graphicFrameMkLst>
        </pc:graphicFrameChg>
        <pc:graphicFrameChg chg="add mod modGraphic">
          <ac:chgData name="Hasan Jamal" userId="6724a5da2ffd1b8f" providerId="LiveId" clId="{8D2F41AC-23D9-4DAF-938C-610805449A32}" dt="2025-05-06T03:57:22.554" v="10792" actId="1076"/>
          <ac:graphicFrameMkLst>
            <pc:docMk/>
            <pc:sldMk cId="3101933787" sldId="748"/>
            <ac:graphicFrameMk id="56" creationId="{81D99356-39B6-5ABF-4517-6EA36697DAB3}"/>
          </ac:graphicFrameMkLst>
        </pc:graphicFrameChg>
        <pc:graphicFrameChg chg="add mod modGraphic">
          <ac:chgData name="Hasan Jamal" userId="6724a5da2ffd1b8f" providerId="LiveId" clId="{8D2F41AC-23D9-4DAF-938C-610805449A32}" dt="2025-05-06T04:25:07.398" v="11376" actId="1076"/>
          <ac:graphicFrameMkLst>
            <pc:docMk/>
            <pc:sldMk cId="3101933787" sldId="748"/>
            <ac:graphicFrameMk id="57" creationId="{83BDAC4D-BF27-DDEB-2021-917A5693363E}"/>
          </ac:graphicFrameMkLst>
        </pc:graphicFrameChg>
        <pc:graphicFrameChg chg="add mod modGraphic">
          <ac:chgData name="Hasan Jamal" userId="6724a5da2ffd1b8f" providerId="LiveId" clId="{8D2F41AC-23D9-4DAF-938C-610805449A32}" dt="2025-05-06T03:54:20.530" v="10700" actId="1037"/>
          <ac:graphicFrameMkLst>
            <pc:docMk/>
            <pc:sldMk cId="3101933787" sldId="748"/>
            <ac:graphicFrameMk id="58" creationId="{32619109-3DDF-F05D-FFD4-781354D0462E}"/>
          </ac:graphicFrameMkLst>
        </pc:graphicFrameChg>
        <pc:graphicFrameChg chg="add mod modGraphic">
          <ac:chgData name="Hasan Jamal" userId="6724a5da2ffd1b8f" providerId="LiveId" clId="{8D2F41AC-23D9-4DAF-938C-610805449A32}" dt="2025-05-06T04:25:07.398" v="11376" actId="1076"/>
          <ac:graphicFrameMkLst>
            <pc:docMk/>
            <pc:sldMk cId="3101933787" sldId="748"/>
            <ac:graphicFrameMk id="60" creationId="{F57F2F78-A084-68EB-2BF5-89B49E1402FE}"/>
          </ac:graphicFrameMkLst>
        </pc:graphicFrameChg>
        <pc:graphicFrameChg chg="add mod modGraphic">
          <ac:chgData name="Hasan Jamal" userId="6724a5da2ffd1b8f" providerId="LiveId" clId="{8D2F41AC-23D9-4DAF-938C-610805449A32}" dt="2025-05-06T04:25:07.398" v="11376" actId="1076"/>
          <ac:graphicFrameMkLst>
            <pc:docMk/>
            <pc:sldMk cId="3101933787" sldId="748"/>
            <ac:graphicFrameMk id="61" creationId="{307F7D53-C04E-3BC9-3E99-07A10899CCC8}"/>
          </ac:graphicFrameMkLst>
        </pc:graphicFrameChg>
        <pc:graphicFrameChg chg="add mod modGraphic">
          <ac:chgData name="Hasan Jamal" userId="6724a5da2ffd1b8f" providerId="LiveId" clId="{8D2F41AC-23D9-4DAF-938C-610805449A32}" dt="2025-05-06T03:57:03.983" v="10791" actId="1038"/>
          <ac:graphicFrameMkLst>
            <pc:docMk/>
            <pc:sldMk cId="3101933787" sldId="748"/>
            <ac:graphicFrameMk id="62" creationId="{407CEF71-BD54-A488-3864-12857BA8F615}"/>
          </ac:graphicFrameMkLst>
        </pc:graphicFrameChg>
        <pc:graphicFrameChg chg="add mod modGraphic">
          <ac:chgData name="Hasan Jamal" userId="6724a5da2ffd1b8f" providerId="LiveId" clId="{8D2F41AC-23D9-4DAF-938C-610805449A32}" dt="2025-05-06T03:57:22.554" v="10792" actId="1076"/>
          <ac:graphicFrameMkLst>
            <pc:docMk/>
            <pc:sldMk cId="3101933787" sldId="748"/>
            <ac:graphicFrameMk id="63" creationId="{43BFAA57-16BD-B446-1DBD-D02ADD1EB6DF}"/>
          </ac:graphicFrameMkLst>
        </pc:graphicFrameChg>
        <pc:graphicFrameChg chg="add mod modGraphic">
          <ac:chgData name="Hasan Jamal" userId="6724a5da2ffd1b8f" providerId="LiveId" clId="{8D2F41AC-23D9-4DAF-938C-610805449A32}" dt="2025-05-06T04:25:07.398" v="11376" actId="1076"/>
          <ac:graphicFrameMkLst>
            <pc:docMk/>
            <pc:sldMk cId="3101933787" sldId="748"/>
            <ac:graphicFrameMk id="3072" creationId="{7650AE6C-A002-8A27-74F9-A54E13CEABB9}"/>
          </ac:graphicFrameMkLst>
        </pc:graphicFrameChg>
        <pc:graphicFrameChg chg="add mod modGraphic">
          <ac:chgData name="Hasan Jamal" userId="6724a5da2ffd1b8f" providerId="LiveId" clId="{8D2F41AC-23D9-4DAF-938C-610805449A32}" dt="2025-05-06T03:57:03.983" v="10791" actId="1038"/>
          <ac:graphicFrameMkLst>
            <pc:docMk/>
            <pc:sldMk cId="3101933787" sldId="748"/>
            <ac:graphicFrameMk id="3073" creationId="{95626DE6-1DB4-10C5-AA0E-CF875BF13EDD}"/>
          </ac:graphicFrameMkLst>
        </pc:graphicFrameChg>
        <pc:graphicFrameChg chg="add mod modGraphic">
          <ac:chgData name="Hasan Jamal" userId="6724a5da2ffd1b8f" providerId="LiveId" clId="{8D2F41AC-23D9-4DAF-938C-610805449A32}" dt="2025-05-06T03:57:03.983" v="10791" actId="1038"/>
          <ac:graphicFrameMkLst>
            <pc:docMk/>
            <pc:sldMk cId="3101933787" sldId="748"/>
            <ac:graphicFrameMk id="3075" creationId="{49A50C91-168E-EB67-8976-6496BE2BB131}"/>
          </ac:graphicFrameMkLst>
        </pc:graphicFrameChg>
        <pc:graphicFrameChg chg="add mod modGraphic">
          <ac:chgData name="Hasan Jamal" userId="6724a5da2ffd1b8f" providerId="LiveId" clId="{8D2F41AC-23D9-4DAF-938C-610805449A32}" dt="2025-05-06T03:57:03.983" v="10791" actId="1038"/>
          <ac:graphicFrameMkLst>
            <pc:docMk/>
            <pc:sldMk cId="3101933787" sldId="748"/>
            <ac:graphicFrameMk id="3076" creationId="{AD5CEE75-18B3-5269-0A98-144C8AF3743A}"/>
          </ac:graphicFrameMkLst>
        </pc:graphicFrameChg>
        <pc:graphicFrameChg chg="add mod modGraphic">
          <ac:chgData name="Hasan Jamal" userId="6724a5da2ffd1b8f" providerId="LiveId" clId="{8D2F41AC-23D9-4DAF-938C-610805449A32}" dt="2025-05-06T03:57:03.983" v="10791" actId="1038"/>
          <ac:graphicFrameMkLst>
            <pc:docMk/>
            <pc:sldMk cId="3101933787" sldId="748"/>
            <ac:graphicFrameMk id="3077" creationId="{A18B47AE-D6D7-2C7B-A5BE-C81C2D684A65}"/>
          </ac:graphicFrameMkLst>
        </pc:graphicFrameChg>
        <pc:graphicFrameChg chg="add mod modGraphic">
          <ac:chgData name="Hasan Jamal" userId="6724a5da2ffd1b8f" providerId="LiveId" clId="{8D2F41AC-23D9-4DAF-938C-610805449A32}" dt="2025-05-06T03:57:03.983" v="10791" actId="1038"/>
          <ac:graphicFrameMkLst>
            <pc:docMk/>
            <pc:sldMk cId="3101933787" sldId="748"/>
            <ac:graphicFrameMk id="3078" creationId="{FD954E6E-F96D-777F-DAEA-4ED97C5BAFF8}"/>
          </ac:graphicFrameMkLst>
        </pc:graphicFrameChg>
      </pc:sldChg>
      <pc:sldChg chg="addSp modSp add mod">
        <pc:chgData name="Hasan Jamal" userId="6724a5da2ffd1b8f" providerId="LiveId" clId="{8D2F41AC-23D9-4DAF-938C-610805449A32}" dt="2025-05-05T10:03:16.004" v="9892"/>
        <pc:sldMkLst>
          <pc:docMk/>
          <pc:sldMk cId="630300205" sldId="749"/>
        </pc:sldMkLst>
        <pc:spChg chg="add mod">
          <ac:chgData name="Hasan Jamal" userId="6724a5da2ffd1b8f" providerId="LiveId" clId="{8D2F41AC-23D9-4DAF-938C-610805449A32}" dt="2025-05-05T07:34:11.100" v="9599" actId="1035"/>
          <ac:spMkLst>
            <pc:docMk/>
            <pc:sldMk cId="630300205" sldId="749"/>
            <ac:spMk id="6" creationId="{474F2067-200E-DDCD-6BF0-7F177394CF63}"/>
          </ac:spMkLst>
        </pc:spChg>
        <pc:spChg chg="add mod">
          <ac:chgData name="Hasan Jamal" userId="6724a5da2ffd1b8f" providerId="LiveId" clId="{8D2F41AC-23D9-4DAF-938C-610805449A32}" dt="2025-05-05T07:34:21.982" v="9607" actId="20577"/>
          <ac:spMkLst>
            <pc:docMk/>
            <pc:sldMk cId="630300205" sldId="749"/>
            <ac:spMk id="7" creationId="{4C931216-B670-25BC-E392-4D408B8D04AB}"/>
          </ac:spMkLst>
        </pc:spChg>
        <pc:spChg chg="add mod">
          <ac:chgData name="Hasan Jamal" userId="6724a5da2ffd1b8f" providerId="LiveId" clId="{8D2F41AC-23D9-4DAF-938C-610805449A32}" dt="2025-05-05T10:03:16.004" v="9892"/>
          <ac:spMkLst>
            <pc:docMk/>
            <pc:sldMk cId="630300205" sldId="749"/>
            <ac:spMk id="8" creationId="{796F4AD5-2D8D-FB77-72D9-04F55178598A}"/>
          </ac:spMkLst>
        </pc:spChg>
        <pc:spChg chg="mod">
          <ac:chgData name="Hasan Jamal" userId="6724a5da2ffd1b8f" providerId="LiveId" clId="{8D2F41AC-23D9-4DAF-938C-610805449A32}" dt="2025-05-05T07:33:31.551" v="9583" actId="20577"/>
          <ac:spMkLst>
            <pc:docMk/>
            <pc:sldMk cId="630300205" sldId="749"/>
            <ac:spMk id="54" creationId="{6B2142FD-9E4E-B8C2-FD35-94C2C82F58EC}"/>
          </ac:spMkLst>
        </pc:spChg>
        <pc:graphicFrameChg chg="add mod modGraphic">
          <ac:chgData name="Hasan Jamal" userId="6724a5da2ffd1b8f" providerId="LiveId" clId="{8D2F41AC-23D9-4DAF-938C-610805449A32}" dt="2025-05-05T07:35:32.785" v="9618" actId="20577"/>
          <ac:graphicFrameMkLst>
            <pc:docMk/>
            <pc:sldMk cId="630300205" sldId="749"/>
            <ac:graphicFrameMk id="2" creationId="{53CF2CEB-5EC6-2CFC-729B-4199B8CB6DB9}"/>
          </ac:graphicFrameMkLst>
        </pc:graphicFrameChg>
        <pc:graphicFrameChg chg="modGraphic">
          <ac:chgData name="Hasan Jamal" userId="6724a5da2ffd1b8f" providerId="LiveId" clId="{8D2F41AC-23D9-4DAF-938C-610805449A32}" dt="2025-05-05T10:02:27.578" v="9872" actId="2084"/>
          <ac:graphicFrameMkLst>
            <pc:docMk/>
            <pc:sldMk cId="630300205" sldId="749"/>
            <ac:graphicFrameMk id="4" creationId="{BF858165-2B0A-4951-098C-954000B09089}"/>
          </ac:graphicFrameMkLst>
        </pc:graphicFrameChg>
        <pc:graphicFrameChg chg="add mod modGraphic">
          <ac:chgData name="Hasan Jamal" userId="6724a5da2ffd1b8f" providerId="LiveId" clId="{8D2F41AC-23D9-4DAF-938C-610805449A32}" dt="2025-05-05T07:35:49.804" v="9627" actId="20577"/>
          <ac:graphicFrameMkLst>
            <pc:docMk/>
            <pc:sldMk cId="630300205" sldId="749"/>
            <ac:graphicFrameMk id="5" creationId="{71924972-0C05-C464-6A9B-94BA81FD4196}"/>
          </ac:graphicFrameMkLst>
        </pc:graphicFrameChg>
      </pc:sldChg>
      <pc:sldChg chg="addSp modSp add mod">
        <pc:chgData name="Hasan Jamal" userId="6724a5da2ffd1b8f" providerId="LiveId" clId="{8D2F41AC-23D9-4DAF-938C-610805449A32}" dt="2025-05-05T10:03:19.632" v="9893"/>
        <pc:sldMkLst>
          <pc:docMk/>
          <pc:sldMk cId="3543644853" sldId="750"/>
        </pc:sldMkLst>
        <pc:spChg chg="add mod">
          <ac:chgData name="Hasan Jamal" userId="6724a5da2ffd1b8f" providerId="LiveId" clId="{8D2F41AC-23D9-4DAF-938C-610805449A32}" dt="2025-05-05T07:38:11.330" v="9701" actId="1037"/>
          <ac:spMkLst>
            <pc:docMk/>
            <pc:sldMk cId="3543644853" sldId="750"/>
            <ac:spMk id="10" creationId="{3E9EF02E-DAB2-1809-C2C3-96D4C08272E8}"/>
          </ac:spMkLst>
        </pc:spChg>
        <pc:spChg chg="add mod">
          <ac:chgData name="Hasan Jamal" userId="6724a5da2ffd1b8f" providerId="LiveId" clId="{8D2F41AC-23D9-4DAF-938C-610805449A32}" dt="2025-05-05T07:38:11.330" v="9701" actId="1037"/>
          <ac:spMkLst>
            <pc:docMk/>
            <pc:sldMk cId="3543644853" sldId="750"/>
            <ac:spMk id="11" creationId="{EAD40099-F357-8801-5DC4-371DAD1F2BC6}"/>
          </ac:spMkLst>
        </pc:spChg>
        <pc:spChg chg="add mod">
          <ac:chgData name="Hasan Jamal" userId="6724a5da2ffd1b8f" providerId="LiveId" clId="{8D2F41AC-23D9-4DAF-938C-610805449A32}" dt="2025-05-05T09:44:02.831" v="9830" actId="1076"/>
          <ac:spMkLst>
            <pc:docMk/>
            <pc:sldMk cId="3543644853" sldId="750"/>
            <ac:spMk id="12" creationId="{B9CC76C0-DB6D-B697-6F30-6E429A570945}"/>
          </ac:spMkLst>
        </pc:spChg>
        <pc:spChg chg="add mod">
          <ac:chgData name="Hasan Jamal" userId="6724a5da2ffd1b8f" providerId="LiveId" clId="{8D2F41AC-23D9-4DAF-938C-610805449A32}" dt="2025-05-05T10:03:19.632" v="9893"/>
          <ac:spMkLst>
            <pc:docMk/>
            <pc:sldMk cId="3543644853" sldId="750"/>
            <ac:spMk id="13" creationId="{2ED68D21-5668-FB36-08F6-735C59F6023B}"/>
          </ac:spMkLst>
        </pc:spChg>
        <pc:spChg chg="mod">
          <ac:chgData name="Hasan Jamal" userId="6724a5da2ffd1b8f" providerId="LiveId" clId="{8D2F41AC-23D9-4DAF-938C-610805449A32}" dt="2025-05-05T07:36:38.572" v="9662" actId="255"/>
          <ac:spMkLst>
            <pc:docMk/>
            <pc:sldMk cId="3543644853" sldId="750"/>
            <ac:spMk id="54" creationId="{AE5FF9FD-29F4-F129-BBC1-6E4551AEAFC3}"/>
          </ac:spMkLst>
        </pc:spChg>
        <pc:graphicFrameChg chg="modGraphic">
          <ac:chgData name="Hasan Jamal" userId="6724a5da2ffd1b8f" providerId="LiveId" clId="{8D2F41AC-23D9-4DAF-938C-610805449A32}" dt="2025-05-05T10:02:32.839" v="9873" actId="2084"/>
          <ac:graphicFrameMkLst>
            <pc:docMk/>
            <pc:sldMk cId="3543644853" sldId="750"/>
            <ac:graphicFrameMk id="4" creationId="{F7D2DBEC-A534-D0E4-4AA3-4BA117E51F6B}"/>
          </ac:graphicFrameMkLst>
        </pc:graphicFrameChg>
        <pc:graphicFrameChg chg="add mod modGraphic">
          <ac:chgData name="Hasan Jamal" userId="6724a5da2ffd1b8f" providerId="LiveId" clId="{8D2F41AC-23D9-4DAF-938C-610805449A32}" dt="2025-05-05T09:57:05.318" v="9854" actId="20577"/>
          <ac:graphicFrameMkLst>
            <pc:docMk/>
            <pc:sldMk cId="3543644853" sldId="750"/>
            <ac:graphicFrameMk id="8" creationId="{345FA541-D064-9F97-2330-BC690D75D392}"/>
          </ac:graphicFrameMkLst>
        </pc:graphicFrameChg>
        <pc:graphicFrameChg chg="add mod modGraphic">
          <ac:chgData name="Hasan Jamal" userId="6724a5da2ffd1b8f" providerId="LiveId" clId="{8D2F41AC-23D9-4DAF-938C-610805449A32}" dt="2025-05-05T09:59:02.142" v="9863" actId="20577"/>
          <ac:graphicFrameMkLst>
            <pc:docMk/>
            <pc:sldMk cId="3543644853" sldId="750"/>
            <ac:graphicFrameMk id="9" creationId="{11990C3B-035B-289E-7962-E2B766442509}"/>
          </ac:graphicFrameMkLst>
        </pc:graphicFrameChg>
      </pc:sldChg>
      <pc:sldChg chg="addSp delSp modSp add mod modAnim">
        <pc:chgData name="Hasan Jamal" userId="6724a5da2ffd1b8f" providerId="LiveId" clId="{8D2F41AC-23D9-4DAF-938C-610805449A32}" dt="2025-05-05T10:03:21.097" v="9894"/>
        <pc:sldMkLst>
          <pc:docMk/>
          <pc:sldMk cId="709170550" sldId="751"/>
        </pc:sldMkLst>
        <pc:spChg chg="del">
          <ac:chgData name="Hasan Jamal" userId="6724a5da2ffd1b8f" providerId="LiveId" clId="{8D2F41AC-23D9-4DAF-938C-610805449A32}" dt="2025-05-05T09:44:07.749" v="9831" actId="478"/>
          <ac:spMkLst>
            <pc:docMk/>
            <pc:sldMk cId="709170550" sldId="751"/>
            <ac:spMk id="12" creationId="{8ED72B90-9024-9FC6-3476-8374C5566A64}"/>
          </ac:spMkLst>
        </pc:spChg>
        <pc:spChg chg="add mod">
          <ac:chgData name="Hasan Jamal" userId="6724a5da2ffd1b8f" providerId="LiveId" clId="{8D2F41AC-23D9-4DAF-938C-610805449A32}" dt="2025-05-05T09:45:36.484" v="9840" actId="20577"/>
          <ac:spMkLst>
            <pc:docMk/>
            <pc:sldMk cId="709170550" sldId="751"/>
            <ac:spMk id="14" creationId="{C4DC63BB-7574-B960-A4BD-29B6FB6A97D4}"/>
          </ac:spMkLst>
        </pc:spChg>
        <pc:spChg chg="add mod">
          <ac:chgData name="Hasan Jamal" userId="6724a5da2ffd1b8f" providerId="LiveId" clId="{8D2F41AC-23D9-4DAF-938C-610805449A32}" dt="2025-05-05T09:44:11.702" v="9832"/>
          <ac:spMkLst>
            <pc:docMk/>
            <pc:sldMk cId="709170550" sldId="751"/>
            <ac:spMk id="15" creationId="{04A844A3-DA35-BE7F-65A0-B5657F3F5ECE}"/>
          </ac:spMkLst>
        </pc:spChg>
        <pc:spChg chg="add mod">
          <ac:chgData name="Hasan Jamal" userId="6724a5da2ffd1b8f" providerId="LiveId" clId="{8D2F41AC-23D9-4DAF-938C-610805449A32}" dt="2025-05-05T10:03:21.097" v="9894"/>
          <ac:spMkLst>
            <pc:docMk/>
            <pc:sldMk cId="709170550" sldId="751"/>
            <ac:spMk id="19" creationId="{D12A1942-7F4F-03F2-C522-E5ECF60E50F2}"/>
          </ac:spMkLst>
        </pc:spChg>
        <pc:spChg chg="mod">
          <ac:chgData name="Hasan Jamal" userId="6724a5da2ffd1b8f" providerId="LiveId" clId="{8D2F41AC-23D9-4DAF-938C-610805449A32}" dt="2025-05-05T09:40:21.965" v="9777" actId="20577"/>
          <ac:spMkLst>
            <pc:docMk/>
            <pc:sldMk cId="709170550" sldId="751"/>
            <ac:spMk id="54" creationId="{639D749F-EE6C-9D56-D9FF-A47C82F3B862}"/>
          </ac:spMkLst>
        </pc:spChg>
        <pc:graphicFrameChg chg="modGraphic">
          <ac:chgData name="Hasan Jamal" userId="6724a5da2ffd1b8f" providerId="LiveId" clId="{8D2F41AC-23D9-4DAF-938C-610805449A32}" dt="2025-05-05T10:02:45.136" v="9874" actId="2084"/>
          <ac:graphicFrameMkLst>
            <pc:docMk/>
            <pc:sldMk cId="709170550" sldId="751"/>
            <ac:graphicFrameMk id="4" creationId="{7D366541-EA60-F1D2-2E7C-B17ABB6325E3}"/>
          </ac:graphicFrameMkLst>
        </pc:graphicFrameChg>
        <pc:graphicFrameChg chg="del">
          <ac:chgData name="Hasan Jamal" userId="6724a5da2ffd1b8f" providerId="LiveId" clId="{8D2F41AC-23D9-4DAF-938C-610805449A32}" dt="2025-05-05T10:00:16.038" v="9864" actId="478"/>
          <ac:graphicFrameMkLst>
            <pc:docMk/>
            <pc:sldMk cId="709170550" sldId="751"/>
            <ac:graphicFrameMk id="8" creationId="{A2CE1881-9899-5570-6E82-E539BD0EE23C}"/>
          </ac:graphicFrameMkLst>
        </pc:graphicFrameChg>
        <pc:graphicFrameChg chg="del">
          <ac:chgData name="Hasan Jamal" userId="6724a5da2ffd1b8f" providerId="LiveId" clId="{8D2F41AC-23D9-4DAF-938C-610805449A32}" dt="2025-05-05T10:00:16.038" v="9864" actId="478"/>
          <ac:graphicFrameMkLst>
            <pc:docMk/>
            <pc:sldMk cId="709170550" sldId="751"/>
            <ac:graphicFrameMk id="9" creationId="{D0A34C14-13C0-3D11-7C09-D461D2348E69}"/>
          </ac:graphicFrameMkLst>
        </pc:graphicFrameChg>
        <pc:graphicFrameChg chg="add mod modGraphic">
          <ac:chgData name="Hasan Jamal" userId="6724a5da2ffd1b8f" providerId="LiveId" clId="{8D2F41AC-23D9-4DAF-938C-610805449A32}" dt="2025-05-05T10:01:07.671" v="9867" actId="20577"/>
          <ac:graphicFrameMkLst>
            <pc:docMk/>
            <pc:sldMk cId="709170550" sldId="751"/>
            <ac:graphicFrameMk id="16" creationId="{5A639D9F-CBD3-3715-524B-028279B91DDF}"/>
          </ac:graphicFrameMkLst>
        </pc:graphicFrameChg>
        <pc:graphicFrameChg chg="add mod">
          <ac:chgData name="Hasan Jamal" userId="6724a5da2ffd1b8f" providerId="LiveId" clId="{8D2F41AC-23D9-4DAF-938C-610805449A32}" dt="2025-05-05T10:00:16.953" v="9865"/>
          <ac:graphicFrameMkLst>
            <pc:docMk/>
            <pc:sldMk cId="709170550" sldId="751"/>
            <ac:graphicFrameMk id="17" creationId="{BC611394-1119-662B-1DD1-75CA12F33B05}"/>
          </ac:graphicFrameMkLst>
        </pc:graphicFrameChg>
        <pc:graphicFrameChg chg="add mod">
          <ac:chgData name="Hasan Jamal" userId="6724a5da2ffd1b8f" providerId="LiveId" clId="{8D2F41AC-23D9-4DAF-938C-610805449A32}" dt="2025-05-05T10:00:16.953" v="9865"/>
          <ac:graphicFrameMkLst>
            <pc:docMk/>
            <pc:sldMk cId="709170550" sldId="751"/>
            <ac:graphicFrameMk id="18" creationId="{22461BC7-35E8-081E-8337-037833EA7505}"/>
          </ac:graphicFrameMkLst>
        </pc:graphicFrameChg>
      </pc:sldChg>
      <pc:sldChg chg="modSp add del mod">
        <pc:chgData name="Hasan Jamal" userId="6724a5da2ffd1b8f" providerId="LiveId" clId="{8D2F41AC-23D9-4DAF-938C-610805449A32}" dt="2025-05-05T10:00:37.470" v="9866" actId="47"/>
        <pc:sldMkLst>
          <pc:docMk/>
          <pc:sldMk cId="418395263" sldId="752"/>
        </pc:sldMkLst>
        <pc:graphicFrameChg chg="modGraphic">
          <ac:chgData name="Hasan Jamal" userId="6724a5da2ffd1b8f" providerId="LiveId" clId="{8D2F41AC-23D9-4DAF-938C-610805449A32}" dt="2025-05-05T09:53:41.333" v="9846" actId="20577"/>
          <ac:graphicFrameMkLst>
            <pc:docMk/>
            <pc:sldMk cId="418395263" sldId="752"/>
            <ac:graphicFrameMk id="16" creationId="{79E2300C-F8F5-E0D1-74AA-93C65173D793}"/>
          </ac:graphicFrameMkLst>
        </pc:graphicFrameChg>
      </pc:sldChg>
      <pc:sldChg chg="addSp modSp add mod">
        <pc:chgData name="Hasan Jamal" userId="6724a5da2ffd1b8f" providerId="LiveId" clId="{8D2F41AC-23D9-4DAF-938C-610805449A32}" dt="2025-05-05T10:03:41.295" v="9896" actId="207"/>
        <pc:sldMkLst>
          <pc:docMk/>
          <pc:sldMk cId="2491655400" sldId="752"/>
        </pc:sldMkLst>
        <pc:spChg chg="add mod">
          <ac:chgData name="Hasan Jamal" userId="6724a5da2ffd1b8f" providerId="LiveId" clId="{8D2F41AC-23D9-4DAF-938C-610805449A32}" dt="2025-05-05T10:03:22.918" v="9895"/>
          <ac:spMkLst>
            <pc:docMk/>
            <pc:sldMk cId="2491655400" sldId="752"/>
            <ac:spMk id="8" creationId="{5CC53DAC-BD36-90C5-5750-84AF1B0CA763}"/>
          </ac:spMkLst>
        </pc:spChg>
        <pc:graphicFrameChg chg="modGraphic">
          <ac:chgData name="Hasan Jamal" userId="6724a5da2ffd1b8f" providerId="LiveId" clId="{8D2F41AC-23D9-4DAF-938C-610805449A32}" dt="2025-05-05T10:03:41.295" v="9896" actId="207"/>
          <ac:graphicFrameMkLst>
            <pc:docMk/>
            <pc:sldMk cId="2491655400" sldId="752"/>
            <ac:graphicFrameMk id="4" creationId="{DA15D15B-6EAB-E5B1-5CAB-B5ECA8427F75}"/>
          </ac:graphicFrameMkLst>
        </pc:graphicFrameChg>
        <pc:graphicFrameChg chg="modGraphic">
          <ac:chgData name="Hasan Jamal" userId="6724a5da2ffd1b8f" providerId="LiveId" clId="{8D2F41AC-23D9-4DAF-938C-610805449A32}" dt="2025-05-05T10:02:09.322" v="9871" actId="20577"/>
          <ac:graphicFrameMkLst>
            <pc:docMk/>
            <pc:sldMk cId="2491655400" sldId="752"/>
            <ac:graphicFrameMk id="16" creationId="{2B945100-3159-46C4-86B1-F7358B3A891E}"/>
          </ac:graphicFrameMkLst>
        </pc:graphicFrameChg>
      </pc:sldChg>
      <pc:sldChg chg="modSp add mod">
        <pc:chgData name="Hasan Jamal" userId="6724a5da2ffd1b8f" providerId="LiveId" clId="{8D2F41AC-23D9-4DAF-938C-610805449A32}" dt="2025-05-05T10:04:26.186" v="9900" actId="20577"/>
        <pc:sldMkLst>
          <pc:docMk/>
          <pc:sldMk cId="2590242541" sldId="753"/>
        </pc:sldMkLst>
        <pc:graphicFrameChg chg="modGraphic">
          <ac:chgData name="Hasan Jamal" userId="6724a5da2ffd1b8f" providerId="LiveId" clId="{8D2F41AC-23D9-4DAF-938C-610805449A32}" dt="2025-05-05T10:04:12.238" v="9899" actId="2084"/>
          <ac:graphicFrameMkLst>
            <pc:docMk/>
            <pc:sldMk cId="2590242541" sldId="753"/>
            <ac:graphicFrameMk id="4" creationId="{2A74CC9A-78F9-2D4C-FA52-CA0DFAD1C3BF}"/>
          </ac:graphicFrameMkLst>
        </pc:graphicFrameChg>
        <pc:graphicFrameChg chg="modGraphic">
          <ac:chgData name="Hasan Jamal" userId="6724a5da2ffd1b8f" providerId="LiveId" clId="{8D2F41AC-23D9-4DAF-938C-610805449A32}" dt="2025-05-05T10:04:26.186" v="9900" actId="20577"/>
          <ac:graphicFrameMkLst>
            <pc:docMk/>
            <pc:sldMk cId="2590242541" sldId="753"/>
            <ac:graphicFrameMk id="16" creationId="{7660024A-6E86-199D-9D9F-D596D9F61112}"/>
          </ac:graphicFrameMkLst>
        </pc:graphicFrameChg>
      </pc:sldChg>
      <pc:sldChg chg="modSp add mod">
        <pc:chgData name="Hasan Jamal" userId="6724a5da2ffd1b8f" providerId="LiveId" clId="{8D2F41AC-23D9-4DAF-938C-610805449A32}" dt="2025-05-05T10:06:24.985" v="9920" actId="20577"/>
        <pc:sldMkLst>
          <pc:docMk/>
          <pc:sldMk cId="1076757399" sldId="754"/>
        </pc:sldMkLst>
        <pc:graphicFrameChg chg="modGraphic">
          <ac:chgData name="Hasan Jamal" userId="6724a5da2ffd1b8f" providerId="LiveId" clId="{8D2F41AC-23D9-4DAF-938C-610805449A32}" dt="2025-05-05T10:04:44.101" v="9902" actId="207"/>
          <ac:graphicFrameMkLst>
            <pc:docMk/>
            <pc:sldMk cId="1076757399" sldId="754"/>
            <ac:graphicFrameMk id="4" creationId="{62583F87-7380-C964-D4F4-DB5ECE2826F9}"/>
          </ac:graphicFrameMkLst>
        </pc:graphicFrameChg>
        <pc:graphicFrameChg chg="modGraphic">
          <ac:chgData name="Hasan Jamal" userId="6724a5da2ffd1b8f" providerId="LiveId" clId="{8D2F41AC-23D9-4DAF-938C-610805449A32}" dt="2025-05-05T10:06:24.985" v="9920" actId="20577"/>
          <ac:graphicFrameMkLst>
            <pc:docMk/>
            <pc:sldMk cId="1076757399" sldId="754"/>
            <ac:graphicFrameMk id="16" creationId="{3923A900-DA8C-BB60-C0EC-37032022D521}"/>
          </ac:graphicFrameMkLst>
        </pc:graphicFrameChg>
      </pc:sldChg>
      <pc:sldChg chg="modSp add mod">
        <pc:chgData name="Hasan Jamal" userId="6724a5da2ffd1b8f" providerId="LiveId" clId="{8D2F41AC-23D9-4DAF-938C-610805449A32}" dt="2025-05-05T10:06:31.305" v="9921" actId="207"/>
        <pc:sldMkLst>
          <pc:docMk/>
          <pc:sldMk cId="1759815879" sldId="755"/>
        </pc:sldMkLst>
        <pc:graphicFrameChg chg="modGraphic">
          <ac:chgData name="Hasan Jamal" userId="6724a5da2ffd1b8f" providerId="LiveId" clId="{8D2F41AC-23D9-4DAF-938C-610805449A32}" dt="2025-05-05T10:06:31.305" v="9921" actId="207"/>
          <ac:graphicFrameMkLst>
            <pc:docMk/>
            <pc:sldMk cId="1759815879" sldId="755"/>
            <ac:graphicFrameMk id="4" creationId="{4FBA3B84-2D7C-CF0C-4279-614C876024B6}"/>
          </ac:graphicFrameMkLst>
        </pc:graphicFrameChg>
      </pc:sldChg>
      <pc:sldChg chg="addSp delSp modSp add mod modAnim">
        <pc:chgData name="Hasan Jamal" userId="6724a5da2ffd1b8f" providerId="LiveId" clId="{8D2F41AC-23D9-4DAF-938C-610805449A32}" dt="2025-05-05T10:19:11.020" v="10098" actId="1035"/>
        <pc:sldMkLst>
          <pc:docMk/>
          <pc:sldMk cId="2152686724" sldId="756"/>
        </pc:sldMkLst>
        <pc:spChg chg="del">
          <ac:chgData name="Hasan Jamal" userId="6724a5da2ffd1b8f" providerId="LiveId" clId="{8D2F41AC-23D9-4DAF-938C-610805449A32}" dt="2025-05-05T10:09:28.474" v="9923" actId="478"/>
          <ac:spMkLst>
            <pc:docMk/>
            <pc:sldMk cId="2152686724" sldId="756"/>
            <ac:spMk id="6" creationId="{3D3FD5E9-48E4-134F-125D-377BA043AB54}"/>
          </ac:spMkLst>
        </pc:spChg>
        <pc:spChg chg="del">
          <ac:chgData name="Hasan Jamal" userId="6724a5da2ffd1b8f" providerId="LiveId" clId="{8D2F41AC-23D9-4DAF-938C-610805449A32}" dt="2025-05-05T10:09:28.474" v="9923" actId="478"/>
          <ac:spMkLst>
            <pc:docMk/>
            <pc:sldMk cId="2152686724" sldId="756"/>
            <ac:spMk id="7" creationId="{FB3015C0-51CF-8198-A5A1-562EC3993BD8}"/>
          </ac:spMkLst>
        </pc:spChg>
        <pc:spChg chg="mod">
          <ac:chgData name="Hasan Jamal" userId="6724a5da2ffd1b8f" providerId="LiveId" clId="{8D2F41AC-23D9-4DAF-938C-610805449A32}" dt="2025-05-05T10:10:54.555" v="9937" actId="1076"/>
          <ac:spMkLst>
            <pc:docMk/>
            <pc:sldMk cId="2152686724" sldId="756"/>
            <ac:spMk id="8" creationId="{75C9DD18-F18D-E977-1540-2BF9F986C583}"/>
          </ac:spMkLst>
        </pc:spChg>
        <pc:spChg chg="del">
          <ac:chgData name="Hasan Jamal" userId="6724a5da2ffd1b8f" providerId="LiveId" clId="{8D2F41AC-23D9-4DAF-938C-610805449A32}" dt="2025-05-05T10:09:28.474" v="9923" actId="478"/>
          <ac:spMkLst>
            <pc:docMk/>
            <pc:sldMk cId="2152686724" sldId="756"/>
            <ac:spMk id="10" creationId="{B21CA19B-8F93-CC1C-63E3-9D24E0660D24}"/>
          </ac:spMkLst>
        </pc:spChg>
        <pc:spChg chg="del">
          <ac:chgData name="Hasan Jamal" userId="6724a5da2ffd1b8f" providerId="LiveId" clId="{8D2F41AC-23D9-4DAF-938C-610805449A32}" dt="2025-05-05T10:09:28.474" v="9923" actId="478"/>
          <ac:spMkLst>
            <pc:docMk/>
            <pc:sldMk cId="2152686724" sldId="756"/>
            <ac:spMk id="11" creationId="{462088D0-A7FD-DAB3-1383-2661759701FD}"/>
          </ac:spMkLst>
        </pc:spChg>
        <pc:spChg chg="add mod">
          <ac:chgData name="Hasan Jamal" userId="6724a5da2ffd1b8f" providerId="LiveId" clId="{8D2F41AC-23D9-4DAF-938C-610805449A32}" dt="2025-05-05T10:10:58.069" v="9938" actId="20577"/>
          <ac:spMkLst>
            <pc:docMk/>
            <pc:sldMk cId="2152686724" sldId="756"/>
            <ac:spMk id="12" creationId="{9B143EAB-6FF0-32BB-4CE3-74D2DD91596A}"/>
          </ac:spMkLst>
        </pc:spChg>
        <pc:spChg chg="del">
          <ac:chgData name="Hasan Jamal" userId="6724a5da2ffd1b8f" providerId="LiveId" clId="{8D2F41AC-23D9-4DAF-938C-610805449A32}" dt="2025-05-05T10:11:05.636" v="9939" actId="478"/>
          <ac:spMkLst>
            <pc:docMk/>
            <pc:sldMk cId="2152686724" sldId="756"/>
            <ac:spMk id="14" creationId="{12FAEA0E-8350-9B18-2557-B741482626F5}"/>
          </ac:spMkLst>
        </pc:spChg>
        <pc:spChg chg="del">
          <ac:chgData name="Hasan Jamal" userId="6724a5da2ffd1b8f" providerId="LiveId" clId="{8D2F41AC-23D9-4DAF-938C-610805449A32}" dt="2025-05-05T10:11:05.636" v="9939" actId="478"/>
          <ac:spMkLst>
            <pc:docMk/>
            <pc:sldMk cId="2152686724" sldId="756"/>
            <ac:spMk id="15" creationId="{C64EC128-485D-922E-0346-DE96104EFA4A}"/>
          </ac:spMkLst>
        </pc:spChg>
        <pc:spChg chg="add mod">
          <ac:chgData name="Hasan Jamal" userId="6724a5da2ffd1b8f" providerId="LiveId" clId="{8D2F41AC-23D9-4DAF-938C-610805449A32}" dt="2025-05-05T10:14:58.916" v="10006" actId="1035"/>
          <ac:spMkLst>
            <pc:docMk/>
            <pc:sldMk cId="2152686724" sldId="756"/>
            <ac:spMk id="19" creationId="{F5E6E5AA-7F73-72CE-B7DA-FC477FADAB43}"/>
          </ac:spMkLst>
        </pc:spChg>
        <pc:spChg chg="add mod">
          <ac:chgData name="Hasan Jamal" userId="6724a5da2ffd1b8f" providerId="LiveId" clId="{8D2F41AC-23D9-4DAF-938C-610805449A32}" dt="2025-05-05T10:17:37.219" v="10026" actId="20577"/>
          <ac:spMkLst>
            <pc:docMk/>
            <pc:sldMk cId="2152686724" sldId="756"/>
            <ac:spMk id="21" creationId="{F89D0B08-F422-842E-BCC1-52045A8806E0}"/>
          </ac:spMkLst>
        </pc:spChg>
        <pc:spChg chg="add mod">
          <ac:chgData name="Hasan Jamal" userId="6724a5da2ffd1b8f" providerId="LiveId" clId="{8D2F41AC-23D9-4DAF-938C-610805449A32}" dt="2025-05-05T10:19:11.020" v="10098" actId="1035"/>
          <ac:spMkLst>
            <pc:docMk/>
            <pc:sldMk cId="2152686724" sldId="756"/>
            <ac:spMk id="22" creationId="{F9AD3AE0-0395-1827-266B-CCEDB3E1B8D8}"/>
          </ac:spMkLst>
        </pc:spChg>
        <pc:spChg chg="add mod">
          <ac:chgData name="Hasan Jamal" userId="6724a5da2ffd1b8f" providerId="LiveId" clId="{8D2F41AC-23D9-4DAF-938C-610805449A32}" dt="2025-05-05T10:18:01.599" v="10028" actId="1076"/>
          <ac:spMkLst>
            <pc:docMk/>
            <pc:sldMk cId="2152686724" sldId="756"/>
            <ac:spMk id="23" creationId="{B0619616-3358-367D-C6AB-5169D00B838E}"/>
          </ac:spMkLst>
        </pc:spChg>
        <pc:graphicFrameChg chg="del">
          <ac:chgData name="Hasan Jamal" userId="6724a5da2ffd1b8f" providerId="LiveId" clId="{8D2F41AC-23D9-4DAF-938C-610805449A32}" dt="2025-05-05T10:09:28.474" v="9923" actId="478"/>
          <ac:graphicFrameMkLst>
            <pc:docMk/>
            <pc:sldMk cId="2152686724" sldId="756"/>
            <ac:graphicFrameMk id="2" creationId="{CDDAA9A1-04F7-AD82-ADC6-35DA85A790AB}"/>
          </ac:graphicFrameMkLst>
        </pc:graphicFrameChg>
        <pc:graphicFrameChg chg="del">
          <ac:chgData name="Hasan Jamal" userId="6724a5da2ffd1b8f" providerId="LiveId" clId="{8D2F41AC-23D9-4DAF-938C-610805449A32}" dt="2025-05-05T10:09:28.474" v="9923" actId="478"/>
          <ac:graphicFrameMkLst>
            <pc:docMk/>
            <pc:sldMk cId="2152686724" sldId="756"/>
            <ac:graphicFrameMk id="5" creationId="{682730AA-671F-7944-9A81-AC4164E2C1F1}"/>
          </ac:graphicFrameMkLst>
        </pc:graphicFrameChg>
        <pc:graphicFrameChg chg="add mod modGraphic">
          <ac:chgData name="Hasan Jamal" userId="6724a5da2ffd1b8f" providerId="LiveId" clId="{8D2F41AC-23D9-4DAF-938C-610805449A32}" dt="2025-05-05T10:10:15.247" v="9929" actId="207"/>
          <ac:graphicFrameMkLst>
            <pc:docMk/>
            <pc:sldMk cId="2152686724" sldId="756"/>
            <ac:graphicFrameMk id="9" creationId="{C7A7DCBC-5E58-5DCC-2A9F-8E5B2F574485}"/>
          </ac:graphicFrameMkLst>
        </pc:graphicFrameChg>
        <pc:graphicFrameChg chg="add mod modGraphic">
          <ac:chgData name="Hasan Jamal" userId="6724a5da2ffd1b8f" providerId="LiveId" clId="{8D2F41AC-23D9-4DAF-938C-610805449A32}" dt="2025-05-05T10:12:45.145" v="9960"/>
          <ac:graphicFrameMkLst>
            <pc:docMk/>
            <pc:sldMk cId="2152686724" sldId="756"/>
            <ac:graphicFrameMk id="13" creationId="{AE9B4872-1ECF-68A2-228C-51390C063C40}"/>
          </ac:graphicFrameMkLst>
        </pc:graphicFrameChg>
        <pc:graphicFrameChg chg="del">
          <ac:chgData name="Hasan Jamal" userId="6724a5da2ffd1b8f" providerId="LiveId" clId="{8D2F41AC-23D9-4DAF-938C-610805449A32}" dt="2025-05-05T10:11:05.636" v="9939" actId="478"/>
          <ac:graphicFrameMkLst>
            <pc:docMk/>
            <pc:sldMk cId="2152686724" sldId="756"/>
            <ac:graphicFrameMk id="16" creationId="{1C6F7FCC-F9E6-8FD9-28D3-475F317E8202}"/>
          </ac:graphicFrameMkLst>
        </pc:graphicFrameChg>
        <pc:graphicFrameChg chg="del">
          <ac:chgData name="Hasan Jamal" userId="6724a5da2ffd1b8f" providerId="LiveId" clId="{8D2F41AC-23D9-4DAF-938C-610805449A32}" dt="2025-05-05T10:09:28.474" v="9923" actId="478"/>
          <ac:graphicFrameMkLst>
            <pc:docMk/>
            <pc:sldMk cId="2152686724" sldId="756"/>
            <ac:graphicFrameMk id="17" creationId="{2306004B-C3E7-556D-0AAC-6BEFB358004A}"/>
          </ac:graphicFrameMkLst>
        </pc:graphicFrameChg>
        <pc:graphicFrameChg chg="del">
          <ac:chgData name="Hasan Jamal" userId="6724a5da2ffd1b8f" providerId="LiveId" clId="{8D2F41AC-23D9-4DAF-938C-610805449A32}" dt="2025-05-05T10:09:28.474" v="9923" actId="478"/>
          <ac:graphicFrameMkLst>
            <pc:docMk/>
            <pc:sldMk cId="2152686724" sldId="756"/>
            <ac:graphicFrameMk id="18" creationId="{8842741F-B404-DE55-2640-70F3329B3FEF}"/>
          </ac:graphicFrameMkLst>
        </pc:graphicFrameChg>
        <pc:graphicFrameChg chg="add mod modGraphic">
          <ac:chgData name="Hasan Jamal" userId="6724a5da2ffd1b8f" providerId="LiveId" clId="{8D2F41AC-23D9-4DAF-938C-610805449A32}" dt="2025-05-05T10:15:54.462" v="10023" actId="20577"/>
          <ac:graphicFrameMkLst>
            <pc:docMk/>
            <pc:sldMk cId="2152686724" sldId="756"/>
            <ac:graphicFrameMk id="20" creationId="{2BB07AD8-EDC4-95CE-1087-65F29CE5DFBC}"/>
          </ac:graphicFrameMkLst>
        </pc:graphicFrameChg>
      </pc:sldChg>
      <pc:sldChg chg="addSp delSp modSp add mod delAnim modAnim">
        <pc:chgData name="Hasan Jamal" userId="6724a5da2ffd1b8f" providerId="LiveId" clId="{8D2F41AC-23D9-4DAF-938C-610805449A32}" dt="2025-05-06T04:37:41.943" v="11439" actId="478"/>
        <pc:sldMkLst>
          <pc:docMk/>
          <pc:sldMk cId="3181476534" sldId="757"/>
        </pc:sldMkLst>
        <pc:spChg chg="mod">
          <ac:chgData name="Hasan Jamal" userId="6724a5da2ffd1b8f" providerId="LiveId" clId="{8D2F41AC-23D9-4DAF-938C-610805449A32}" dt="2025-05-06T04:02:37.793" v="10816" actId="20577"/>
          <ac:spMkLst>
            <pc:docMk/>
            <pc:sldMk cId="3181476534" sldId="757"/>
            <ac:spMk id="2" creationId="{96E8D413-7745-489E-9E15-0512E1F1BB4F}"/>
          </ac:spMkLst>
        </pc:spChg>
        <pc:spChg chg="del mod">
          <ac:chgData name="Hasan Jamal" userId="6724a5da2ffd1b8f" providerId="LiveId" clId="{8D2F41AC-23D9-4DAF-938C-610805449A32}" dt="2025-05-06T04:02:35.536" v="10815" actId="478"/>
          <ac:spMkLst>
            <pc:docMk/>
            <pc:sldMk cId="3181476534" sldId="757"/>
            <ac:spMk id="4" creationId="{4AE0798D-F9D1-F0B1-020E-5CF505515D60}"/>
          </ac:spMkLst>
        </pc:spChg>
        <pc:spChg chg="del mod">
          <ac:chgData name="Hasan Jamal" userId="6724a5da2ffd1b8f" providerId="LiveId" clId="{8D2F41AC-23D9-4DAF-938C-610805449A32}" dt="2025-05-06T04:02:31.135" v="10814" actId="478"/>
          <ac:spMkLst>
            <pc:docMk/>
            <pc:sldMk cId="3181476534" sldId="757"/>
            <ac:spMk id="5" creationId="{7C83EB27-73E0-BA01-A646-85D78A4F4740}"/>
          </ac:spMkLst>
        </pc:spChg>
        <pc:spChg chg="add del mod">
          <ac:chgData name="Hasan Jamal" userId="6724a5da2ffd1b8f" providerId="LiveId" clId="{8D2F41AC-23D9-4DAF-938C-610805449A32}" dt="2025-05-06T04:23:18.795" v="11294" actId="478"/>
          <ac:spMkLst>
            <pc:docMk/>
            <pc:sldMk cId="3181476534" sldId="757"/>
            <ac:spMk id="6" creationId="{CA36E4F0-B359-D1E8-9CEC-4A90DB4ADCD4}"/>
          </ac:spMkLst>
        </pc:spChg>
        <pc:spChg chg="add del mod">
          <ac:chgData name="Hasan Jamal" userId="6724a5da2ffd1b8f" providerId="LiveId" clId="{8D2F41AC-23D9-4DAF-938C-610805449A32}" dt="2025-05-06T04:37:41.943" v="11439" actId="478"/>
          <ac:spMkLst>
            <pc:docMk/>
            <pc:sldMk cId="3181476534" sldId="757"/>
            <ac:spMk id="7" creationId="{9E0B9824-70A9-0856-98BC-EFD8213C6994}"/>
          </ac:spMkLst>
        </pc:spChg>
        <pc:spChg chg="mod">
          <ac:chgData name="Hasan Jamal" userId="6724a5da2ffd1b8f" providerId="LiveId" clId="{8D2F41AC-23D9-4DAF-938C-610805449A32}" dt="2025-05-06T03:07:50.557" v="10104" actId="20577"/>
          <ac:spMkLst>
            <pc:docMk/>
            <pc:sldMk cId="3181476534" sldId="757"/>
            <ac:spMk id="3074" creationId="{52E77689-C1F0-6DF4-89AD-C63686578D78}"/>
          </ac:spMkLst>
        </pc:spChg>
      </pc:sldChg>
      <pc:sldChg chg="delSp modSp add del mod">
        <pc:chgData name="Hasan Jamal" userId="6724a5da2ffd1b8f" providerId="LiveId" clId="{8D2F41AC-23D9-4DAF-938C-610805449A32}" dt="2025-05-06T04:24:21.169" v="11372" actId="47"/>
        <pc:sldMkLst>
          <pc:docMk/>
          <pc:sldMk cId="655786724" sldId="758"/>
        </pc:sldMkLst>
        <pc:spChg chg="del">
          <ac:chgData name="Hasan Jamal" userId="6724a5da2ffd1b8f" providerId="LiveId" clId="{8D2F41AC-23D9-4DAF-938C-610805449A32}" dt="2025-05-06T04:03:52.592" v="10824" actId="478"/>
          <ac:spMkLst>
            <pc:docMk/>
            <pc:sldMk cId="655786724" sldId="758"/>
            <ac:spMk id="2" creationId="{6E3D2462-7A03-1C1B-91EA-E9561FCF97CD}"/>
          </ac:spMkLst>
        </pc:spChg>
        <pc:spChg chg="mod">
          <ac:chgData name="Hasan Jamal" userId="6724a5da2ffd1b8f" providerId="LiveId" clId="{8D2F41AC-23D9-4DAF-938C-610805449A32}" dt="2025-05-06T04:23:13.829" v="11293" actId="14100"/>
          <ac:spMkLst>
            <pc:docMk/>
            <pc:sldMk cId="655786724" sldId="758"/>
            <ac:spMk id="6" creationId="{E99287CE-DE91-DF39-86C2-2167755EADEB}"/>
          </ac:spMkLst>
        </pc:spChg>
      </pc:sldChg>
      <pc:sldChg chg="addSp delSp modSp add mod delAnim modAnim">
        <pc:chgData name="Hasan Jamal" userId="6724a5da2ffd1b8f" providerId="LiveId" clId="{8D2F41AC-23D9-4DAF-938C-610805449A32}" dt="2025-05-06T05:14:39.585" v="11813" actId="1036"/>
        <pc:sldMkLst>
          <pc:docMk/>
          <pc:sldMk cId="2675331012" sldId="758"/>
        </pc:sldMkLst>
        <pc:spChg chg="add mod">
          <ac:chgData name="Hasan Jamal" userId="6724a5da2ffd1b8f" providerId="LiveId" clId="{8D2F41AC-23D9-4DAF-938C-610805449A32}" dt="2025-05-06T05:02:28.255" v="11752" actId="20577"/>
          <ac:spMkLst>
            <pc:docMk/>
            <pc:sldMk cId="2675331012" sldId="758"/>
            <ac:spMk id="5" creationId="{2E96FAB5-6FEC-6727-4E33-3BE9E7D6C357}"/>
          </ac:spMkLst>
        </pc:spChg>
        <pc:spChg chg="add mod">
          <ac:chgData name="Hasan Jamal" userId="6724a5da2ffd1b8f" providerId="LiveId" clId="{8D2F41AC-23D9-4DAF-938C-610805449A32}" dt="2025-05-06T05:12:31.288" v="11766" actId="57"/>
          <ac:spMkLst>
            <pc:docMk/>
            <pc:sldMk cId="2675331012" sldId="758"/>
            <ac:spMk id="6" creationId="{A7EDA4E3-43F6-D2E5-34CB-5181C2D219E2}"/>
          </ac:spMkLst>
        </pc:spChg>
        <pc:spChg chg="add mod">
          <ac:chgData name="Hasan Jamal" userId="6724a5da2ffd1b8f" providerId="LiveId" clId="{8D2F41AC-23D9-4DAF-938C-610805449A32}" dt="2025-05-06T05:13:45.637" v="11792" actId="1038"/>
          <ac:spMkLst>
            <pc:docMk/>
            <pc:sldMk cId="2675331012" sldId="758"/>
            <ac:spMk id="7" creationId="{2B0DA0D9-CC45-C8E0-9242-07A861EBFA2E}"/>
          </ac:spMkLst>
        </pc:spChg>
        <pc:spChg chg="add mod">
          <ac:chgData name="Hasan Jamal" userId="6724a5da2ffd1b8f" providerId="LiveId" clId="{8D2F41AC-23D9-4DAF-938C-610805449A32}" dt="2025-05-06T05:14:39.585" v="11813" actId="1036"/>
          <ac:spMkLst>
            <pc:docMk/>
            <pc:sldMk cId="2675331012" sldId="758"/>
            <ac:spMk id="8" creationId="{CBC26E09-D5DA-7A69-8D3B-9DDB71A5BAFF}"/>
          </ac:spMkLst>
        </pc:spChg>
        <pc:spChg chg="mod">
          <ac:chgData name="Hasan Jamal" userId="6724a5da2ffd1b8f" providerId="LiveId" clId="{8D2F41AC-23D9-4DAF-938C-610805449A32}" dt="2025-05-06T04:38:46.238" v="11456" actId="20577"/>
          <ac:spMkLst>
            <pc:docMk/>
            <pc:sldMk cId="2675331012" sldId="758"/>
            <ac:spMk id="3074" creationId="{CD6B0DEF-2BED-3677-EAA8-BA80EF019DF0}"/>
          </ac:spMkLst>
        </pc:spChg>
        <pc:spChg chg="del">
          <ac:chgData name="Hasan Jamal" userId="6724a5da2ffd1b8f" providerId="LiveId" clId="{8D2F41AC-23D9-4DAF-938C-610805449A32}" dt="2025-05-06T04:28:33.784" v="11378" actId="478"/>
          <ac:spMkLst>
            <pc:docMk/>
            <pc:sldMk cId="2675331012" sldId="758"/>
            <ac:spMk id="3080" creationId="{A77C4C04-FA0A-8C25-659A-5E5296A97A10}"/>
          </ac:spMkLst>
        </pc:spChg>
        <pc:graphicFrameChg chg="mod modGraphic">
          <ac:chgData name="Hasan Jamal" userId="6724a5da2ffd1b8f" providerId="LiveId" clId="{8D2F41AC-23D9-4DAF-938C-610805449A32}" dt="2025-05-06T04:52:32.989" v="11540" actId="1076"/>
          <ac:graphicFrameMkLst>
            <pc:docMk/>
            <pc:sldMk cId="2675331012" sldId="758"/>
            <ac:graphicFrameMk id="12" creationId="{ADA800BD-BCE8-C36A-99A6-B4E64D459210}"/>
          </ac:graphicFrameMkLst>
        </pc:graphicFrameChg>
        <pc:graphicFrameChg chg="mod modGraphic">
          <ac:chgData name="Hasan Jamal" userId="6724a5da2ffd1b8f" providerId="LiveId" clId="{8D2F41AC-23D9-4DAF-938C-610805449A32}" dt="2025-05-06T04:52:32.989" v="11540" actId="1076"/>
          <ac:graphicFrameMkLst>
            <pc:docMk/>
            <pc:sldMk cId="2675331012" sldId="758"/>
            <ac:graphicFrameMk id="13" creationId="{3453136F-58A2-605A-42FA-AFCC3C9E438A}"/>
          </ac:graphicFrameMkLst>
        </pc:graphicFrameChg>
        <pc:graphicFrameChg chg="mod modGraphic">
          <ac:chgData name="Hasan Jamal" userId="6724a5da2ffd1b8f" providerId="LiveId" clId="{8D2F41AC-23D9-4DAF-938C-610805449A32}" dt="2025-05-06T04:52:32.989" v="11540" actId="1076"/>
          <ac:graphicFrameMkLst>
            <pc:docMk/>
            <pc:sldMk cId="2675331012" sldId="758"/>
            <ac:graphicFrameMk id="14" creationId="{F0E45C42-6D57-69CC-4761-AA32EFB080AB}"/>
          </ac:graphicFrameMkLst>
        </pc:graphicFrameChg>
        <pc:graphicFrameChg chg="mod modGraphic">
          <ac:chgData name="Hasan Jamal" userId="6724a5da2ffd1b8f" providerId="LiveId" clId="{8D2F41AC-23D9-4DAF-938C-610805449A32}" dt="2025-05-06T04:52:32.989" v="11540" actId="1076"/>
          <ac:graphicFrameMkLst>
            <pc:docMk/>
            <pc:sldMk cId="2675331012" sldId="758"/>
            <ac:graphicFrameMk id="15" creationId="{3D0EC802-FE1A-44C0-15A4-5FAD88916720}"/>
          </ac:graphicFrameMkLst>
        </pc:graphicFrameChg>
        <pc:graphicFrameChg chg="mod modGraphic">
          <ac:chgData name="Hasan Jamal" userId="6724a5da2ffd1b8f" providerId="LiveId" clId="{8D2F41AC-23D9-4DAF-938C-610805449A32}" dt="2025-05-06T04:52:32.989" v="11540" actId="1076"/>
          <ac:graphicFrameMkLst>
            <pc:docMk/>
            <pc:sldMk cId="2675331012" sldId="758"/>
            <ac:graphicFrameMk id="16" creationId="{FDB125EF-F19B-A0DC-0FA6-0ED1990F8979}"/>
          </ac:graphicFrameMkLst>
        </pc:graphicFrameChg>
        <pc:graphicFrameChg chg="del mod">
          <ac:chgData name="Hasan Jamal" userId="6724a5da2ffd1b8f" providerId="LiveId" clId="{8D2F41AC-23D9-4DAF-938C-610805449A32}" dt="2025-05-06T04:53:28.997" v="11541" actId="478"/>
          <ac:graphicFrameMkLst>
            <pc:docMk/>
            <pc:sldMk cId="2675331012" sldId="758"/>
            <ac:graphicFrameMk id="17" creationId="{D2A1B944-D8F8-8C63-B820-2D475089538B}"/>
          </ac:graphicFrameMkLst>
        </pc:graphicFrameChg>
        <pc:graphicFrameChg chg="del mod">
          <ac:chgData name="Hasan Jamal" userId="6724a5da2ffd1b8f" providerId="LiveId" clId="{8D2F41AC-23D9-4DAF-938C-610805449A32}" dt="2025-05-06T04:53:39.009" v="11542" actId="478"/>
          <ac:graphicFrameMkLst>
            <pc:docMk/>
            <pc:sldMk cId="2675331012" sldId="758"/>
            <ac:graphicFrameMk id="18" creationId="{8D9CFA78-8DCA-7FE2-1C4E-FA5243DE187B}"/>
          </ac:graphicFrameMkLst>
        </pc:graphicFrameChg>
        <pc:graphicFrameChg chg="del mod modGraphic">
          <ac:chgData name="Hasan Jamal" userId="6724a5da2ffd1b8f" providerId="LiveId" clId="{8D2F41AC-23D9-4DAF-938C-610805449A32}" dt="2025-05-06T04:54:18.772" v="11551" actId="478"/>
          <ac:graphicFrameMkLst>
            <pc:docMk/>
            <pc:sldMk cId="2675331012" sldId="758"/>
            <ac:graphicFrameMk id="32" creationId="{24AE699F-6A58-3851-F86E-E79DAD81A271}"/>
          </ac:graphicFrameMkLst>
        </pc:graphicFrameChg>
        <pc:graphicFrameChg chg="del mod">
          <ac:chgData name="Hasan Jamal" userId="6724a5da2ffd1b8f" providerId="LiveId" clId="{8D2F41AC-23D9-4DAF-938C-610805449A32}" dt="2025-05-06T04:53:46.558" v="11543" actId="478"/>
          <ac:graphicFrameMkLst>
            <pc:docMk/>
            <pc:sldMk cId="2675331012" sldId="758"/>
            <ac:graphicFrameMk id="42" creationId="{1C2CDA76-841B-3F17-E379-A4B047B992F0}"/>
          </ac:graphicFrameMkLst>
        </pc:graphicFrameChg>
        <pc:graphicFrameChg chg="del mod">
          <ac:chgData name="Hasan Jamal" userId="6724a5da2ffd1b8f" providerId="LiveId" clId="{8D2F41AC-23D9-4DAF-938C-610805449A32}" dt="2025-05-06T04:53:55.233" v="11545" actId="478"/>
          <ac:graphicFrameMkLst>
            <pc:docMk/>
            <pc:sldMk cId="2675331012" sldId="758"/>
            <ac:graphicFrameMk id="43" creationId="{70C7D754-5D4C-D496-B1B7-645392DA3A85}"/>
          </ac:graphicFrameMkLst>
        </pc:graphicFrameChg>
        <pc:graphicFrameChg chg="del mod modGraphic">
          <ac:chgData name="Hasan Jamal" userId="6724a5da2ffd1b8f" providerId="LiveId" clId="{8D2F41AC-23D9-4DAF-938C-610805449A32}" dt="2025-05-06T04:53:52.404" v="11544" actId="478"/>
          <ac:graphicFrameMkLst>
            <pc:docMk/>
            <pc:sldMk cId="2675331012" sldId="758"/>
            <ac:graphicFrameMk id="44" creationId="{1632A28E-D1A0-3B90-860B-61733384EA7C}"/>
          </ac:graphicFrameMkLst>
        </pc:graphicFrameChg>
        <pc:graphicFrameChg chg="del mod">
          <ac:chgData name="Hasan Jamal" userId="6724a5da2ffd1b8f" providerId="LiveId" clId="{8D2F41AC-23D9-4DAF-938C-610805449A32}" dt="2025-05-06T04:54:27.221" v="11552" actId="478"/>
          <ac:graphicFrameMkLst>
            <pc:docMk/>
            <pc:sldMk cId="2675331012" sldId="758"/>
            <ac:graphicFrameMk id="45" creationId="{C30AB6AE-B197-CB8D-E5C1-BCBB5D1D5597}"/>
          </ac:graphicFrameMkLst>
        </pc:graphicFrameChg>
        <pc:graphicFrameChg chg="del mod">
          <ac:chgData name="Hasan Jamal" userId="6724a5da2ffd1b8f" providerId="LiveId" clId="{8D2F41AC-23D9-4DAF-938C-610805449A32}" dt="2025-05-06T04:53:59.503" v="11546" actId="478"/>
          <ac:graphicFrameMkLst>
            <pc:docMk/>
            <pc:sldMk cId="2675331012" sldId="758"/>
            <ac:graphicFrameMk id="47" creationId="{F4A580E2-E68F-85D0-5727-46FEE8F53F55}"/>
          </ac:graphicFrameMkLst>
        </pc:graphicFrameChg>
        <pc:graphicFrameChg chg="del mod">
          <ac:chgData name="Hasan Jamal" userId="6724a5da2ffd1b8f" providerId="LiveId" clId="{8D2F41AC-23D9-4DAF-938C-610805449A32}" dt="2025-05-06T04:54:05.315" v="11548" actId="478"/>
          <ac:graphicFrameMkLst>
            <pc:docMk/>
            <pc:sldMk cId="2675331012" sldId="758"/>
            <ac:graphicFrameMk id="55" creationId="{BF017854-ED71-1D71-1738-A31216D0FA9F}"/>
          </ac:graphicFrameMkLst>
        </pc:graphicFrameChg>
        <pc:graphicFrameChg chg="del mod">
          <ac:chgData name="Hasan Jamal" userId="6724a5da2ffd1b8f" providerId="LiveId" clId="{8D2F41AC-23D9-4DAF-938C-610805449A32}" dt="2025-05-06T04:54:44.164" v="11572" actId="478"/>
          <ac:graphicFrameMkLst>
            <pc:docMk/>
            <pc:sldMk cId="2675331012" sldId="758"/>
            <ac:graphicFrameMk id="56" creationId="{6B8787B8-FAF5-E2E4-05CF-F4BC2D932EA6}"/>
          </ac:graphicFrameMkLst>
        </pc:graphicFrameChg>
        <pc:graphicFrameChg chg="del mod">
          <ac:chgData name="Hasan Jamal" userId="6724a5da2ffd1b8f" providerId="LiveId" clId="{8D2F41AC-23D9-4DAF-938C-610805449A32}" dt="2025-05-06T04:54:31.551" v="11553" actId="478"/>
          <ac:graphicFrameMkLst>
            <pc:docMk/>
            <pc:sldMk cId="2675331012" sldId="758"/>
            <ac:graphicFrameMk id="57" creationId="{3ABE8624-BA18-D0A4-4D27-05D40622F043}"/>
          </ac:graphicFrameMkLst>
        </pc:graphicFrameChg>
        <pc:graphicFrameChg chg="del mod">
          <ac:chgData name="Hasan Jamal" userId="6724a5da2ffd1b8f" providerId="LiveId" clId="{8D2F41AC-23D9-4DAF-938C-610805449A32}" dt="2025-05-06T04:54:07.748" v="11549" actId="478"/>
          <ac:graphicFrameMkLst>
            <pc:docMk/>
            <pc:sldMk cId="2675331012" sldId="758"/>
            <ac:graphicFrameMk id="58" creationId="{19BF3250-6BBF-9682-17D8-11C41C600666}"/>
          </ac:graphicFrameMkLst>
        </pc:graphicFrameChg>
        <pc:graphicFrameChg chg="mod modGraphic">
          <ac:chgData name="Hasan Jamal" userId="6724a5da2ffd1b8f" providerId="LiveId" clId="{8D2F41AC-23D9-4DAF-938C-610805449A32}" dt="2025-05-06T04:56:36.786" v="11575" actId="1076"/>
          <ac:graphicFrameMkLst>
            <pc:docMk/>
            <pc:sldMk cId="2675331012" sldId="758"/>
            <ac:graphicFrameMk id="60" creationId="{8FB9D09A-4740-854C-BE6A-2FEF5E0BB37C}"/>
          </ac:graphicFrameMkLst>
        </pc:graphicFrameChg>
        <pc:graphicFrameChg chg="mod">
          <ac:chgData name="Hasan Jamal" userId="6724a5da2ffd1b8f" providerId="LiveId" clId="{8D2F41AC-23D9-4DAF-938C-610805449A32}" dt="2025-05-06T04:57:44.059" v="11713" actId="1076"/>
          <ac:graphicFrameMkLst>
            <pc:docMk/>
            <pc:sldMk cId="2675331012" sldId="758"/>
            <ac:graphicFrameMk id="61" creationId="{2AF93B9C-53B9-E9CB-528C-77282271195A}"/>
          </ac:graphicFrameMkLst>
        </pc:graphicFrameChg>
        <pc:graphicFrameChg chg="mod">
          <ac:chgData name="Hasan Jamal" userId="6724a5da2ffd1b8f" providerId="LiveId" clId="{8D2F41AC-23D9-4DAF-938C-610805449A32}" dt="2025-05-06T04:57:44.059" v="11713" actId="1076"/>
          <ac:graphicFrameMkLst>
            <pc:docMk/>
            <pc:sldMk cId="2675331012" sldId="758"/>
            <ac:graphicFrameMk id="62" creationId="{C5C85223-C116-A686-B8D8-3C11AE30E7F8}"/>
          </ac:graphicFrameMkLst>
        </pc:graphicFrameChg>
        <pc:graphicFrameChg chg="mod">
          <ac:chgData name="Hasan Jamal" userId="6724a5da2ffd1b8f" providerId="LiveId" clId="{8D2F41AC-23D9-4DAF-938C-610805449A32}" dt="2025-05-06T04:57:13.590" v="11669" actId="1076"/>
          <ac:graphicFrameMkLst>
            <pc:docMk/>
            <pc:sldMk cId="2675331012" sldId="758"/>
            <ac:graphicFrameMk id="63" creationId="{A28C8E23-DE9E-2BF8-542C-661EA2384079}"/>
          </ac:graphicFrameMkLst>
        </pc:graphicFrameChg>
        <pc:graphicFrameChg chg="mod">
          <ac:chgData name="Hasan Jamal" userId="6724a5da2ffd1b8f" providerId="LiveId" clId="{8D2F41AC-23D9-4DAF-938C-610805449A32}" dt="2025-05-06T04:57:44.059" v="11713" actId="1076"/>
          <ac:graphicFrameMkLst>
            <pc:docMk/>
            <pc:sldMk cId="2675331012" sldId="758"/>
            <ac:graphicFrameMk id="3072" creationId="{CDA424F6-7A0B-E6C7-5087-6EE59B6099CD}"/>
          </ac:graphicFrameMkLst>
        </pc:graphicFrameChg>
        <pc:graphicFrameChg chg="mod">
          <ac:chgData name="Hasan Jamal" userId="6724a5da2ffd1b8f" providerId="LiveId" clId="{8D2F41AC-23D9-4DAF-938C-610805449A32}" dt="2025-05-06T04:57:13.590" v="11669" actId="1076"/>
          <ac:graphicFrameMkLst>
            <pc:docMk/>
            <pc:sldMk cId="2675331012" sldId="758"/>
            <ac:graphicFrameMk id="3073" creationId="{57568416-86A7-A02D-B088-ACA6262D7B78}"/>
          </ac:graphicFrameMkLst>
        </pc:graphicFrameChg>
        <pc:graphicFrameChg chg="mod">
          <ac:chgData name="Hasan Jamal" userId="6724a5da2ffd1b8f" providerId="LiveId" clId="{8D2F41AC-23D9-4DAF-938C-610805449A32}" dt="2025-05-06T04:57:13.590" v="11669" actId="1076"/>
          <ac:graphicFrameMkLst>
            <pc:docMk/>
            <pc:sldMk cId="2675331012" sldId="758"/>
            <ac:graphicFrameMk id="3075" creationId="{379DB205-6A81-C1D6-64DF-E5669D55556E}"/>
          </ac:graphicFrameMkLst>
        </pc:graphicFrameChg>
        <pc:graphicFrameChg chg="mod modGraphic">
          <ac:chgData name="Hasan Jamal" userId="6724a5da2ffd1b8f" providerId="LiveId" clId="{8D2F41AC-23D9-4DAF-938C-610805449A32}" dt="2025-05-06T04:57:44.059" v="11713" actId="1076"/>
          <ac:graphicFrameMkLst>
            <pc:docMk/>
            <pc:sldMk cId="2675331012" sldId="758"/>
            <ac:graphicFrameMk id="3076" creationId="{22ACF1EE-B73D-2374-81B5-E637AFDBE935}"/>
          </ac:graphicFrameMkLst>
        </pc:graphicFrameChg>
        <pc:graphicFrameChg chg="mod">
          <ac:chgData name="Hasan Jamal" userId="6724a5da2ffd1b8f" providerId="LiveId" clId="{8D2F41AC-23D9-4DAF-938C-610805449A32}" dt="2025-05-06T04:57:44.059" v="11713" actId="1076"/>
          <ac:graphicFrameMkLst>
            <pc:docMk/>
            <pc:sldMk cId="2675331012" sldId="758"/>
            <ac:graphicFrameMk id="3077" creationId="{10C68974-CA57-63DE-3026-86FDCBA47B49}"/>
          </ac:graphicFrameMkLst>
        </pc:graphicFrameChg>
        <pc:graphicFrameChg chg="mod modGraphic">
          <ac:chgData name="Hasan Jamal" userId="6724a5da2ffd1b8f" providerId="LiveId" clId="{8D2F41AC-23D9-4DAF-938C-610805449A32}" dt="2025-05-06T04:57:44.059" v="11713" actId="1076"/>
          <ac:graphicFrameMkLst>
            <pc:docMk/>
            <pc:sldMk cId="2675331012" sldId="758"/>
            <ac:graphicFrameMk id="3078" creationId="{F1B39CE5-344F-8F9F-B33B-A3A3BCA0AD07}"/>
          </ac:graphicFrameMkLst>
        </pc:graphicFrameChg>
      </pc:sldChg>
      <pc:sldChg chg="addSp modSp add mod ord">
        <pc:chgData name="Hasan Jamal" userId="6724a5da2ffd1b8f" providerId="LiveId" clId="{8D2F41AC-23D9-4DAF-938C-610805449A32}" dt="2025-05-06T04:38:23.881" v="11446" actId="1036"/>
        <pc:sldMkLst>
          <pc:docMk/>
          <pc:sldMk cId="1707037948" sldId="759"/>
        </pc:sldMkLst>
        <pc:spChg chg="mod">
          <ac:chgData name="Hasan Jamal" userId="6724a5da2ffd1b8f" providerId="LiveId" clId="{8D2F41AC-23D9-4DAF-938C-610805449A32}" dt="2025-05-06T04:38:23.881" v="11446" actId="1036"/>
          <ac:spMkLst>
            <pc:docMk/>
            <pc:sldMk cId="1707037948" sldId="759"/>
            <ac:spMk id="2" creationId="{AEE4AF37-7D56-340C-EA60-51B0A01F629A}"/>
          </ac:spMkLst>
        </pc:spChg>
        <pc:spChg chg="add mod">
          <ac:chgData name="Hasan Jamal" userId="6724a5da2ffd1b8f" providerId="LiveId" clId="{8D2F41AC-23D9-4DAF-938C-610805449A32}" dt="2025-05-06T04:38:16.942" v="11440" actId="1076"/>
          <ac:spMkLst>
            <pc:docMk/>
            <pc:sldMk cId="1707037948" sldId="759"/>
            <ac:spMk id="5" creationId="{187E95A8-6AC3-6E9F-F02D-751CFD612F3D}"/>
          </ac:spMkLst>
        </pc:spChg>
        <pc:spChg chg="mod">
          <ac:chgData name="Hasan Jamal" userId="6724a5da2ffd1b8f" providerId="LiveId" clId="{8D2F41AC-23D9-4DAF-938C-610805449A32}" dt="2025-05-06T04:38:23.881" v="11446" actId="1036"/>
          <ac:spMkLst>
            <pc:docMk/>
            <pc:sldMk cId="1707037948" sldId="759"/>
            <ac:spMk id="11" creationId="{89500377-A0AB-903D-FFFF-1C0A688B43D3}"/>
          </ac:spMkLst>
        </pc:spChg>
        <pc:spChg chg="mod">
          <ac:chgData name="Hasan Jamal" userId="6724a5da2ffd1b8f" providerId="LiveId" clId="{8D2F41AC-23D9-4DAF-938C-610805449A32}" dt="2025-05-06T04:38:23.881" v="11446" actId="1036"/>
          <ac:spMkLst>
            <pc:docMk/>
            <pc:sldMk cId="1707037948" sldId="759"/>
            <ac:spMk id="59" creationId="{9DA6CEB8-D8F8-1E8C-65B5-E877028026BE}"/>
          </ac:spMkLst>
        </pc:spChg>
        <pc:spChg chg="mod">
          <ac:chgData name="Hasan Jamal" userId="6724a5da2ffd1b8f" providerId="LiveId" clId="{8D2F41AC-23D9-4DAF-938C-610805449A32}" dt="2025-05-06T04:38:23.881" v="11446" actId="1036"/>
          <ac:spMkLst>
            <pc:docMk/>
            <pc:sldMk cId="1707037948" sldId="759"/>
            <ac:spMk id="3079" creationId="{DA7DB010-1065-58D6-F6AC-94D6D957C819}"/>
          </ac:spMkLst>
        </pc:spChg>
        <pc:graphicFrameChg chg="mod">
          <ac:chgData name="Hasan Jamal" userId="6724a5da2ffd1b8f" providerId="LiveId" clId="{8D2F41AC-23D9-4DAF-938C-610805449A32}" dt="2025-05-06T04:38:23.881" v="11446" actId="1036"/>
          <ac:graphicFrameMkLst>
            <pc:docMk/>
            <pc:sldMk cId="1707037948" sldId="759"/>
            <ac:graphicFrameMk id="4" creationId="{1E09D113-333D-1FA5-5A1C-07D6C01FCE72}"/>
          </ac:graphicFrameMkLst>
        </pc:graphicFrameChg>
        <pc:graphicFrameChg chg="mod">
          <ac:chgData name="Hasan Jamal" userId="6724a5da2ffd1b8f" providerId="LiveId" clId="{8D2F41AC-23D9-4DAF-938C-610805449A32}" dt="2025-05-06T04:38:23.881" v="11446" actId="1036"/>
          <ac:graphicFrameMkLst>
            <pc:docMk/>
            <pc:sldMk cId="1707037948" sldId="759"/>
            <ac:graphicFrameMk id="12" creationId="{FF032585-B2B4-76B5-FE35-FF9DE352C6D9}"/>
          </ac:graphicFrameMkLst>
        </pc:graphicFrameChg>
        <pc:graphicFrameChg chg="mod">
          <ac:chgData name="Hasan Jamal" userId="6724a5da2ffd1b8f" providerId="LiveId" clId="{8D2F41AC-23D9-4DAF-938C-610805449A32}" dt="2025-05-06T04:37:16.560" v="11435" actId="1076"/>
          <ac:graphicFrameMkLst>
            <pc:docMk/>
            <pc:sldMk cId="1707037948" sldId="759"/>
            <ac:graphicFrameMk id="16" creationId="{678ABE0B-9D46-2086-8B1B-32281F600C3E}"/>
          </ac:graphicFrameMkLst>
        </pc:graphicFrameChg>
        <pc:graphicFrameChg chg="mod">
          <ac:chgData name="Hasan Jamal" userId="6724a5da2ffd1b8f" providerId="LiveId" clId="{8D2F41AC-23D9-4DAF-938C-610805449A32}" dt="2025-05-06T04:37:16.560" v="11435" actId="1076"/>
          <ac:graphicFrameMkLst>
            <pc:docMk/>
            <pc:sldMk cId="1707037948" sldId="759"/>
            <ac:graphicFrameMk id="17" creationId="{EFC71D17-D5B1-F61D-0016-4862B8018576}"/>
          </ac:graphicFrameMkLst>
        </pc:graphicFrameChg>
        <pc:graphicFrameChg chg="mod">
          <ac:chgData name="Hasan Jamal" userId="6724a5da2ffd1b8f" providerId="LiveId" clId="{8D2F41AC-23D9-4DAF-938C-610805449A32}" dt="2025-05-06T04:36:50.869" v="11433" actId="1076"/>
          <ac:graphicFrameMkLst>
            <pc:docMk/>
            <pc:sldMk cId="1707037948" sldId="759"/>
            <ac:graphicFrameMk id="32" creationId="{DCFA5CB0-F47F-9E5D-E515-7354257DF13C}"/>
          </ac:graphicFrameMkLst>
        </pc:graphicFrameChg>
        <pc:graphicFrameChg chg="mod">
          <ac:chgData name="Hasan Jamal" userId="6724a5da2ffd1b8f" providerId="LiveId" clId="{8D2F41AC-23D9-4DAF-938C-610805449A32}" dt="2025-05-06T04:36:50.869" v="11433" actId="1076"/>
          <ac:graphicFrameMkLst>
            <pc:docMk/>
            <pc:sldMk cId="1707037948" sldId="759"/>
            <ac:graphicFrameMk id="42" creationId="{50CB1C7C-412F-F8C6-A126-D7AA376C910C}"/>
          </ac:graphicFrameMkLst>
        </pc:graphicFrameChg>
        <pc:graphicFrameChg chg="mod">
          <ac:chgData name="Hasan Jamal" userId="6724a5da2ffd1b8f" providerId="LiveId" clId="{8D2F41AC-23D9-4DAF-938C-610805449A32}" dt="2025-05-06T04:37:16.560" v="11435" actId="1076"/>
          <ac:graphicFrameMkLst>
            <pc:docMk/>
            <pc:sldMk cId="1707037948" sldId="759"/>
            <ac:graphicFrameMk id="43" creationId="{A22E889B-69E8-AC39-CCB5-6E180B7E3788}"/>
          </ac:graphicFrameMkLst>
        </pc:graphicFrameChg>
        <pc:graphicFrameChg chg="mod">
          <ac:chgData name="Hasan Jamal" userId="6724a5da2ffd1b8f" providerId="LiveId" clId="{8D2F41AC-23D9-4DAF-938C-610805449A32}" dt="2025-05-06T04:37:16.560" v="11435" actId="1076"/>
          <ac:graphicFrameMkLst>
            <pc:docMk/>
            <pc:sldMk cId="1707037948" sldId="759"/>
            <ac:graphicFrameMk id="44" creationId="{255EF1B7-3026-B0F1-02D5-CEE8C081158D}"/>
          </ac:graphicFrameMkLst>
        </pc:graphicFrameChg>
        <pc:graphicFrameChg chg="mod">
          <ac:chgData name="Hasan Jamal" userId="6724a5da2ffd1b8f" providerId="LiveId" clId="{8D2F41AC-23D9-4DAF-938C-610805449A32}" dt="2025-05-06T04:38:23.881" v="11446" actId="1036"/>
          <ac:graphicFrameMkLst>
            <pc:docMk/>
            <pc:sldMk cId="1707037948" sldId="759"/>
            <ac:graphicFrameMk id="56" creationId="{2150AB60-2D53-2EA9-2FEC-DB9F16B5DA40}"/>
          </ac:graphicFrameMkLst>
        </pc:graphicFrameChg>
        <pc:graphicFrameChg chg="mod">
          <ac:chgData name="Hasan Jamal" userId="6724a5da2ffd1b8f" providerId="LiveId" clId="{8D2F41AC-23D9-4DAF-938C-610805449A32}" dt="2025-05-06T04:37:16.560" v="11435" actId="1076"/>
          <ac:graphicFrameMkLst>
            <pc:docMk/>
            <pc:sldMk cId="1707037948" sldId="759"/>
            <ac:graphicFrameMk id="57" creationId="{E4710F8D-619D-3D0C-3700-C4993084C6FD}"/>
          </ac:graphicFrameMkLst>
        </pc:graphicFrameChg>
        <pc:graphicFrameChg chg="mod">
          <ac:chgData name="Hasan Jamal" userId="6724a5da2ffd1b8f" providerId="LiveId" clId="{8D2F41AC-23D9-4DAF-938C-610805449A32}" dt="2025-05-06T04:36:50.869" v="11433" actId="1076"/>
          <ac:graphicFrameMkLst>
            <pc:docMk/>
            <pc:sldMk cId="1707037948" sldId="759"/>
            <ac:graphicFrameMk id="58" creationId="{308BC2AB-4E4C-A448-DF43-E85B6FA88B0F}"/>
          </ac:graphicFrameMkLst>
        </pc:graphicFrameChg>
        <pc:graphicFrameChg chg="mod">
          <ac:chgData name="Hasan Jamal" userId="6724a5da2ffd1b8f" providerId="LiveId" clId="{8D2F41AC-23D9-4DAF-938C-610805449A32}" dt="2025-05-06T04:38:23.881" v="11446" actId="1036"/>
          <ac:graphicFrameMkLst>
            <pc:docMk/>
            <pc:sldMk cId="1707037948" sldId="759"/>
            <ac:graphicFrameMk id="60" creationId="{7A9E0AD0-CDF2-C956-BCAD-C8FE2D23649D}"/>
          </ac:graphicFrameMkLst>
        </pc:graphicFrameChg>
        <pc:graphicFrameChg chg="mod">
          <ac:chgData name="Hasan Jamal" userId="6724a5da2ffd1b8f" providerId="LiveId" clId="{8D2F41AC-23D9-4DAF-938C-610805449A32}" dt="2025-05-06T04:38:23.881" v="11446" actId="1036"/>
          <ac:graphicFrameMkLst>
            <pc:docMk/>
            <pc:sldMk cId="1707037948" sldId="759"/>
            <ac:graphicFrameMk id="61" creationId="{1B82ABA8-4056-B0B6-69D5-3E2C9D368492}"/>
          </ac:graphicFrameMkLst>
        </pc:graphicFrameChg>
        <pc:graphicFrameChg chg="mod">
          <ac:chgData name="Hasan Jamal" userId="6724a5da2ffd1b8f" providerId="LiveId" clId="{8D2F41AC-23D9-4DAF-938C-610805449A32}" dt="2025-05-06T04:38:23.881" v="11446" actId="1036"/>
          <ac:graphicFrameMkLst>
            <pc:docMk/>
            <pc:sldMk cId="1707037948" sldId="759"/>
            <ac:graphicFrameMk id="63" creationId="{66029BFB-0E12-8CB4-4F4F-1E4962D7DF3F}"/>
          </ac:graphicFrameMkLst>
        </pc:graphicFrameChg>
        <pc:graphicFrameChg chg="mod">
          <ac:chgData name="Hasan Jamal" userId="6724a5da2ffd1b8f" providerId="LiveId" clId="{8D2F41AC-23D9-4DAF-938C-610805449A32}" dt="2025-05-06T04:37:16.560" v="11435" actId="1076"/>
          <ac:graphicFrameMkLst>
            <pc:docMk/>
            <pc:sldMk cId="1707037948" sldId="759"/>
            <ac:graphicFrameMk id="3072" creationId="{6264A7DB-BDA4-152C-3505-C528BEC3C5E9}"/>
          </ac:graphicFrameMkLst>
        </pc:graphicFrameChg>
        <pc:graphicFrameChg chg="mod">
          <ac:chgData name="Hasan Jamal" userId="6724a5da2ffd1b8f" providerId="LiveId" clId="{8D2F41AC-23D9-4DAF-938C-610805449A32}" dt="2025-05-06T04:36:50.869" v="11433" actId="1076"/>
          <ac:graphicFrameMkLst>
            <pc:docMk/>
            <pc:sldMk cId="1707037948" sldId="759"/>
            <ac:graphicFrameMk id="3073" creationId="{128A3026-638D-0983-C918-655FDA66FA17}"/>
          </ac:graphicFrameMkLst>
        </pc:graphicFrameChg>
        <pc:graphicFrameChg chg="mod">
          <ac:chgData name="Hasan Jamal" userId="6724a5da2ffd1b8f" providerId="LiveId" clId="{8D2F41AC-23D9-4DAF-938C-610805449A32}" dt="2025-05-06T04:36:50.869" v="11433" actId="1076"/>
          <ac:graphicFrameMkLst>
            <pc:docMk/>
            <pc:sldMk cId="1707037948" sldId="759"/>
            <ac:graphicFrameMk id="3075" creationId="{B438F1A2-2B50-059A-AA2B-30FB63E30FCE}"/>
          </ac:graphicFrameMkLst>
        </pc:graphicFrameChg>
        <pc:graphicFrameChg chg="mod">
          <ac:chgData name="Hasan Jamal" userId="6724a5da2ffd1b8f" providerId="LiveId" clId="{8D2F41AC-23D9-4DAF-938C-610805449A32}" dt="2025-05-06T04:36:50.869" v="11433" actId="1076"/>
          <ac:graphicFrameMkLst>
            <pc:docMk/>
            <pc:sldMk cId="1707037948" sldId="759"/>
            <ac:graphicFrameMk id="3077" creationId="{2921DA72-CE59-399E-F2BF-49D7D707BA85}"/>
          </ac:graphicFrameMkLst>
        </pc:graphicFrameChg>
      </pc:sldChg>
      <pc:sldChg chg="modSp add del mod">
        <pc:chgData name="Hasan Jamal" userId="6724a5da2ffd1b8f" providerId="LiveId" clId="{8D2F41AC-23D9-4DAF-938C-610805449A32}" dt="2025-05-06T05:29:27.163" v="12083" actId="47"/>
        <pc:sldMkLst>
          <pc:docMk/>
          <pc:sldMk cId="1715816418" sldId="760"/>
        </pc:sldMkLst>
        <pc:spChg chg="mod">
          <ac:chgData name="Hasan Jamal" userId="6724a5da2ffd1b8f" providerId="LiveId" clId="{8D2F41AC-23D9-4DAF-938C-610805449A32}" dt="2025-05-06T05:24:43.367" v="12082" actId="20577"/>
          <ac:spMkLst>
            <pc:docMk/>
            <pc:sldMk cId="1715816418" sldId="760"/>
            <ac:spMk id="2" creationId="{3F05906B-053B-6A35-2B10-70AA6966F32E}"/>
          </ac:spMkLst>
        </pc:spChg>
        <pc:spChg chg="mod">
          <ac:chgData name="Hasan Jamal" userId="6724a5da2ffd1b8f" providerId="LiveId" clId="{8D2F41AC-23D9-4DAF-938C-610805449A32}" dt="2025-05-06T05:21:56.465" v="11830" actId="20577"/>
          <ac:spMkLst>
            <pc:docMk/>
            <pc:sldMk cId="1715816418" sldId="760"/>
            <ac:spMk id="3074" creationId="{A3C9E591-3AC5-1114-0315-D2AA89458FA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34546-FD7D-47BB-AA1E-00BBFD21EEC5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D3D20-B80A-47F2-90D8-E85AAC9E3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35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04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826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7EBEB-02CA-105A-0205-513D48266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2D3A35-0F49-2BE5-BDAA-31C109A3E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56B54F-669C-964D-FDED-534D57D71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ACB2C-2773-AA4F-6314-9A09831A8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616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CB53F-65E2-11BE-D9AD-3F9DF436C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49133-FC0E-2873-C4DC-C6861C104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F8F203-0753-B17A-771B-3D05336A3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64DC1-9B77-DC2E-6BBC-8518BAAE1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67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1253-B170-07F8-F4C2-94FC6A394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755A6-D11C-6ACC-5C5D-E3C545D45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9039E-A2A6-B73C-9BA4-A0B5FD94D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12CAA-FC64-0F0E-7C2E-279DC9063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601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42A28-BBA8-AAC9-95C8-016A79A82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00C4C1-8995-F553-C3C1-1D9814858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E6D2A1-4EAE-47E3-E81B-2E5A3D2D5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685C5-865F-DC02-F318-C9027CA2A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818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EE087-4A48-65E0-8DD1-9D9FB834B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9AB6AF-1C4E-CB16-CCC8-DB1182B88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434A0A-E348-B27E-60B1-8489E3BB5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33937-0DE1-2D92-CEED-611726741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731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D545A-306B-B202-DE1C-87242BAAF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4FD7A5-7A2F-9129-E820-00235E003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D2362F-D8B9-3640-A10E-8B8B42462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E0609-5AFE-5F36-5EC2-F22628A487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3616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9004F-2613-59E1-129D-A3A841287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D35D9-0CC2-DCBB-43E4-24CAE65EE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7D760-E36C-C3CC-7CA2-75E987F81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7FAC7-D0A9-A61D-BCA7-D7FF0E2B89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49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9C927-C1DF-6A35-BF0E-177B48030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44D277-4BA9-BFD5-C8D4-DEBE31CAB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F976F-6A06-027C-B1E3-36DA968DE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277EF-3040-3E78-A310-5D8F3A90E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095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3A05A-0315-2B64-8DB5-5586944A2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CE390-9774-5327-416D-B4D7E3E96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EE9EF4-7141-18F2-6F74-1E2917EDD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D4669-28E2-3330-EAB4-E932E218F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9445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D451D-20C1-D1A3-1CBD-2DD1D3010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E35724-044A-1503-F4B8-829A0A51C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3600ED-BFF6-4B7B-62BA-8A95CB105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698B4-C717-3C1B-8CC0-36E9834F67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771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F6F50-5E57-F758-0F68-02377460E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15FF1D-C1BB-D0B0-88B3-786A89EDE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9A22A8-1793-9A8B-6F3F-5BCE3F1FB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E4563-4E0E-FBBE-7839-A4447EF35E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2135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871E2-00E6-B174-4C1B-9EE39D247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FA7C3-945F-BE12-A115-6112F0BBA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87BF28-B371-5A1F-358E-2CE796C26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49FA2-FC23-6D9F-814D-D35CC5F875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2117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21AAE-D8A7-3DF5-D5FC-D72CD639E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59050-2F59-8441-4661-49482FE7B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4E0692-A708-6A57-EE49-051430C0D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55AB1-6182-C86F-1303-6FAC9D8959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559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5917B-0CDE-4BAD-9B55-0E1197CC3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9B3EF6-6650-B195-4499-C69FEA696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99F8A8-304F-62B6-0391-65700F931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1ECE4-2CDA-A37C-4637-AEBA749DB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1967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72B15-F8D4-0C94-621A-1BEA35099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6FBE18-2C86-27D4-A696-B90172C40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004CDA-2AEF-E538-D5F8-D603068EB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0EE0E-B9F5-DB85-355D-EBE8CE951A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821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D7699-3F00-0E60-09A9-B9E2CBFE7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D5F152-10B1-1497-AE37-D41F03D78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8A34B9-144A-D05C-8A83-8398C0DF1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C0C52-A4C7-FCFA-0532-62B577564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1438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E0289-5C8D-BF90-024E-9104B0D8E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4ADBF4-3997-8D05-025D-232B116F0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27B8B4-9D85-60CB-09F6-A554FBAD4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69DAC-5A50-B589-5D07-EF77331A1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676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33BED-BFCB-ECE3-BB5A-5DFA83DC4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0E63B-13DA-70CE-DA95-13B4930E2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BE0B8-5A8E-5326-DE70-ACE2775F7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4D82D-796C-79A0-2C58-3A277FEC8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741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C5A2A-6819-4CC4-EFED-EA0316E1C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8F30ED-37A4-1F47-AB33-86A2B8F8D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D7E4EE-2A91-FA93-17F2-5AB58085F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D8F07-0D02-D64B-E81E-2F86892B3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537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AFFAD-F837-5829-0FE3-C86CC5D74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AF292-D374-6386-D0EE-C83848A044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D11875-584E-BFC2-BFEC-6DE53B763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AB8E8-47EB-7C9C-40C0-B58ABA213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7803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7D374-571C-4114-2A90-24B85537B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53862B-976D-C06B-D158-E221028ED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6DAFA5-4AD1-5851-8920-86FFFF7CE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0F407-25CB-CE2F-C3D7-C9136C1A17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1542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E009E-6AD8-C675-3F40-E42FF0829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31E5D0-8A1D-DF10-A741-D3ABC7C90E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BAE1AA-925D-2B84-3082-1C10A5E67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3AF6E-6270-D187-467D-C1CC25A9A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583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086E1-82BA-B563-0277-C890DAC36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192414-F3C8-2E3A-3D55-ED9E089F03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98CF7C-3826-A4A9-F08C-13FAA1CF9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74C98-5CDA-C457-1ABD-D6837A74AA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200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21D0A-6806-8472-667D-BD5FED6E0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350AF-5B9E-F52A-D829-846CAB4853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87ACBC-0154-F9F6-C80E-C734CA4BB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596CF-C012-5655-52C2-794D5E59CE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406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D8A74-B40B-09F6-4D57-3DA741944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E9E609-E733-8B3B-1D47-D2405AA25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8571E-30F0-C603-B3C0-FFEA76FDC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29A31-9764-7A5B-45AE-D51A15453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61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7130A-BE0C-367A-3B1F-461A9B4BC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9CF480-9D74-C492-3F47-13873F339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F0084-A689-187B-3646-E56716AB3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79297-119D-BE01-1D4C-6922A30127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71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83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22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5486400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3852863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6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6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20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33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78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544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802086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37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93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AA143B-99B6-4B27-B043-E574855ABF9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759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718971-3FDC-4323-BE22-69C0E5D5795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871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BCAC09-0EE0-4829-9090-1F0BC639B9B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955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28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/>
              <a:t>Design &amp; Analysis of Algorithms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/>
              <a:t>Design and Anaysis of Algorihms, Spring 2008 </a:t>
            </a:r>
          </a:p>
        </p:txBody>
      </p:sp>
    </p:spTree>
    <p:extLst>
      <p:ext uri="{BB962C8B-B14F-4D97-AF65-F5344CB8AC3E}">
        <p14:creationId xmlns:p14="http://schemas.microsoft.com/office/powerpoint/2010/main" val="238991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</a:t>
            </a:fld>
            <a:endParaRPr lang="en-US">
              <a:latin typeface="Calibri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654176"/>
            <a:ext cx="8458200" cy="1470025"/>
          </a:xfrm>
        </p:spPr>
        <p:txBody>
          <a:bodyPr/>
          <a:lstStyle/>
          <a:p>
            <a:pPr algn="ctr"/>
            <a:r>
              <a:rPr lang="en-US" sz="3200" b="1" dirty="0"/>
              <a:t>CSC 334 – Parallel and Distributed Computing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524000" y="3505200"/>
            <a:ext cx="84582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A9A57C"/>
              </a:buClr>
            </a:pPr>
            <a:r>
              <a:rPr lang="en-US" sz="2800" b="1" spc="-100" dirty="0">
                <a:solidFill>
                  <a:srgbClr val="675E47"/>
                </a:solidFill>
                <a:latin typeface="Cambria"/>
              </a:rPr>
              <a:t>Instructor: </a:t>
            </a:r>
            <a:r>
              <a:rPr lang="en-US" sz="2800" b="1" spc="-100" dirty="0" smtClean="0">
                <a:solidFill>
                  <a:srgbClr val="675E47"/>
                </a:solidFill>
                <a:latin typeface="Cambria"/>
              </a:rPr>
              <a:t>Ms. Muntha Amjad</a:t>
            </a:r>
            <a:endParaRPr lang="en-US" sz="2800" b="1" spc="-100" dirty="0">
              <a:solidFill>
                <a:srgbClr val="675E47"/>
              </a:solidFill>
              <a:latin typeface="Cambria"/>
            </a:endParaRPr>
          </a:p>
          <a:p>
            <a:pPr algn="ctr">
              <a:buClr>
                <a:srgbClr val="A9A57C"/>
              </a:buClr>
            </a:pPr>
            <a:r>
              <a:rPr lang="en-US" sz="2800" b="1" spc="-100" dirty="0">
                <a:solidFill>
                  <a:srgbClr val="675E47"/>
                </a:solidFill>
                <a:latin typeface="Cambria"/>
              </a:rPr>
              <a:t>Lecture# </a:t>
            </a:r>
            <a:r>
              <a:rPr lang="en-US" sz="2800" b="1" spc="-100" dirty="0" smtClean="0">
                <a:solidFill>
                  <a:srgbClr val="675E47"/>
                </a:solidFill>
                <a:latin typeface="Cambria"/>
              </a:rPr>
              <a:t>07: </a:t>
            </a:r>
            <a:r>
              <a:rPr lang="en-US" sz="2800" b="1" spc="-100" dirty="0">
                <a:solidFill>
                  <a:srgbClr val="675E47"/>
                </a:solidFill>
                <a:latin typeface="Cambria"/>
              </a:rPr>
              <a:t>Parallel </a:t>
            </a:r>
            <a:r>
              <a:rPr lang="en-US" sz="2800" b="1" spc="-100" dirty="0" smtClean="0">
                <a:solidFill>
                  <a:srgbClr val="675E47"/>
                </a:solidFill>
                <a:latin typeface="Cambria"/>
              </a:rPr>
              <a:t>Sorting</a:t>
            </a:r>
            <a:endParaRPr lang="en-US" sz="2800" b="1" spc="-100" dirty="0">
              <a:solidFill>
                <a:srgbClr val="675E47"/>
              </a:solidFill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42399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99AEE-7533-3180-8725-152ABED39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DE57DEA-4F1B-4462-E3E3-16B71A0B60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Parallel Merge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F3369-D443-774C-2802-231E2E8AD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</a:t>
            </a:fld>
            <a:endParaRPr lang="en-US"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8">
                <a:extLst>
                  <a:ext uri="{FF2B5EF4-FFF2-40B4-BE49-F238E27FC236}">
                    <a16:creationId xmlns:a16="http://schemas.microsoft.com/office/drawing/2014/main" id="{630266B7-5A26-9381-0FF1-3777A4786CC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165130" y="2811540"/>
                <a:ext cx="4569790" cy="387801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2860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2860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80160" indent="-22860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4480" indent="-228600" algn="l" defTabSz="914400" rtl="0" eaLnBrk="1" latinLnBrk="0" hangingPunct="1">
                  <a:spcBef>
                    <a:spcPct val="20000"/>
                  </a:spcBef>
                  <a:buClr>
                    <a:schemeClr val="accent5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3736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18288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03120" indent="-18288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18288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MERGE-SORT(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left, right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if 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left &lt; right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mid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𝑙𝑒𝑓𝑡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𝑟𝑖𝑔h𝑡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)/2</m:t>
                        </m:r>
                      </m:e>
                    </m:d>
                  </m:oMath>
                </a14:m>
                <a:endParaRPr lang="en-US" alt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endPara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Spawn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MERGE-SORT(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left, mid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MERGE-SORT(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mid+1, right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Sync</a:t>
                </a:r>
                <a:endPara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  <a:buFontTx/>
                  <a:buNone/>
                </a:pPr>
                <a:endParaRPr lang="en-US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MERGE 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left, mid, right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8">
                <a:extLst>
                  <a:ext uri="{FF2B5EF4-FFF2-40B4-BE49-F238E27FC236}">
                    <a16:creationId xmlns:a16="http://schemas.microsoft.com/office/drawing/2014/main" id="{630266B7-5A26-9381-0FF1-3777A4786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130" y="2811540"/>
                <a:ext cx="4569790" cy="3878016"/>
              </a:xfrm>
              <a:prstGeom prst="rect">
                <a:avLst/>
              </a:prstGeom>
              <a:blipFill>
                <a:blip r:embed="rId3"/>
                <a:stretch>
                  <a:fillRect t="-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8">
                <a:extLst>
                  <a:ext uri="{FF2B5EF4-FFF2-40B4-BE49-F238E27FC236}">
                    <a16:creationId xmlns:a16="http://schemas.microsoft.com/office/drawing/2014/main" id="{09E521A1-63EA-1A47-1FE7-BA46B1594D8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702625" y="2811540"/>
                <a:ext cx="3708699" cy="276272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2860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2860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80160" indent="-22860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4480" indent="-228600" algn="l" defTabSz="914400" rtl="0" eaLnBrk="1" latinLnBrk="0" hangingPunct="1">
                  <a:spcBef>
                    <a:spcPct val="20000"/>
                  </a:spcBef>
                  <a:buClr>
                    <a:schemeClr val="accent5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3736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18288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03120" indent="-18288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18288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MERGE 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left, mid, right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l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eft, j = mid+1, k=0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while (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𝑚𝑖𝑑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&amp;&amp; 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right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if (A[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A[j])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      B[k++] = A[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++]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else</a:t>
                </a:r>
                <a:endPara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      B[k++] = A[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j++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A[ ] = B[ ]</a:t>
                </a:r>
              </a:p>
            </p:txBody>
          </p:sp>
        </mc:Choice>
        <mc:Fallback xmlns="">
          <p:sp>
            <p:nvSpPr>
              <p:cNvPr id="5" name="Rectangle 8">
                <a:extLst>
                  <a:ext uri="{FF2B5EF4-FFF2-40B4-BE49-F238E27FC236}">
                    <a16:creationId xmlns:a16="http://schemas.microsoft.com/office/drawing/2014/main" id="{09E521A1-63EA-1A47-1FE7-BA46B1594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2625" y="2811540"/>
                <a:ext cx="3708699" cy="2762728"/>
              </a:xfrm>
              <a:prstGeom prst="rect">
                <a:avLst/>
              </a:prstGeom>
              <a:blipFill>
                <a:blip r:embed="rId4"/>
                <a:stretch>
                  <a:fillRect t="-1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3">
            <a:extLst>
              <a:ext uri="{FF2B5EF4-FFF2-40B4-BE49-F238E27FC236}">
                <a16:creationId xmlns:a16="http://schemas.microsoft.com/office/drawing/2014/main" id="{C101BB49-A888-4844-9C36-8AB53BEF2EC6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10393605" cy="5030335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 new worker thread is created to execute the left sub-array and the right sub-array will be executed by the calling thread.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6710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C860-9F67-B5E1-DE16-A37627845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98BEFE7-2496-48B0-C230-60E0B8431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Parallel Merge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537C9C-12D8-CB3B-73F0-90BC0C382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</a:t>
            </a:fld>
            <a:endParaRPr lang="en-US">
              <a:latin typeface="Calibri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81A8591-408B-C2FF-47AB-422BCF4DFC44}"/>
              </a:ext>
            </a:extLst>
          </p:cNvPr>
          <p:cNvGrpSpPr/>
          <p:nvPr/>
        </p:nvGrpSpPr>
        <p:grpSpPr>
          <a:xfrm>
            <a:off x="7180446" y="1222655"/>
            <a:ext cx="4201829" cy="5160932"/>
            <a:chOff x="6979897" y="918442"/>
            <a:chExt cx="4201829" cy="516093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8195FC2-D3BD-2246-0849-EC2B8EC35D59}"/>
                </a:ext>
              </a:extLst>
            </p:cNvPr>
            <p:cNvGrpSpPr/>
            <p:nvPr/>
          </p:nvGrpSpPr>
          <p:grpSpPr>
            <a:xfrm>
              <a:off x="8724571" y="918442"/>
              <a:ext cx="577515" cy="365760"/>
              <a:chOff x="9288377" y="961545"/>
              <a:chExt cx="577515" cy="365760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CF3CFFEA-FC94-6695-167C-E48E21803CF3}"/>
                  </a:ext>
                </a:extLst>
              </p:cNvPr>
              <p:cNvSpPr/>
              <p:nvPr/>
            </p:nvSpPr>
            <p:spPr>
              <a:xfrm>
                <a:off x="9288379" y="961545"/>
                <a:ext cx="368968" cy="3657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3CF5EC-D45F-D4DA-DAA4-2C8BB5EFA868}"/>
                  </a:ext>
                </a:extLst>
              </p:cNvPr>
              <p:cNvSpPr txBox="1"/>
              <p:nvPr/>
            </p:nvSpPr>
            <p:spPr>
              <a:xfrm>
                <a:off x="9288377" y="977587"/>
                <a:ext cx="5775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44B0F51-55AA-64E4-9BB4-CB9FB8E113CE}"/>
                </a:ext>
              </a:extLst>
            </p:cNvPr>
            <p:cNvGrpSpPr/>
            <p:nvPr/>
          </p:nvGrpSpPr>
          <p:grpSpPr>
            <a:xfrm>
              <a:off x="7755374" y="1831846"/>
              <a:ext cx="577515" cy="365760"/>
              <a:chOff x="9288377" y="961545"/>
              <a:chExt cx="577515" cy="36576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7CC7A113-CCA6-8419-0589-0BB294D59DDF}"/>
                  </a:ext>
                </a:extLst>
              </p:cNvPr>
              <p:cNvSpPr/>
              <p:nvPr/>
            </p:nvSpPr>
            <p:spPr>
              <a:xfrm>
                <a:off x="9288379" y="961545"/>
                <a:ext cx="368968" cy="3657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B190B9-8751-0BE4-04DB-9ADA4E34BFFB}"/>
                  </a:ext>
                </a:extLst>
              </p:cNvPr>
              <p:cNvSpPr txBox="1"/>
              <p:nvPr/>
            </p:nvSpPr>
            <p:spPr>
              <a:xfrm>
                <a:off x="9288377" y="977587"/>
                <a:ext cx="5775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0E3C6B1-AE3F-2D1B-939C-2A67EFCBE3FE}"/>
                </a:ext>
              </a:extLst>
            </p:cNvPr>
            <p:cNvGrpSpPr/>
            <p:nvPr/>
          </p:nvGrpSpPr>
          <p:grpSpPr>
            <a:xfrm>
              <a:off x="9751606" y="1827344"/>
              <a:ext cx="577515" cy="365760"/>
              <a:chOff x="9288377" y="961545"/>
              <a:chExt cx="577515" cy="36576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36B07D-4E43-FE7D-6FA4-BC60B854AA08}"/>
                  </a:ext>
                </a:extLst>
              </p:cNvPr>
              <p:cNvSpPr/>
              <p:nvPr/>
            </p:nvSpPr>
            <p:spPr>
              <a:xfrm>
                <a:off x="9288379" y="961545"/>
                <a:ext cx="368968" cy="3657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481332-8291-5245-346C-5391E1708120}"/>
                  </a:ext>
                </a:extLst>
              </p:cNvPr>
              <p:cNvSpPr txBox="1"/>
              <p:nvPr/>
            </p:nvSpPr>
            <p:spPr>
              <a:xfrm>
                <a:off x="9288377" y="977587"/>
                <a:ext cx="5775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8C11B1D-79BC-A6EA-46C5-54224D4E7D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44132" y="1218184"/>
              <a:ext cx="786983" cy="6136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B85DCDE-19D3-C131-F5AF-864DE36FB3E8}"/>
                </a:ext>
              </a:extLst>
            </p:cNvPr>
            <p:cNvCxnSpPr>
              <a:cxnSpLocks/>
            </p:cNvCxnSpPr>
            <p:nvPr/>
          </p:nvCxnSpPr>
          <p:spPr>
            <a:xfrm>
              <a:off x="9013329" y="1256996"/>
              <a:ext cx="792313" cy="60787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100C491-C2D2-6F7F-9767-D617206D1CF2}"/>
                </a:ext>
              </a:extLst>
            </p:cNvPr>
            <p:cNvGrpSpPr/>
            <p:nvPr/>
          </p:nvGrpSpPr>
          <p:grpSpPr>
            <a:xfrm>
              <a:off x="7268654" y="2477097"/>
              <a:ext cx="577515" cy="365760"/>
              <a:chOff x="9288377" y="961545"/>
              <a:chExt cx="577515" cy="36576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AE65574C-FA9F-6A57-244A-E11018C2A5CD}"/>
                  </a:ext>
                </a:extLst>
              </p:cNvPr>
              <p:cNvSpPr/>
              <p:nvPr/>
            </p:nvSpPr>
            <p:spPr>
              <a:xfrm>
                <a:off x="9288379" y="961545"/>
                <a:ext cx="368968" cy="3657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241858-CF19-9282-97AF-BFD350D1A30F}"/>
                  </a:ext>
                </a:extLst>
              </p:cNvPr>
              <p:cNvSpPr txBox="1"/>
              <p:nvPr/>
            </p:nvSpPr>
            <p:spPr>
              <a:xfrm>
                <a:off x="9288377" y="977587"/>
                <a:ext cx="5775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B97F53F-2CDE-79FD-54A5-98BD3A6D91FD}"/>
                </a:ext>
              </a:extLst>
            </p:cNvPr>
            <p:cNvGrpSpPr/>
            <p:nvPr/>
          </p:nvGrpSpPr>
          <p:grpSpPr>
            <a:xfrm>
              <a:off x="8273433" y="2470314"/>
              <a:ext cx="577515" cy="365760"/>
              <a:chOff x="9288377" y="961545"/>
              <a:chExt cx="577515" cy="36576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3D4CECB-0F31-06F3-242F-B4EEF9908D71}"/>
                  </a:ext>
                </a:extLst>
              </p:cNvPr>
              <p:cNvSpPr/>
              <p:nvPr/>
            </p:nvSpPr>
            <p:spPr>
              <a:xfrm>
                <a:off x="9288379" y="961545"/>
                <a:ext cx="368968" cy="3657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03BEF81-4D72-622E-899C-805B23A19358}"/>
                  </a:ext>
                </a:extLst>
              </p:cNvPr>
              <p:cNvSpPr txBox="1"/>
              <p:nvPr/>
            </p:nvSpPr>
            <p:spPr>
              <a:xfrm>
                <a:off x="9288377" y="977587"/>
                <a:ext cx="5775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756C3AC-3303-A758-D1B5-2476B8E83C81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7515235" y="2144042"/>
              <a:ext cx="294175" cy="34789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727D5B5-1DA5-3345-27FE-6D49ABDE8BBA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90" y="2170400"/>
              <a:ext cx="329159" cy="33253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D047591-E0FF-09D8-A162-FD1DB3920E97}"/>
                </a:ext>
              </a:extLst>
            </p:cNvPr>
            <p:cNvGrpSpPr/>
            <p:nvPr/>
          </p:nvGrpSpPr>
          <p:grpSpPr>
            <a:xfrm>
              <a:off x="9276512" y="2477097"/>
              <a:ext cx="577515" cy="365760"/>
              <a:chOff x="9288377" y="961545"/>
              <a:chExt cx="577515" cy="365760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F7AEB15-3E49-999A-ECF6-A002B7302603}"/>
                  </a:ext>
                </a:extLst>
              </p:cNvPr>
              <p:cNvSpPr/>
              <p:nvPr/>
            </p:nvSpPr>
            <p:spPr>
              <a:xfrm>
                <a:off x="9288379" y="961545"/>
                <a:ext cx="368968" cy="3657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9077252-AAA5-0B5F-66B8-F49D551662D7}"/>
                  </a:ext>
                </a:extLst>
              </p:cNvPr>
              <p:cNvSpPr txBox="1"/>
              <p:nvPr/>
            </p:nvSpPr>
            <p:spPr>
              <a:xfrm>
                <a:off x="9288377" y="977587"/>
                <a:ext cx="5775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C060BB0-ACA6-A845-674E-71F75471D29E}"/>
                </a:ext>
              </a:extLst>
            </p:cNvPr>
            <p:cNvGrpSpPr/>
            <p:nvPr/>
          </p:nvGrpSpPr>
          <p:grpSpPr>
            <a:xfrm>
              <a:off x="10304743" y="2471173"/>
              <a:ext cx="577515" cy="365760"/>
              <a:chOff x="9288377" y="961545"/>
              <a:chExt cx="577515" cy="365760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3C27831-A6BB-2AD5-2D55-01AD9C53DFBC}"/>
                  </a:ext>
                </a:extLst>
              </p:cNvPr>
              <p:cNvSpPr/>
              <p:nvPr/>
            </p:nvSpPr>
            <p:spPr>
              <a:xfrm>
                <a:off x="9288379" y="961545"/>
                <a:ext cx="368968" cy="3657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BA7C7EA-EEC6-CD2D-42B8-2C77567E489C}"/>
                  </a:ext>
                </a:extLst>
              </p:cNvPr>
              <p:cNvSpPr txBox="1"/>
              <p:nvPr/>
            </p:nvSpPr>
            <p:spPr>
              <a:xfrm>
                <a:off x="9288377" y="977587"/>
                <a:ext cx="5775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786321B-2992-56FE-1297-159D60C59357}"/>
                </a:ext>
              </a:extLst>
            </p:cNvPr>
            <p:cNvCxnSpPr>
              <a:cxnSpLocks/>
              <a:endCxn id="28" idx="0"/>
            </p:cNvCxnSpPr>
            <p:nvPr/>
          </p:nvCxnSpPr>
          <p:spPr>
            <a:xfrm flipH="1">
              <a:off x="9565270" y="2161098"/>
              <a:ext cx="238366" cy="33204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E69AEF3-1C42-D36E-1092-A64718EC2084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10040364" y="2181940"/>
              <a:ext cx="329087" cy="33703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A4013D6-1F1B-5EFA-232B-93F367055427}"/>
                </a:ext>
              </a:extLst>
            </p:cNvPr>
            <p:cNvGrpSpPr/>
            <p:nvPr/>
          </p:nvGrpSpPr>
          <p:grpSpPr>
            <a:xfrm>
              <a:off x="6979897" y="3287236"/>
              <a:ext cx="577515" cy="365760"/>
              <a:chOff x="9288377" y="961545"/>
              <a:chExt cx="577515" cy="365760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276D8619-AC28-0A71-57B5-D4DB9E50C4F6}"/>
                  </a:ext>
                </a:extLst>
              </p:cNvPr>
              <p:cNvSpPr/>
              <p:nvPr/>
            </p:nvSpPr>
            <p:spPr>
              <a:xfrm>
                <a:off x="9288379" y="961545"/>
                <a:ext cx="368968" cy="3657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9B4517A-B2CC-16F3-DCFB-900254450BF4}"/>
                  </a:ext>
                </a:extLst>
              </p:cNvPr>
              <p:cNvSpPr txBox="1"/>
              <p:nvPr/>
            </p:nvSpPr>
            <p:spPr>
              <a:xfrm>
                <a:off x="9288377" y="977587"/>
                <a:ext cx="5775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135C364-11F3-954F-D2BB-6D811BFB924C}"/>
                </a:ext>
              </a:extLst>
            </p:cNvPr>
            <p:cNvGrpSpPr/>
            <p:nvPr/>
          </p:nvGrpSpPr>
          <p:grpSpPr>
            <a:xfrm>
              <a:off x="7503417" y="3284840"/>
              <a:ext cx="577515" cy="365760"/>
              <a:chOff x="9288377" y="961545"/>
              <a:chExt cx="577515" cy="365760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4F9102F-F40D-B4BB-790A-38DEB3A2F4F1}"/>
                  </a:ext>
                </a:extLst>
              </p:cNvPr>
              <p:cNvSpPr/>
              <p:nvPr/>
            </p:nvSpPr>
            <p:spPr>
              <a:xfrm>
                <a:off x="9288379" y="961545"/>
                <a:ext cx="368968" cy="3657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35CB973-1C2E-1F9D-E644-906D57A83841}"/>
                  </a:ext>
                </a:extLst>
              </p:cNvPr>
              <p:cNvSpPr txBox="1"/>
              <p:nvPr/>
            </p:nvSpPr>
            <p:spPr>
              <a:xfrm>
                <a:off x="9288377" y="977587"/>
                <a:ext cx="5775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97F0883-2CF4-C2AB-3F68-7A14334D7BB2}"/>
                </a:ext>
              </a:extLst>
            </p:cNvPr>
            <p:cNvGrpSpPr/>
            <p:nvPr/>
          </p:nvGrpSpPr>
          <p:grpSpPr>
            <a:xfrm>
              <a:off x="8018841" y="3301259"/>
              <a:ext cx="577515" cy="365760"/>
              <a:chOff x="9288377" y="961545"/>
              <a:chExt cx="577515" cy="365760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AD1ADFCB-F3DA-720D-DF9B-7654E96CE6F6}"/>
                  </a:ext>
                </a:extLst>
              </p:cNvPr>
              <p:cNvSpPr/>
              <p:nvPr/>
            </p:nvSpPr>
            <p:spPr>
              <a:xfrm>
                <a:off x="9288379" y="961545"/>
                <a:ext cx="368968" cy="3657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8103D68-AD00-0414-7582-D8B152AD32F9}"/>
                  </a:ext>
                </a:extLst>
              </p:cNvPr>
              <p:cNvSpPr txBox="1"/>
              <p:nvPr/>
            </p:nvSpPr>
            <p:spPr>
              <a:xfrm>
                <a:off x="9288377" y="977587"/>
                <a:ext cx="5775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661EE46-75D2-B7BE-0C12-8EA94EB67656}"/>
                </a:ext>
              </a:extLst>
            </p:cNvPr>
            <p:cNvGrpSpPr/>
            <p:nvPr/>
          </p:nvGrpSpPr>
          <p:grpSpPr>
            <a:xfrm>
              <a:off x="8542358" y="3298863"/>
              <a:ext cx="577515" cy="365760"/>
              <a:chOff x="9288377" y="961545"/>
              <a:chExt cx="577515" cy="365760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A473919-3BB2-3BC5-6064-B9962B8E294F}"/>
                  </a:ext>
                </a:extLst>
              </p:cNvPr>
              <p:cNvSpPr/>
              <p:nvPr/>
            </p:nvSpPr>
            <p:spPr>
              <a:xfrm>
                <a:off x="9288379" y="961545"/>
                <a:ext cx="368968" cy="3657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45A156C-EB66-2DDC-4037-B42B4DDA6134}"/>
                  </a:ext>
                </a:extLst>
              </p:cNvPr>
              <p:cNvSpPr txBox="1"/>
              <p:nvPr/>
            </p:nvSpPr>
            <p:spPr>
              <a:xfrm>
                <a:off x="9288377" y="977587"/>
                <a:ext cx="5775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5DFD33B-3C66-4ECA-B1BB-1116A34F7AE3}"/>
                </a:ext>
              </a:extLst>
            </p:cNvPr>
            <p:cNvGrpSpPr/>
            <p:nvPr/>
          </p:nvGrpSpPr>
          <p:grpSpPr>
            <a:xfrm>
              <a:off x="9041750" y="3282821"/>
              <a:ext cx="577515" cy="365760"/>
              <a:chOff x="9288377" y="961545"/>
              <a:chExt cx="577515" cy="365760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A4DAFFC-C552-8222-2C2F-79350F4C741D}"/>
                  </a:ext>
                </a:extLst>
              </p:cNvPr>
              <p:cNvSpPr/>
              <p:nvPr/>
            </p:nvSpPr>
            <p:spPr>
              <a:xfrm>
                <a:off x="9288379" y="961545"/>
                <a:ext cx="368968" cy="3657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D11D112-B396-1AEC-ACCE-88C94F358C29}"/>
                  </a:ext>
                </a:extLst>
              </p:cNvPr>
              <p:cNvSpPr txBox="1"/>
              <p:nvPr/>
            </p:nvSpPr>
            <p:spPr>
              <a:xfrm>
                <a:off x="9288377" y="977587"/>
                <a:ext cx="5775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5FF0B254-F0E0-2F56-70E9-D519824B4223}"/>
                </a:ext>
              </a:extLst>
            </p:cNvPr>
            <p:cNvGrpSpPr/>
            <p:nvPr/>
          </p:nvGrpSpPr>
          <p:grpSpPr>
            <a:xfrm>
              <a:off x="9565270" y="3280425"/>
              <a:ext cx="577515" cy="365760"/>
              <a:chOff x="9288377" y="961545"/>
              <a:chExt cx="577515" cy="36576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A843E2AB-4AE6-4B2F-B7A9-A4869DA3978D}"/>
                  </a:ext>
                </a:extLst>
              </p:cNvPr>
              <p:cNvSpPr/>
              <p:nvPr/>
            </p:nvSpPr>
            <p:spPr>
              <a:xfrm>
                <a:off x="9288379" y="961545"/>
                <a:ext cx="368968" cy="3657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459ADDB-DB16-9AFC-29AA-72131FC3AFA7}"/>
                  </a:ext>
                </a:extLst>
              </p:cNvPr>
              <p:cNvSpPr txBox="1"/>
              <p:nvPr/>
            </p:nvSpPr>
            <p:spPr>
              <a:xfrm>
                <a:off x="9288377" y="977587"/>
                <a:ext cx="5775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124AB7E4-5EDF-3E8E-291C-CACA082B1BF0}"/>
                </a:ext>
              </a:extLst>
            </p:cNvPr>
            <p:cNvGrpSpPr/>
            <p:nvPr/>
          </p:nvGrpSpPr>
          <p:grpSpPr>
            <a:xfrm>
              <a:off x="10080694" y="3296844"/>
              <a:ext cx="577515" cy="365760"/>
              <a:chOff x="9288377" y="961545"/>
              <a:chExt cx="577515" cy="365760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4153176-FC60-36C5-3AA1-0FE5AB38BE06}"/>
                  </a:ext>
                </a:extLst>
              </p:cNvPr>
              <p:cNvSpPr/>
              <p:nvPr/>
            </p:nvSpPr>
            <p:spPr>
              <a:xfrm>
                <a:off x="9288379" y="961545"/>
                <a:ext cx="368968" cy="3657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043BEC-F5F9-36A9-D342-784331F6AA89}"/>
                  </a:ext>
                </a:extLst>
              </p:cNvPr>
              <p:cNvSpPr txBox="1"/>
              <p:nvPr/>
            </p:nvSpPr>
            <p:spPr>
              <a:xfrm>
                <a:off x="9288377" y="977587"/>
                <a:ext cx="5775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E1F75DDC-02BE-1671-D683-B6FB888B3A49}"/>
                </a:ext>
              </a:extLst>
            </p:cNvPr>
            <p:cNvGrpSpPr/>
            <p:nvPr/>
          </p:nvGrpSpPr>
          <p:grpSpPr>
            <a:xfrm>
              <a:off x="10604211" y="3294448"/>
              <a:ext cx="577515" cy="365760"/>
              <a:chOff x="9288377" y="961545"/>
              <a:chExt cx="577515" cy="365760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A307651B-6D8F-0B1D-9F3C-122142FB8397}"/>
                  </a:ext>
                </a:extLst>
              </p:cNvPr>
              <p:cNvSpPr/>
              <p:nvPr/>
            </p:nvSpPr>
            <p:spPr>
              <a:xfrm>
                <a:off x="9288379" y="961545"/>
                <a:ext cx="368968" cy="3657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A90A57C-6396-D084-D61D-B440B2398117}"/>
                  </a:ext>
                </a:extLst>
              </p:cNvPr>
              <p:cNvSpPr txBox="1"/>
              <p:nvPr/>
            </p:nvSpPr>
            <p:spPr>
              <a:xfrm>
                <a:off x="9288377" y="977587"/>
                <a:ext cx="5775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3560" name="Straight Arrow Connector 23559">
              <a:extLst>
                <a:ext uri="{FF2B5EF4-FFF2-40B4-BE49-F238E27FC236}">
                  <a16:creationId xmlns:a16="http://schemas.microsoft.com/office/drawing/2014/main" id="{FBEEC448-A6B1-7729-3A8C-7CDA81180387}"/>
                </a:ext>
              </a:extLst>
            </p:cNvPr>
            <p:cNvCxnSpPr>
              <a:cxnSpLocks/>
              <a:endCxn id="38" idx="0"/>
            </p:cNvCxnSpPr>
            <p:nvPr/>
          </p:nvCxnSpPr>
          <p:spPr>
            <a:xfrm flipH="1">
              <a:off x="7268655" y="2824910"/>
              <a:ext cx="125435" cy="47836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61" name="Straight Arrow Connector 23560">
              <a:extLst>
                <a:ext uri="{FF2B5EF4-FFF2-40B4-BE49-F238E27FC236}">
                  <a16:creationId xmlns:a16="http://schemas.microsoft.com/office/drawing/2014/main" id="{D231391F-B70B-039D-0EED-3284DC8EC815}"/>
                </a:ext>
              </a:extLst>
            </p:cNvPr>
            <p:cNvCxnSpPr>
              <a:cxnSpLocks/>
            </p:cNvCxnSpPr>
            <p:nvPr/>
          </p:nvCxnSpPr>
          <p:spPr>
            <a:xfrm>
              <a:off x="7493244" y="2831693"/>
              <a:ext cx="128016" cy="4754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72" name="Straight Arrow Connector 23571">
              <a:extLst>
                <a:ext uri="{FF2B5EF4-FFF2-40B4-BE49-F238E27FC236}">
                  <a16:creationId xmlns:a16="http://schemas.microsoft.com/office/drawing/2014/main" id="{D25C5735-4E2D-01F7-FD6D-4130B5FC80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8809" y="2832634"/>
              <a:ext cx="125435" cy="47836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73" name="Straight Arrow Connector 23572">
              <a:extLst>
                <a:ext uri="{FF2B5EF4-FFF2-40B4-BE49-F238E27FC236}">
                  <a16:creationId xmlns:a16="http://schemas.microsoft.com/office/drawing/2014/main" id="{7DFFDF38-76D7-BAFE-7C91-98D8E8D083D2}"/>
                </a:ext>
              </a:extLst>
            </p:cNvPr>
            <p:cNvCxnSpPr>
              <a:cxnSpLocks/>
            </p:cNvCxnSpPr>
            <p:nvPr/>
          </p:nvCxnSpPr>
          <p:spPr>
            <a:xfrm>
              <a:off x="8543398" y="2839417"/>
              <a:ext cx="128016" cy="4754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74" name="Straight Arrow Connector 23573">
              <a:extLst>
                <a:ext uri="{FF2B5EF4-FFF2-40B4-BE49-F238E27FC236}">
                  <a16:creationId xmlns:a16="http://schemas.microsoft.com/office/drawing/2014/main" id="{2373F979-329B-DE75-5B2E-B9C9B2932B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5460" y="2817186"/>
              <a:ext cx="125435" cy="47836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75" name="Straight Arrow Connector 23574">
              <a:extLst>
                <a:ext uri="{FF2B5EF4-FFF2-40B4-BE49-F238E27FC236}">
                  <a16:creationId xmlns:a16="http://schemas.microsoft.com/office/drawing/2014/main" id="{6DE84A1C-E253-C082-5915-CC6FDC4CFE46}"/>
                </a:ext>
              </a:extLst>
            </p:cNvPr>
            <p:cNvCxnSpPr>
              <a:cxnSpLocks/>
            </p:cNvCxnSpPr>
            <p:nvPr/>
          </p:nvCxnSpPr>
          <p:spPr>
            <a:xfrm>
              <a:off x="9490049" y="2823969"/>
              <a:ext cx="128016" cy="4754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76" name="Straight Arrow Connector 23575">
              <a:extLst>
                <a:ext uri="{FF2B5EF4-FFF2-40B4-BE49-F238E27FC236}">
                  <a16:creationId xmlns:a16="http://schemas.microsoft.com/office/drawing/2014/main" id="{F918A35D-3A74-7804-F6C8-84EB5F8466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15614" y="2824910"/>
              <a:ext cx="125435" cy="47836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77" name="Straight Arrow Connector 23576">
              <a:extLst>
                <a:ext uri="{FF2B5EF4-FFF2-40B4-BE49-F238E27FC236}">
                  <a16:creationId xmlns:a16="http://schemas.microsoft.com/office/drawing/2014/main" id="{714BC87C-9F6B-37F3-54FF-01B1CFEF0C9E}"/>
                </a:ext>
              </a:extLst>
            </p:cNvPr>
            <p:cNvCxnSpPr>
              <a:cxnSpLocks/>
            </p:cNvCxnSpPr>
            <p:nvPr/>
          </p:nvCxnSpPr>
          <p:spPr>
            <a:xfrm>
              <a:off x="10540203" y="2831693"/>
              <a:ext cx="128016" cy="4754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578" name="Group 23577">
              <a:extLst>
                <a:ext uri="{FF2B5EF4-FFF2-40B4-BE49-F238E27FC236}">
                  <a16:creationId xmlns:a16="http://schemas.microsoft.com/office/drawing/2014/main" id="{2CFE3908-5F93-6551-29A6-D3A0F73CBBA4}"/>
                </a:ext>
              </a:extLst>
            </p:cNvPr>
            <p:cNvGrpSpPr/>
            <p:nvPr/>
          </p:nvGrpSpPr>
          <p:grpSpPr>
            <a:xfrm>
              <a:off x="8827087" y="5713614"/>
              <a:ext cx="577515" cy="365760"/>
              <a:chOff x="9288377" y="961545"/>
              <a:chExt cx="577515" cy="365760"/>
            </a:xfrm>
          </p:grpSpPr>
          <p:sp>
            <p:nvSpPr>
              <p:cNvPr id="23579" name="Oval 23578">
                <a:extLst>
                  <a:ext uri="{FF2B5EF4-FFF2-40B4-BE49-F238E27FC236}">
                    <a16:creationId xmlns:a16="http://schemas.microsoft.com/office/drawing/2014/main" id="{31BE45E5-155E-13E0-31ED-939C8BC6C7B9}"/>
                  </a:ext>
                </a:extLst>
              </p:cNvPr>
              <p:cNvSpPr/>
              <p:nvPr/>
            </p:nvSpPr>
            <p:spPr>
              <a:xfrm>
                <a:off x="9288379" y="961545"/>
                <a:ext cx="368968" cy="3657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80" name="TextBox 23579">
                <a:extLst>
                  <a:ext uri="{FF2B5EF4-FFF2-40B4-BE49-F238E27FC236}">
                    <a16:creationId xmlns:a16="http://schemas.microsoft.com/office/drawing/2014/main" id="{A8EE8415-8FCF-8973-28B8-49DBB2626160}"/>
                  </a:ext>
                </a:extLst>
              </p:cNvPr>
              <p:cNvSpPr txBox="1"/>
              <p:nvPr/>
            </p:nvSpPr>
            <p:spPr>
              <a:xfrm>
                <a:off x="9288377" y="977587"/>
                <a:ext cx="5775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3581" name="Group 23580">
              <a:extLst>
                <a:ext uri="{FF2B5EF4-FFF2-40B4-BE49-F238E27FC236}">
                  <a16:creationId xmlns:a16="http://schemas.microsoft.com/office/drawing/2014/main" id="{1D1C7BCD-D209-9318-689C-1AE6817C0D12}"/>
                </a:ext>
              </a:extLst>
            </p:cNvPr>
            <p:cNvGrpSpPr/>
            <p:nvPr/>
          </p:nvGrpSpPr>
          <p:grpSpPr>
            <a:xfrm>
              <a:off x="7825793" y="4792898"/>
              <a:ext cx="577515" cy="365760"/>
              <a:chOff x="9288377" y="961545"/>
              <a:chExt cx="577515" cy="365760"/>
            </a:xfrm>
          </p:grpSpPr>
          <p:sp>
            <p:nvSpPr>
              <p:cNvPr id="23582" name="Oval 23581">
                <a:extLst>
                  <a:ext uri="{FF2B5EF4-FFF2-40B4-BE49-F238E27FC236}">
                    <a16:creationId xmlns:a16="http://schemas.microsoft.com/office/drawing/2014/main" id="{DECDC84F-A769-0239-108D-EC1D6815EAD6}"/>
                  </a:ext>
                </a:extLst>
              </p:cNvPr>
              <p:cNvSpPr/>
              <p:nvPr/>
            </p:nvSpPr>
            <p:spPr>
              <a:xfrm>
                <a:off x="9288379" y="961545"/>
                <a:ext cx="368968" cy="3657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83" name="TextBox 23582">
                <a:extLst>
                  <a:ext uri="{FF2B5EF4-FFF2-40B4-BE49-F238E27FC236}">
                    <a16:creationId xmlns:a16="http://schemas.microsoft.com/office/drawing/2014/main" id="{B70E78E8-74CE-AE56-BE2E-2FF98E1CABC3}"/>
                  </a:ext>
                </a:extLst>
              </p:cNvPr>
              <p:cNvSpPr txBox="1"/>
              <p:nvPr/>
            </p:nvSpPr>
            <p:spPr>
              <a:xfrm>
                <a:off x="9288377" y="977587"/>
                <a:ext cx="5775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3584" name="Group 23583">
              <a:extLst>
                <a:ext uri="{FF2B5EF4-FFF2-40B4-BE49-F238E27FC236}">
                  <a16:creationId xmlns:a16="http://schemas.microsoft.com/office/drawing/2014/main" id="{7EA7689F-165E-E0F2-DDDF-C08BFE146865}"/>
                </a:ext>
              </a:extLst>
            </p:cNvPr>
            <p:cNvGrpSpPr/>
            <p:nvPr/>
          </p:nvGrpSpPr>
          <p:grpSpPr>
            <a:xfrm>
              <a:off x="9822025" y="4788396"/>
              <a:ext cx="577515" cy="365760"/>
              <a:chOff x="9288377" y="961545"/>
              <a:chExt cx="577515" cy="365760"/>
            </a:xfrm>
          </p:grpSpPr>
          <p:sp>
            <p:nvSpPr>
              <p:cNvPr id="23585" name="Oval 23584">
                <a:extLst>
                  <a:ext uri="{FF2B5EF4-FFF2-40B4-BE49-F238E27FC236}">
                    <a16:creationId xmlns:a16="http://schemas.microsoft.com/office/drawing/2014/main" id="{7C37862A-7468-C8CD-3AC4-81831B6B555C}"/>
                  </a:ext>
                </a:extLst>
              </p:cNvPr>
              <p:cNvSpPr/>
              <p:nvPr/>
            </p:nvSpPr>
            <p:spPr>
              <a:xfrm>
                <a:off x="9288379" y="961545"/>
                <a:ext cx="368968" cy="3657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86" name="TextBox 23585">
                <a:extLst>
                  <a:ext uri="{FF2B5EF4-FFF2-40B4-BE49-F238E27FC236}">
                    <a16:creationId xmlns:a16="http://schemas.microsoft.com/office/drawing/2014/main" id="{8538370B-58D1-0DB3-80CD-1845AD19A01B}"/>
                  </a:ext>
                </a:extLst>
              </p:cNvPr>
              <p:cNvSpPr txBox="1"/>
              <p:nvPr/>
            </p:nvSpPr>
            <p:spPr>
              <a:xfrm>
                <a:off x="9288377" y="977587"/>
                <a:ext cx="5775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3587" name="Group 23586">
              <a:extLst>
                <a:ext uri="{FF2B5EF4-FFF2-40B4-BE49-F238E27FC236}">
                  <a16:creationId xmlns:a16="http://schemas.microsoft.com/office/drawing/2014/main" id="{7BAC72C7-04A5-82F0-0F38-138CC24BFA01}"/>
                </a:ext>
              </a:extLst>
            </p:cNvPr>
            <p:cNvGrpSpPr/>
            <p:nvPr/>
          </p:nvGrpSpPr>
          <p:grpSpPr>
            <a:xfrm>
              <a:off x="7305728" y="4136193"/>
              <a:ext cx="577515" cy="365760"/>
              <a:chOff x="9288377" y="961545"/>
              <a:chExt cx="577515" cy="365760"/>
            </a:xfrm>
          </p:grpSpPr>
          <p:sp>
            <p:nvSpPr>
              <p:cNvPr id="23588" name="Oval 23587">
                <a:extLst>
                  <a:ext uri="{FF2B5EF4-FFF2-40B4-BE49-F238E27FC236}">
                    <a16:creationId xmlns:a16="http://schemas.microsoft.com/office/drawing/2014/main" id="{FB476189-EC79-1396-CC50-FDFE695B8E15}"/>
                  </a:ext>
                </a:extLst>
              </p:cNvPr>
              <p:cNvSpPr/>
              <p:nvPr/>
            </p:nvSpPr>
            <p:spPr>
              <a:xfrm>
                <a:off x="9288379" y="961545"/>
                <a:ext cx="368968" cy="3657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89" name="TextBox 23588">
                <a:extLst>
                  <a:ext uri="{FF2B5EF4-FFF2-40B4-BE49-F238E27FC236}">
                    <a16:creationId xmlns:a16="http://schemas.microsoft.com/office/drawing/2014/main" id="{FCE677A7-8629-D491-48CA-383088EAF967}"/>
                  </a:ext>
                </a:extLst>
              </p:cNvPr>
              <p:cNvSpPr txBox="1"/>
              <p:nvPr/>
            </p:nvSpPr>
            <p:spPr>
              <a:xfrm>
                <a:off x="9288377" y="977587"/>
                <a:ext cx="5775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3590" name="Group 23589">
              <a:extLst>
                <a:ext uri="{FF2B5EF4-FFF2-40B4-BE49-F238E27FC236}">
                  <a16:creationId xmlns:a16="http://schemas.microsoft.com/office/drawing/2014/main" id="{91ED42F0-A35D-AF05-0C10-863F0DDD6013}"/>
                </a:ext>
              </a:extLst>
            </p:cNvPr>
            <p:cNvGrpSpPr/>
            <p:nvPr/>
          </p:nvGrpSpPr>
          <p:grpSpPr>
            <a:xfrm>
              <a:off x="8310507" y="4129410"/>
              <a:ext cx="577515" cy="365760"/>
              <a:chOff x="9288377" y="961545"/>
              <a:chExt cx="577515" cy="365760"/>
            </a:xfrm>
          </p:grpSpPr>
          <p:sp>
            <p:nvSpPr>
              <p:cNvPr id="23591" name="Oval 23590">
                <a:extLst>
                  <a:ext uri="{FF2B5EF4-FFF2-40B4-BE49-F238E27FC236}">
                    <a16:creationId xmlns:a16="http://schemas.microsoft.com/office/drawing/2014/main" id="{0E5826F1-91E0-3C9C-2B3F-A6AB316B50DF}"/>
                  </a:ext>
                </a:extLst>
              </p:cNvPr>
              <p:cNvSpPr/>
              <p:nvPr/>
            </p:nvSpPr>
            <p:spPr>
              <a:xfrm>
                <a:off x="9288379" y="961545"/>
                <a:ext cx="368968" cy="3657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92" name="TextBox 23591">
                <a:extLst>
                  <a:ext uri="{FF2B5EF4-FFF2-40B4-BE49-F238E27FC236}">
                    <a16:creationId xmlns:a16="http://schemas.microsoft.com/office/drawing/2014/main" id="{020A9341-F32B-5C64-05E1-8E0F5D16C530}"/>
                  </a:ext>
                </a:extLst>
              </p:cNvPr>
              <p:cNvSpPr txBox="1"/>
              <p:nvPr/>
            </p:nvSpPr>
            <p:spPr>
              <a:xfrm>
                <a:off x="9288377" y="977587"/>
                <a:ext cx="5775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3593" name="Group 23592">
              <a:extLst>
                <a:ext uri="{FF2B5EF4-FFF2-40B4-BE49-F238E27FC236}">
                  <a16:creationId xmlns:a16="http://schemas.microsoft.com/office/drawing/2014/main" id="{00CA74DB-484A-AF1E-C96E-7F18D3BA2F0F}"/>
                </a:ext>
              </a:extLst>
            </p:cNvPr>
            <p:cNvGrpSpPr/>
            <p:nvPr/>
          </p:nvGrpSpPr>
          <p:grpSpPr>
            <a:xfrm>
              <a:off x="9313586" y="4136193"/>
              <a:ext cx="577515" cy="365760"/>
              <a:chOff x="9288377" y="961545"/>
              <a:chExt cx="577515" cy="365760"/>
            </a:xfrm>
          </p:grpSpPr>
          <p:sp>
            <p:nvSpPr>
              <p:cNvPr id="23594" name="Oval 23593">
                <a:extLst>
                  <a:ext uri="{FF2B5EF4-FFF2-40B4-BE49-F238E27FC236}">
                    <a16:creationId xmlns:a16="http://schemas.microsoft.com/office/drawing/2014/main" id="{9D50A82F-D96B-E282-FAFF-399B2CAE9E23}"/>
                  </a:ext>
                </a:extLst>
              </p:cNvPr>
              <p:cNvSpPr/>
              <p:nvPr/>
            </p:nvSpPr>
            <p:spPr>
              <a:xfrm>
                <a:off x="9288379" y="961545"/>
                <a:ext cx="368968" cy="3657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95" name="TextBox 23594">
                <a:extLst>
                  <a:ext uri="{FF2B5EF4-FFF2-40B4-BE49-F238E27FC236}">
                    <a16:creationId xmlns:a16="http://schemas.microsoft.com/office/drawing/2014/main" id="{869AFB52-8070-C4EF-BC3D-C0ACF289CDDB}"/>
                  </a:ext>
                </a:extLst>
              </p:cNvPr>
              <p:cNvSpPr txBox="1"/>
              <p:nvPr/>
            </p:nvSpPr>
            <p:spPr>
              <a:xfrm>
                <a:off x="9288377" y="977587"/>
                <a:ext cx="5775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3596" name="Group 23595">
              <a:extLst>
                <a:ext uri="{FF2B5EF4-FFF2-40B4-BE49-F238E27FC236}">
                  <a16:creationId xmlns:a16="http://schemas.microsoft.com/office/drawing/2014/main" id="{F165429F-3BF0-EC70-36D1-D315588109F7}"/>
                </a:ext>
              </a:extLst>
            </p:cNvPr>
            <p:cNvGrpSpPr/>
            <p:nvPr/>
          </p:nvGrpSpPr>
          <p:grpSpPr>
            <a:xfrm>
              <a:off x="10341817" y="4130269"/>
              <a:ext cx="577515" cy="365760"/>
              <a:chOff x="9288377" y="961545"/>
              <a:chExt cx="577515" cy="365760"/>
            </a:xfrm>
          </p:grpSpPr>
          <p:sp>
            <p:nvSpPr>
              <p:cNvPr id="23597" name="Oval 23596">
                <a:extLst>
                  <a:ext uri="{FF2B5EF4-FFF2-40B4-BE49-F238E27FC236}">
                    <a16:creationId xmlns:a16="http://schemas.microsoft.com/office/drawing/2014/main" id="{23B45A5B-6FCB-6888-79A4-27DBC8552B9E}"/>
                  </a:ext>
                </a:extLst>
              </p:cNvPr>
              <p:cNvSpPr/>
              <p:nvPr/>
            </p:nvSpPr>
            <p:spPr>
              <a:xfrm>
                <a:off x="9288379" y="961545"/>
                <a:ext cx="368968" cy="3657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98" name="TextBox 23597">
                <a:extLst>
                  <a:ext uri="{FF2B5EF4-FFF2-40B4-BE49-F238E27FC236}">
                    <a16:creationId xmlns:a16="http://schemas.microsoft.com/office/drawing/2014/main" id="{5A9465AF-09BE-FFD3-289B-31D4775E1813}"/>
                  </a:ext>
                </a:extLst>
              </p:cNvPr>
              <p:cNvSpPr txBox="1"/>
              <p:nvPr/>
            </p:nvSpPr>
            <p:spPr>
              <a:xfrm>
                <a:off x="9288377" y="977587"/>
                <a:ext cx="5775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3601" name="Straight Arrow Connector 23600">
              <a:extLst>
                <a:ext uri="{FF2B5EF4-FFF2-40B4-BE49-F238E27FC236}">
                  <a16:creationId xmlns:a16="http://schemas.microsoft.com/office/drawing/2014/main" id="{1FA8B005-D3DF-53F4-8F49-9AC81E9CC0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1667" y="5142992"/>
              <a:ext cx="786983" cy="6136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02" name="Straight Arrow Connector 23601">
              <a:extLst>
                <a:ext uri="{FF2B5EF4-FFF2-40B4-BE49-F238E27FC236}">
                  <a16:creationId xmlns:a16="http://schemas.microsoft.com/office/drawing/2014/main" id="{23FD1FE4-6615-55E8-AE0D-372F8B8D28C7}"/>
                </a:ext>
              </a:extLst>
            </p:cNvPr>
            <p:cNvCxnSpPr>
              <a:cxnSpLocks/>
            </p:cNvCxnSpPr>
            <p:nvPr/>
          </p:nvCxnSpPr>
          <p:spPr>
            <a:xfrm>
              <a:off x="8136228" y="5126365"/>
              <a:ext cx="792313" cy="60787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03" name="Straight Arrow Connector 23602">
              <a:extLst>
                <a:ext uri="{FF2B5EF4-FFF2-40B4-BE49-F238E27FC236}">
                  <a16:creationId xmlns:a16="http://schemas.microsoft.com/office/drawing/2014/main" id="{E7B0671E-0893-889B-0138-332136BF50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17850" y="4507049"/>
              <a:ext cx="329184" cy="33832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04" name="Straight Arrow Connector 23603">
              <a:extLst>
                <a:ext uri="{FF2B5EF4-FFF2-40B4-BE49-F238E27FC236}">
                  <a16:creationId xmlns:a16="http://schemas.microsoft.com/office/drawing/2014/main" id="{2D2B4130-8ABB-3954-C10E-EE7B376B89BF}"/>
                </a:ext>
              </a:extLst>
            </p:cNvPr>
            <p:cNvCxnSpPr>
              <a:cxnSpLocks/>
            </p:cNvCxnSpPr>
            <p:nvPr/>
          </p:nvCxnSpPr>
          <p:spPr>
            <a:xfrm>
              <a:off x="7590009" y="4486277"/>
              <a:ext cx="329159" cy="33832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05" name="Straight Arrow Connector 23604">
              <a:extLst>
                <a:ext uri="{FF2B5EF4-FFF2-40B4-BE49-F238E27FC236}">
                  <a16:creationId xmlns:a16="http://schemas.microsoft.com/office/drawing/2014/main" id="{B2CE12CD-3F39-D298-66B0-D04F5D0D64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99191" y="4464086"/>
              <a:ext cx="329184" cy="33832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06" name="Straight Arrow Connector 23605">
              <a:extLst>
                <a:ext uri="{FF2B5EF4-FFF2-40B4-BE49-F238E27FC236}">
                  <a16:creationId xmlns:a16="http://schemas.microsoft.com/office/drawing/2014/main" id="{1E028B5A-77B4-9B80-AD83-4E444CBCA3A8}"/>
                </a:ext>
              </a:extLst>
            </p:cNvPr>
            <p:cNvCxnSpPr>
              <a:cxnSpLocks/>
            </p:cNvCxnSpPr>
            <p:nvPr/>
          </p:nvCxnSpPr>
          <p:spPr>
            <a:xfrm>
              <a:off x="9613531" y="4465382"/>
              <a:ext cx="329087" cy="33703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07" name="Straight Arrow Connector 23606">
              <a:extLst>
                <a:ext uri="{FF2B5EF4-FFF2-40B4-BE49-F238E27FC236}">
                  <a16:creationId xmlns:a16="http://schemas.microsoft.com/office/drawing/2014/main" id="{ABFA474A-C646-4F72-8FD2-489CC1BAA5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4320" y="3665239"/>
              <a:ext cx="125435" cy="47836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08" name="Straight Arrow Connector 23607">
              <a:extLst>
                <a:ext uri="{FF2B5EF4-FFF2-40B4-BE49-F238E27FC236}">
                  <a16:creationId xmlns:a16="http://schemas.microsoft.com/office/drawing/2014/main" id="{BF4C94CA-6247-778D-2F12-AA804A9D547A}"/>
                </a:ext>
              </a:extLst>
            </p:cNvPr>
            <p:cNvCxnSpPr>
              <a:cxnSpLocks/>
            </p:cNvCxnSpPr>
            <p:nvPr/>
          </p:nvCxnSpPr>
          <p:spPr>
            <a:xfrm>
              <a:off x="7282392" y="3655643"/>
              <a:ext cx="128016" cy="4754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09" name="Straight Arrow Connector 23608">
              <a:extLst>
                <a:ext uri="{FF2B5EF4-FFF2-40B4-BE49-F238E27FC236}">
                  <a16:creationId xmlns:a16="http://schemas.microsoft.com/office/drawing/2014/main" id="{CC6FB321-2DF3-FF3C-AAA4-D50A96B12E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84474" y="3672963"/>
              <a:ext cx="125435" cy="47836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10" name="Straight Arrow Connector 23609">
              <a:extLst>
                <a:ext uri="{FF2B5EF4-FFF2-40B4-BE49-F238E27FC236}">
                  <a16:creationId xmlns:a16="http://schemas.microsoft.com/office/drawing/2014/main" id="{0CEC68C2-4763-3878-D108-F92A65C44653}"/>
                </a:ext>
              </a:extLst>
            </p:cNvPr>
            <p:cNvCxnSpPr>
              <a:cxnSpLocks/>
            </p:cNvCxnSpPr>
            <p:nvPr/>
          </p:nvCxnSpPr>
          <p:spPr>
            <a:xfrm>
              <a:off x="8332546" y="3663367"/>
              <a:ext cx="128016" cy="4754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11" name="Straight Arrow Connector 23610">
              <a:extLst>
                <a:ext uri="{FF2B5EF4-FFF2-40B4-BE49-F238E27FC236}">
                  <a16:creationId xmlns:a16="http://schemas.microsoft.com/office/drawing/2014/main" id="{DF08131B-87DC-6258-B17C-9107F03426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31125" y="3657515"/>
              <a:ext cx="125435" cy="47836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12" name="Straight Arrow Connector 23611">
              <a:extLst>
                <a:ext uri="{FF2B5EF4-FFF2-40B4-BE49-F238E27FC236}">
                  <a16:creationId xmlns:a16="http://schemas.microsoft.com/office/drawing/2014/main" id="{B1CBEA8A-9985-7D4F-5927-4E745B790165}"/>
                </a:ext>
              </a:extLst>
            </p:cNvPr>
            <p:cNvCxnSpPr>
              <a:cxnSpLocks/>
            </p:cNvCxnSpPr>
            <p:nvPr/>
          </p:nvCxnSpPr>
          <p:spPr>
            <a:xfrm>
              <a:off x="9279197" y="3663961"/>
              <a:ext cx="128016" cy="4754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13" name="Straight Arrow Connector 23612">
              <a:extLst>
                <a:ext uri="{FF2B5EF4-FFF2-40B4-BE49-F238E27FC236}">
                  <a16:creationId xmlns:a16="http://schemas.microsoft.com/office/drawing/2014/main" id="{88D163B1-3BFB-3FA4-89DC-B9CDDC1612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81279" y="3681281"/>
              <a:ext cx="125435" cy="47836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14" name="Straight Arrow Connector 23613">
              <a:extLst>
                <a:ext uri="{FF2B5EF4-FFF2-40B4-BE49-F238E27FC236}">
                  <a16:creationId xmlns:a16="http://schemas.microsoft.com/office/drawing/2014/main" id="{28960A33-6126-F211-D864-A77088F341F8}"/>
                </a:ext>
              </a:extLst>
            </p:cNvPr>
            <p:cNvCxnSpPr>
              <a:cxnSpLocks/>
            </p:cNvCxnSpPr>
            <p:nvPr/>
          </p:nvCxnSpPr>
          <p:spPr>
            <a:xfrm>
              <a:off x="10329351" y="3671685"/>
              <a:ext cx="128016" cy="4754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148" name="Picture 5">
            <a:extLst>
              <a:ext uri="{FF2B5EF4-FFF2-40B4-BE49-F238E27FC236}">
                <a16:creationId xmlns:a16="http://schemas.microsoft.com/office/drawing/2014/main" id="{FC60993F-F957-075D-DC8E-7416C73400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lum bright="-6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99" t="89113" r="55381" b="1155"/>
          <a:stretch/>
        </p:blipFill>
        <p:spPr bwMode="auto">
          <a:xfrm>
            <a:off x="2184087" y="6390059"/>
            <a:ext cx="2374232" cy="432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5">
            <a:extLst>
              <a:ext uri="{FF2B5EF4-FFF2-40B4-BE49-F238E27FC236}">
                <a16:creationId xmlns:a16="http://schemas.microsoft.com/office/drawing/2014/main" id="{83D80044-2228-1F81-D11E-90DA2AC801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lum bright="-6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92" t="90068" r="6646" b="1706"/>
          <a:stretch/>
        </p:blipFill>
        <p:spPr bwMode="auto">
          <a:xfrm>
            <a:off x="7227876" y="6426190"/>
            <a:ext cx="2488811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B11473A-D6C7-B78D-FFE6-44470FF33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927630"/>
              </p:ext>
            </p:extLst>
          </p:nvPr>
        </p:nvGraphicFramePr>
        <p:xfrm>
          <a:off x="1638701" y="1784108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5CCD9F7-9BFF-EC6F-B821-443E735D04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164873"/>
              </p:ext>
            </p:extLst>
          </p:nvPr>
        </p:nvGraphicFramePr>
        <p:xfrm>
          <a:off x="709553" y="2392727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CBFF961C-5C4A-071C-7B67-F4409DC26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90781"/>
              </p:ext>
            </p:extLst>
          </p:nvPr>
        </p:nvGraphicFramePr>
        <p:xfrm>
          <a:off x="4367152" y="2392727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7E831316-20DB-0F5E-78B5-822EDF656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912271"/>
              </p:ext>
            </p:extLst>
          </p:nvPr>
        </p:nvGraphicFramePr>
        <p:xfrm>
          <a:off x="252353" y="3001346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B3A1FB45-D099-3F68-496B-E72FFDCDC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223421"/>
              </p:ext>
            </p:extLst>
          </p:nvPr>
        </p:nvGraphicFramePr>
        <p:xfrm>
          <a:off x="2081153" y="3001346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0C50524E-4BCC-3DDC-CE47-F60476E2A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112907"/>
              </p:ext>
            </p:extLst>
          </p:nvPr>
        </p:nvGraphicFramePr>
        <p:xfrm>
          <a:off x="3909952" y="3001346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E1ACF925-CEA0-BB98-D78F-512268108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549048"/>
              </p:ext>
            </p:extLst>
          </p:nvPr>
        </p:nvGraphicFramePr>
        <p:xfrm>
          <a:off x="5738752" y="3001346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B98B7580-D72F-173C-F492-82110E65AE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30541"/>
              </p:ext>
            </p:extLst>
          </p:nvPr>
        </p:nvGraphicFramePr>
        <p:xfrm>
          <a:off x="23753" y="3616370"/>
          <a:ext cx="4572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23552" name="Table 23551">
            <a:extLst>
              <a:ext uri="{FF2B5EF4-FFF2-40B4-BE49-F238E27FC236}">
                <a16:creationId xmlns:a16="http://schemas.microsoft.com/office/drawing/2014/main" id="{AE779BBC-B5AE-673B-E747-297D1A52F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02391"/>
              </p:ext>
            </p:extLst>
          </p:nvPr>
        </p:nvGraphicFramePr>
        <p:xfrm>
          <a:off x="938153" y="3622775"/>
          <a:ext cx="4572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23553" name="Table 23552">
            <a:extLst>
              <a:ext uri="{FF2B5EF4-FFF2-40B4-BE49-F238E27FC236}">
                <a16:creationId xmlns:a16="http://schemas.microsoft.com/office/drawing/2014/main" id="{9AD67D4F-CA08-4959-9B97-999D3ED91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704583"/>
              </p:ext>
            </p:extLst>
          </p:nvPr>
        </p:nvGraphicFramePr>
        <p:xfrm>
          <a:off x="1852553" y="3616370"/>
          <a:ext cx="4572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23554" name="Table 23553">
            <a:extLst>
              <a:ext uri="{FF2B5EF4-FFF2-40B4-BE49-F238E27FC236}">
                <a16:creationId xmlns:a16="http://schemas.microsoft.com/office/drawing/2014/main" id="{875E7C9F-D770-1DF9-C04C-48DDF647D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595175"/>
              </p:ext>
            </p:extLst>
          </p:nvPr>
        </p:nvGraphicFramePr>
        <p:xfrm>
          <a:off x="2766953" y="3622775"/>
          <a:ext cx="4572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23555" name="Table 23554">
            <a:extLst>
              <a:ext uri="{FF2B5EF4-FFF2-40B4-BE49-F238E27FC236}">
                <a16:creationId xmlns:a16="http://schemas.microsoft.com/office/drawing/2014/main" id="{4EE19B2E-7C9E-DF71-91CB-90771515E0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241321"/>
              </p:ext>
            </p:extLst>
          </p:nvPr>
        </p:nvGraphicFramePr>
        <p:xfrm>
          <a:off x="3681352" y="3609965"/>
          <a:ext cx="4572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23557" name="Table 23556">
            <a:extLst>
              <a:ext uri="{FF2B5EF4-FFF2-40B4-BE49-F238E27FC236}">
                <a16:creationId xmlns:a16="http://schemas.microsoft.com/office/drawing/2014/main" id="{6AE9A33B-702F-0D74-E0F7-95A219A42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384120"/>
              </p:ext>
            </p:extLst>
          </p:nvPr>
        </p:nvGraphicFramePr>
        <p:xfrm>
          <a:off x="4595752" y="3616370"/>
          <a:ext cx="4572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23558" name="Table 23557">
            <a:extLst>
              <a:ext uri="{FF2B5EF4-FFF2-40B4-BE49-F238E27FC236}">
                <a16:creationId xmlns:a16="http://schemas.microsoft.com/office/drawing/2014/main" id="{7AF69B66-9623-A485-1EDD-6FBE1E88C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262714"/>
              </p:ext>
            </p:extLst>
          </p:nvPr>
        </p:nvGraphicFramePr>
        <p:xfrm>
          <a:off x="5510152" y="3609965"/>
          <a:ext cx="4572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23559" name="Table 23558">
            <a:extLst>
              <a:ext uri="{FF2B5EF4-FFF2-40B4-BE49-F238E27FC236}">
                <a16:creationId xmlns:a16="http://schemas.microsoft.com/office/drawing/2014/main" id="{CD69C159-25DA-9DF2-E757-066B56762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189205"/>
              </p:ext>
            </p:extLst>
          </p:nvPr>
        </p:nvGraphicFramePr>
        <p:xfrm>
          <a:off x="6424552" y="3616370"/>
          <a:ext cx="4572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23562" name="Table 23561">
            <a:extLst>
              <a:ext uri="{FF2B5EF4-FFF2-40B4-BE49-F238E27FC236}">
                <a16:creationId xmlns:a16="http://schemas.microsoft.com/office/drawing/2014/main" id="{CED3FDD0-82B6-2707-1CCE-4F06C4716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672088"/>
              </p:ext>
            </p:extLst>
          </p:nvPr>
        </p:nvGraphicFramePr>
        <p:xfrm>
          <a:off x="252353" y="421858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23563" name="Table 23562">
            <a:extLst>
              <a:ext uri="{FF2B5EF4-FFF2-40B4-BE49-F238E27FC236}">
                <a16:creationId xmlns:a16="http://schemas.microsoft.com/office/drawing/2014/main" id="{6F284B97-23EC-BA91-F85E-8163C784F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460394"/>
              </p:ext>
            </p:extLst>
          </p:nvPr>
        </p:nvGraphicFramePr>
        <p:xfrm>
          <a:off x="2081153" y="421858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23564" name="Table 23563">
            <a:extLst>
              <a:ext uri="{FF2B5EF4-FFF2-40B4-BE49-F238E27FC236}">
                <a16:creationId xmlns:a16="http://schemas.microsoft.com/office/drawing/2014/main" id="{44F2E032-5908-C79C-23FF-48046250F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756621"/>
              </p:ext>
            </p:extLst>
          </p:nvPr>
        </p:nvGraphicFramePr>
        <p:xfrm>
          <a:off x="3909952" y="421858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23565" name="Table 23564">
            <a:extLst>
              <a:ext uri="{FF2B5EF4-FFF2-40B4-BE49-F238E27FC236}">
                <a16:creationId xmlns:a16="http://schemas.microsoft.com/office/drawing/2014/main" id="{AFD4ED29-5D52-21B3-D1CC-D7545E347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057651"/>
              </p:ext>
            </p:extLst>
          </p:nvPr>
        </p:nvGraphicFramePr>
        <p:xfrm>
          <a:off x="5738752" y="421858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23566" name="Table 23565">
            <a:extLst>
              <a:ext uri="{FF2B5EF4-FFF2-40B4-BE49-F238E27FC236}">
                <a16:creationId xmlns:a16="http://schemas.microsoft.com/office/drawing/2014/main" id="{AB38EB35-97D9-545C-C4A7-7AD02184F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119596"/>
              </p:ext>
            </p:extLst>
          </p:nvPr>
        </p:nvGraphicFramePr>
        <p:xfrm>
          <a:off x="709553" y="4827203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23567" name="Table 23566">
            <a:extLst>
              <a:ext uri="{FF2B5EF4-FFF2-40B4-BE49-F238E27FC236}">
                <a16:creationId xmlns:a16="http://schemas.microsoft.com/office/drawing/2014/main" id="{5360422F-D1F8-0097-D5AA-6E4EEA840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422050"/>
              </p:ext>
            </p:extLst>
          </p:nvPr>
        </p:nvGraphicFramePr>
        <p:xfrm>
          <a:off x="4367152" y="4827203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23568" name="Table 23567">
            <a:extLst>
              <a:ext uri="{FF2B5EF4-FFF2-40B4-BE49-F238E27FC236}">
                <a16:creationId xmlns:a16="http://schemas.microsoft.com/office/drawing/2014/main" id="{5314D01A-5E80-4DC9-2329-9E48E4121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53108"/>
              </p:ext>
            </p:extLst>
          </p:nvPr>
        </p:nvGraphicFramePr>
        <p:xfrm>
          <a:off x="1638701" y="5435822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23569" name="Straight Arrow Connector 23568">
            <a:extLst>
              <a:ext uri="{FF2B5EF4-FFF2-40B4-BE49-F238E27FC236}">
                <a16:creationId xmlns:a16="http://schemas.microsoft.com/office/drawing/2014/main" id="{CA9A20C0-87AF-2FD4-C83F-A07D47220DB5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1623953" y="2156273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70" name="Straight Arrow Connector 23569">
            <a:extLst>
              <a:ext uri="{FF2B5EF4-FFF2-40B4-BE49-F238E27FC236}">
                <a16:creationId xmlns:a16="http://schemas.microsoft.com/office/drawing/2014/main" id="{1245E88E-F916-DF14-8C1D-9B3171926494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4399096" y="2149868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71" name="Straight Arrow Connector 23570">
            <a:extLst>
              <a:ext uri="{FF2B5EF4-FFF2-40B4-BE49-F238E27FC236}">
                <a16:creationId xmlns:a16="http://schemas.microsoft.com/office/drawing/2014/main" id="{481B85FD-1E9B-F678-8577-2FC9B0B47F62}"/>
              </a:ext>
            </a:extLst>
          </p:cNvPr>
          <p:cNvCxnSpPr>
            <a:cxnSpLocks/>
          </p:cNvCxnSpPr>
          <p:nvPr/>
        </p:nvCxnSpPr>
        <p:spPr>
          <a:xfrm flipH="1">
            <a:off x="724301" y="2761523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99" name="Straight Arrow Connector 23598">
            <a:extLst>
              <a:ext uri="{FF2B5EF4-FFF2-40B4-BE49-F238E27FC236}">
                <a16:creationId xmlns:a16="http://schemas.microsoft.com/office/drawing/2014/main" id="{A3E93741-EBC5-0CDA-C66C-E76371A8B26C}"/>
              </a:ext>
            </a:extLst>
          </p:cNvPr>
          <p:cNvCxnSpPr>
            <a:cxnSpLocks/>
          </p:cNvCxnSpPr>
          <p:nvPr/>
        </p:nvCxnSpPr>
        <p:spPr>
          <a:xfrm>
            <a:off x="1655897" y="2764892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00" name="Straight Arrow Connector 23599">
            <a:extLst>
              <a:ext uri="{FF2B5EF4-FFF2-40B4-BE49-F238E27FC236}">
                <a16:creationId xmlns:a16="http://schemas.microsoft.com/office/drawing/2014/main" id="{C2FC3032-6A33-C879-3C01-E2492591EDDC}"/>
              </a:ext>
            </a:extLst>
          </p:cNvPr>
          <p:cNvCxnSpPr>
            <a:cxnSpLocks/>
          </p:cNvCxnSpPr>
          <p:nvPr/>
        </p:nvCxnSpPr>
        <p:spPr>
          <a:xfrm flipH="1">
            <a:off x="4362223" y="2765082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15" name="Straight Arrow Connector 23614">
            <a:extLst>
              <a:ext uri="{FF2B5EF4-FFF2-40B4-BE49-F238E27FC236}">
                <a16:creationId xmlns:a16="http://schemas.microsoft.com/office/drawing/2014/main" id="{A0BC029B-DBCC-CE25-EA28-4B3FE2DBA953}"/>
              </a:ext>
            </a:extLst>
          </p:cNvPr>
          <p:cNvCxnSpPr>
            <a:cxnSpLocks/>
          </p:cNvCxnSpPr>
          <p:nvPr/>
        </p:nvCxnSpPr>
        <p:spPr>
          <a:xfrm>
            <a:off x="5293819" y="2768451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4" name="Straight Arrow Connector 6143">
            <a:extLst>
              <a:ext uri="{FF2B5EF4-FFF2-40B4-BE49-F238E27FC236}">
                <a16:creationId xmlns:a16="http://schemas.microsoft.com/office/drawing/2014/main" id="{D86344B4-714B-6556-31A3-2BC3FCFF29C9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252353" y="3365705"/>
            <a:ext cx="457200" cy="2506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5" name="Straight Arrow Connector 6144">
            <a:extLst>
              <a:ext uri="{FF2B5EF4-FFF2-40B4-BE49-F238E27FC236}">
                <a16:creationId xmlns:a16="http://schemas.microsoft.com/office/drawing/2014/main" id="{93A37CE3-3974-6C18-136D-77D366A9D92C}"/>
              </a:ext>
            </a:extLst>
          </p:cNvPr>
          <p:cNvCxnSpPr>
            <a:cxnSpLocks/>
            <a:endCxn id="23552" idx="0"/>
          </p:cNvCxnSpPr>
          <p:nvPr/>
        </p:nvCxnSpPr>
        <p:spPr>
          <a:xfrm>
            <a:off x="726749" y="3369074"/>
            <a:ext cx="440004" cy="2537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6" name="Straight Arrow Connector 6145">
            <a:extLst>
              <a:ext uri="{FF2B5EF4-FFF2-40B4-BE49-F238E27FC236}">
                <a16:creationId xmlns:a16="http://schemas.microsoft.com/office/drawing/2014/main" id="{33A62072-1DDA-E669-0D35-269E406F5C12}"/>
              </a:ext>
            </a:extLst>
          </p:cNvPr>
          <p:cNvCxnSpPr>
            <a:cxnSpLocks/>
          </p:cNvCxnSpPr>
          <p:nvPr/>
        </p:nvCxnSpPr>
        <p:spPr>
          <a:xfrm flipH="1">
            <a:off x="2081152" y="3360303"/>
            <a:ext cx="457200" cy="2506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7" name="Straight Arrow Connector 6146">
            <a:extLst>
              <a:ext uri="{FF2B5EF4-FFF2-40B4-BE49-F238E27FC236}">
                <a16:creationId xmlns:a16="http://schemas.microsoft.com/office/drawing/2014/main" id="{8D867AEE-444B-D598-AFD6-6CA0BB0F06E7}"/>
              </a:ext>
            </a:extLst>
          </p:cNvPr>
          <p:cNvCxnSpPr>
            <a:cxnSpLocks/>
          </p:cNvCxnSpPr>
          <p:nvPr/>
        </p:nvCxnSpPr>
        <p:spPr>
          <a:xfrm>
            <a:off x="2555548" y="3363672"/>
            <a:ext cx="440004" cy="2537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9" name="Straight Arrow Connector 6148">
            <a:extLst>
              <a:ext uri="{FF2B5EF4-FFF2-40B4-BE49-F238E27FC236}">
                <a16:creationId xmlns:a16="http://schemas.microsoft.com/office/drawing/2014/main" id="{B51023D6-FA86-65BA-CB3D-3FC6A11EF829}"/>
              </a:ext>
            </a:extLst>
          </p:cNvPr>
          <p:cNvCxnSpPr>
            <a:cxnSpLocks/>
          </p:cNvCxnSpPr>
          <p:nvPr/>
        </p:nvCxnSpPr>
        <p:spPr>
          <a:xfrm flipH="1">
            <a:off x="3905023" y="3360051"/>
            <a:ext cx="457200" cy="2506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0" name="Straight Arrow Connector 6149">
            <a:extLst>
              <a:ext uri="{FF2B5EF4-FFF2-40B4-BE49-F238E27FC236}">
                <a16:creationId xmlns:a16="http://schemas.microsoft.com/office/drawing/2014/main" id="{4629FE27-5A94-A632-F7EB-4FEF487912DF}"/>
              </a:ext>
            </a:extLst>
          </p:cNvPr>
          <p:cNvCxnSpPr>
            <a:cxnSpLocks/>
          </p:cNvCxnSpPr>
          <p:nvPr/>
        </p:nvCxnSpPr>
        <p:spPr>
          <a:xfrm>
            <a:off x="4379419" y="3363420"/>
            <a:ext cx="440004" cy="2537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1" name="Straight Arrow Connector 6150">
            <a:extLst>
              <a:ext uri="{FF2B5EF4-FFF2-40B4-BE49-F238E27FC236}">
                <a16:creationId xmlns:a16="http://schemas.microsoft.com/office/drawing/2014/main" id="{1F7BB56D-9FEB-E7B3-241E-A1D31C40052D}"/>
              </a:ext>
            </a:extLst>
          </p:cNvPr>
          <p:cNvCxnSpPr>
            <a:cxnSpLocks/>
          </p:cNvCxnSpPr>
          <p:nvPr/>
        </p:nvCxnSpPr>
        <p:spPr>
          <a:xfrm flipH="1">
            <a:off x="5748584" y="3360051"/>
            <a:ext cx="457200" cy="2506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2" name="Straight Arrow Connector 6151">
            <a:extLst>
              <a:ext uri="{FF2B5EF4-FFF2-40B4-BE49-F238E27FC236}">
                <a16:creationId xmlns:a16="http://schemas.microsoft.com/office/drawing/2014/main" id="{E2F9A1DE-238C-365A-0ECD-5D1A85E7385C}"/>
              </a:ext>
            </a:extLst>
          </p:cNvPr>
          <p:cNvCxnSpPr>
            <a:cxnSpLocks/>
          </p:cNvCxnSpPr>
          <p:nvPr/>
        </p:nvCxnSpPr>
        <p:spPr>
          <a:xfrm>
            <a:off x="6222980" y="3363420"/>
            <a:ext cx="440004" cy="2537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3" name="Straight Arrow Connector 6152">
            <a:extLst>
              <a:ext uri="{FF2B5EF4-FFF2-40B4-BE49-F238E27FC236}">
                <a16:creationId xmlns:a16="http://schemas.microsoft.com/office/drawing/2014/main" id="{5F4BBFAE-6258-FE09-C4A4-D644C25F9821}"/>
              </a:ext>
            </a:extLst>
          </p:cNvPr>
          <p:cNvCxnSpPr>
            <a:cxnSpLocks/>
          </p:cNvCxnSpPr>
          <p:nvPr/>
        </p:nvCxnSpPr>
        <p:spPr>
          <a:xfrm flipH="1">
            <a:off x="716920" y="3980671"/>
            <a:ext cx="457200" cy="2506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4" name="Straight Arrow Connector 6153">
            <a:extLst>
              <a:ext uri="{FF2B5EF4-FFF2-40B4-BE49-F238E27FC236}">
                <a16:creationId xmlns:a16="http://schemas.microsoft.com/office/drawing/2014/main" id="{AB6C0716-36A6-9896-2C6D-33D4172E33A9}"/>
              </a:ext>
            </a:extLst>
          </p:cNvPr>
          <p:cNvCxnSpPr>
            <a:cxnSpLocks/>
          </p:cNvCxnSpPr>
          <p:nvPr/>
        </p:nvCxnSpPr>
        <p:spPr>
          <a:xfrm>
            <a:off x="257231" y="3977244"/>
            <a:ext cx="440004" cy="2537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5" name="Straight Arrow Connector 6154">
            <a:extLst>
              <a:ext uri="{FF2B5EF4-FFF2-40B4-BE49-F238E27FC236}">
                <a16:creationId xmlns:a16="http://schemas.microsoft.com/office/drawing/2014/main" id="{C4E47B84-E56A-8925-93D5-CC4DC79B11B2}"/>
              </a:ext>
            </a:extLst>
          </p:cNvPr>
          <p:cNvCxnSpPr>
            <a:cxnSpLocks/>
          </p:cNvCxnSpPr>
          <p:nvPr/>
        </p:nvCxnSpPr>
        <p:spPr>
          <a:xfrm flipH="1">
            <a:off x="2555548" y="3975018"/>
            <a:ext cx="457200" cy="2506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6" name="Straight Arrow Connector 6155">
            <a:extLst>
              <a:ext uri="{FF2B5EF4-FFF2-40B4-BE49-F238E27FC236}">
                <a16:creationId xmlns:a16="http://schemas.microsoft.com/office/drawing/2014/main" id="{44CF3264-72E6-3144-4350-CF8876C6021A}"/>
              </a:ext>
            </a:extLst>
          </p:cNvPr>
          <p:cNvCxnSpPr>
            <a:cxnSpLocks/>
          </p:cNvCxnSpPr>
          <p:nvPr/>
        </p:nvCxnSpPr>
        <p:spPr>
          <a:xfrm>
            <a:off x="2095859" y="3971591"/>
            <a:ext cx="440004" cy="2537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7" name="Straight Arrow Connector 6156">
            <a:extLst>
              <a:ext uri="{FF2B5EF4-FFF2-40B4-BE49-F238E27FC236}">
                <a16:creationId xmlns:a16="http://schemas.microsoft.com/office/drawing/2014/main" id="{59B23560-681A-62CF-C7E1-0A94D0137F84}"/>
              </a:ext>
            </a:extLst>
          </p:cNvPr>
          <p:cNvCxnSpPr>
            <a:cxnSpLocks/>
          </p:cNvCxnSpPr>
          <p:nvPr/>
        </p:nvCxnSpPr>
        <p:spPr>
          <a:xfrm flipH="1">
            <a:off x="4337647" y="3975285"/>
            <a:ext cx="457200" cy="2506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8" name="Straight Arrow Connector 6157">
            <a:extLst>
              <a:ext uri="{FF2B5EF4-FFF2-40B4-BE49-F238E27FC236}">
                <a16:creationId xmlns:a16="http://schemas.microsoft.com/office/drawing/2014/main" id="{B6666250-D609-09FE-DA97-7A966A1A8DF5}"/>
              </a:ext>
            </a:extLst>
          </p:cNvPr>
          <p:cNvCxnSpPr>
            <a:cxnSpLocks/>
          </p:cNvCxnSpPr>
          <p:nvPr/>
        </p:nvCxnSpPr>
        <p:spPr>
          <a:xfrm>
            <a:off x="3877958" y="3971858"/>
            <a:ext cx="440004" cy="2537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9" name="Straight Arrow Connector 6158">
            <a:extLst>
              <a:ext uri="{FF2B5EF4-FFF2-40B4-BE49-F238E27FC236}">
                <a16:creationId xmlns:a16="http://schemas.microsoft.com/office/drawing/2014/main" id="{82632DB2-30A9-AADC-C595-1FEA094932A2}"/>
              </a:ext>
            </a:extLst>
          </p:cNvPr>
          <p:cNvCxnSpPr>
            <a:cxnSpLocks/>
          </p:cNvCxnSpPr>
          <p:nvPr/>
        </p:nvCxnSpPr>
        <p:spPr>
          <a:xfrm flipH="1">
            <a:off x="6176275" y="3969632"/>
            <a:ext cx="457200" cy="2506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0" name="Straight Arrow Connector 6159">
            <a:extLst>
              <a:ext uri="{FF2B5EF4-FFF2-40B4-BE49-F238E27FC236}">
                <a16:creationId xmlns:a16="http://schemas.microsoft.com/office/drawing/2014/main" id="{D953EF92-5208-018D-AAFF-EF40C6011A89}"/>
              </a:ext>
            </a:extLst>
          </p:cNvPr>
          <p:cNvCxnSpPr>
            <a:cxnSpLocks/>
          </p:cNvCxnSpPr>
          <p:nvPr/>
        </p:nvCxnSpPr>
        <p:spPr>
          <a:xfrm>
            <a:off x="5716586" y="3966205"/>
            <a:ext cx="440004" cy="2537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1" name="Straight Arrow Connector 6160">
            <a:extLst>
              <a:ext uri="{FF2B5EF4-FFF2-40B4-BE49-F238E27FC236}">
                <a16:creationId xmlns:a16="http://schemas.microsoft.com/office/drawing/2014/main" id="{3BB0B73A-49E9-1ED5-18DC-7B5A24621BFB}"/>
              </a:ext>
            </a:extLst>
          </p:cNvPr>
          <p:cNvCxnSpPr>
            <a:cxnSpLocks/>
            <a:stCxn id="23562" idx="2"/>
          </p:cNvCxnSpPr>
          <p:nvPr/>
        </p:nvCxnSpPr>
        <p:spPr>
          <a:xfrm>
            <a:off x="709553" y="4584344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2" name="Straight Arrow Connector 6161">
            <a:extLst>
              <a:ext uri="{FF2B5EF4-FFF2-40B4-BE49-F238E27FC236}">
                <a16:creationId xmlns:a16="http://schemas.microsoft.com/office/drawing/2014/main" id="{82D6F8E1-497B-2BE2-DCA3-E5EE3D292432}"/>
              </a:ext>
            </a:extLst>
          </p:cNvPr>
          <p:cNvCxnSpPr>
            <a:cxnSpLocks/>
            <a:stCxn id="23563" idx="2"/>
          </p:cNvCxnSpPr>
          <p:nvPr/>
        </p:nvCxnSpPr>
        <p:spPr>
          <a:xfrm flipH="1">
            <a:off x="2081152" y="4584344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3" name="Straight Arrow Connector 6162">
            <a:extLst>
              <a:ext uri="{FF2B5EF4-FFF2-40B4-BE49-F238E27FC236}">
                <a16:creationId xmlns:a16="http://schemas.microsoft.com/office/drawing/2014/main" id="{9B1DDEF4-6EE1-43FD-FD1C-A8C5D6F590D2}"/>
              </a:ext>
            </a:extLst>
          </p:cNvPr>
          <p:cNvCxnSpPr>
            <a:cxnSpLocks/>
          </p:cNvCxnSpPr>
          <p:nvPr/>
        </p:nvCxnSpPr>
        <p:spPr>
          <a:xfrm>
            <a:off x="4367152" y="4589427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4" name="Straight Arrow Connector 6163">
            <a:extLst>
              <a:ext uri="{FF2B5EF4-FFF2-40B4-BE49-F238E27FC236}">
                <a16:creationId xmlns:a16="http://schemas.microsoft.com/office/drawing/2014/main" id="{4C696B5D-A96F-73C6-65B6-6EA230DFAACB}"/>
              </a:ext>
            </a:extLst>
          </p:cNvPr>
          <p:cNvCxnSpPr>
            <a:cxnSpLocks/>
          </p:cNvCxnSpPr>
          <p:nvPr/>
        </p:nvCxnSpPr>
        <p:spPr>
          <a:xfrm flipH="1">
            <a:off x="5738751" y="4589427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5" name="Straight Arrow Connector 6164">
            <a:extLst>
              <a:ext uri="{FF2B5EF4-FFF2-40B4-BE49-F238E27FC236}">
                <a16:creationId xmlns:a16="http://schemas.microsoft.com/office/drawing/2014/main" id="{8E9D7826-BC64-DDE9-431D-8ADFA0F81395}"/>
              </a:ext>
            </a:extLst>
          </p:cNvPr>
          <p:cNvCxnSpPr>
            <a:cxnSpLocks/>
          </p:cNvCxnSpPr>
          <p:nvPr/>
        </p:nvCxnSpPr>
        <p:spPr>
          <a:xfrm flipH="1">
            <a:off x="3922219" y="5198777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6" name="Straight Arrow Connector 6165">
            <a:extLst>
              <a:ext uri="{FF2B5EF4-FFF2-40B4-BE49-F238E27FC236}">
                <a16:creationId xmlns:a16="http://schemas.microsoft.com/office/drawing/2014/main" id="{5143072B-EF0F-F371-C39C-B527370DC85F}"/>
              </a:ext>
            </a:extLst>
          </p:cNvPr>
          <p:cNvCxnSpPr>
            <a:cxnSpLocks/>
          </p:cNvCxnSpPr>
          <p:nvPr/>
        </p:nvCxnSpPr>
        <p:spPr>
          <a:xfrm>
            <a:off x="2081152" y="5199368"/>
            <a:ext cx="931596" cy="2236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20824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D5169-7031-A23B-709D-B297EA28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99238F6-E247-8D65-0702-9FB619579D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Odd-Even Merge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A4A2E6-9898-1295-2B97-E109F027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</a:t>
            </a:fld>
            <a:endParaRPr lang="en-US">
              <a:latin typeface="Calibri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0E5999F-E7BA-C2F4-D53E-7CDCEBCB1427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10489858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parallel approach to sorting based on the recursive application of the odd-even merge algorithm, to speed up the merge process.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odd-even merge algorithm merges sorted sub-lists in a bottom-up manner starting with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sublists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size 2 and merging them into larger lists until the final sorted list is obtained.</a:t>
            </a:r>
          </a:p>
          <a:p>
            <a:pPr algn="just"/>
            <a:endParaRPr lang="en-US" sz="12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odd-even-merge operates on two alternating phases</a:t>
            </a:r>
            <a:endParaRPr lang="en-US" sz="12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 phase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Even-numbered processes exchange values with their right neighbor.</a:t>
            </a:r>
          </a:p>
          <a:p>
            <a:pPr lvl="1"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Odd phase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Odd-numbered processes exchange numbers with their right neighbor.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8852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30961-1536-939F-5FAE-E8DF845AA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430DF56-9CAA-C505-0801-4D6CB29D5F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Odd-Even Merge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ACB00B-7CD0-7604-A16F-5323C5B75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C45385-A528-3024-B60B-BFC943BDA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469734"/>
              </p:ext>
            </p:extLst>
          </p:nvPr>
        </p:nvGraphicFramePr>
        <p:xfrm>
          <a:off x="5954026" y="163148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AAD779-8471-0968-6B55-A8200F734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851502"/>
              </p:ext>
            </p:extLst>
          </p:nvPr>
        </p:nvGraphicFramePr>
        <p:xfrm>
          <a:off x="5024878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96B602-AF78-A380-DA3A-FAFECDF24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138477"/>
              </p:ext>
            </p:extLst>
          </p:nvPr>
        </p:nvGraphicFramePr>
        <p:xfrm>
          <a:off x="8682477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4BB9CDD-E24D-B9CB-A1D3-32919FF9D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718949"/>
              </p:ext>
            </p:extLst>
          </p:nvPr>
        </p:nvGraphicFramePr>
        <p:xfrm>
          <a:off x="4567678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FBC191C-F16D-76FC-A642-701D0BF5B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413581"/>
              </p:ext>
            </p:extLst>
          </p:nvPr>
        </p:nvGraphicFramePr>
        <p:xfrm>
          <a:off x="6396478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79D46CA-EC8C-AB62-D2B2-3546FB1A5B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957053"/>
              </p:ext>
            </p:extLst>
          </p:nvPr>
        </p:nvGraphicFramePr>
        <p:xfrm>
          <a:off x="82252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9B5D3C4-857B-95F2-77FD-FD52B693A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078095"/>
              </p:ext>
            </p:extLst>
          </p:nvPr>
        </p:nvGraphicFramePr>
        <p:xfrm>
          <a:off x="100540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12442E3-05B5-0BE9-14A3-3E7DE7EB7A80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5939278" y="200365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23734A5-ADF5-FD9C-43B5-DDFCF48AD6D8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714421" y="1997246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7625768-4C2D-F422-D32F-4F07959B24CF}"/>
              </a:ext>
            </a:extLst>
          </p:cNvPr>
          <p:cNvCxnSpPr>
            <a:cxnSpLocks/>
          </p:cNvCxnSpPr>
          <p:nvPr/>
        </p:nvCxnSpPr>
        <p:spPr>
          <a:xfrm flipH="1">
            <a:off x="5039626" y="260890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50A5092-3919-FBC2-D475-38CE3370F286}"/>
              </a:ext>
            </a:extLst>
          </p:cNvPr>
          <p:cNvCxnSpPr>
            <a:cxnSpLocks/>
          </p:cNvCxnSpPr>
          <p:nvPr/>
        </p:nvCxnSpPr>
        <p:spPr>
          <a:xfrm>
            <a:off x="5971222" y="2612270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9E87586-9063-3301-1360-CF67FC24455E}"/>
              </a:ext>
            </a:extLst>
          </p:cNvPr>
          <p:cNvCxnSpPr>
            <a:cxnSpLocks/>
          </p:cNvCxnSpPr>
          <p:nvPr/>
        </p:nvCxnSpPr>
        <p:spPr>
          <a:xfrm flipH="1">
            <a:off x="8677548" y="2612460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2FC38B1-B1DD-7D8E-D680-C75FBCC865C5}"/>
              </a:ext>
            </a:extLst>
          </p:cNvPr>
          <p:cNvCxnSpPr>
            <a:cxnSpLocks/>
          </p:cNvCxnSpPr>
          <p:nvPr/>
        </p:nvCxnSpPr>
        <p:spPr>
          <a:xfrm>
            <a:off x="9609144" y="2615829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3">
            <a:extLst>
              <a:ext uri="{FF2B5EF4-FFF2-40B4-BE49-F238E27FC236}">
                <a16:creationId xmlns:a16="http://schemas.microsoft.com/office/drawing/2014/main" id="{A01FA491-33ED-08F6-768C-854322E644FF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3909636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Recursive Division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Odd-Even Merge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Interleave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Compare and Swap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940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D9CAE-8666-4C66-005A-103DBC285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EB9B999-8B4D-9A14-EEC5-393F542796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Odd-Even Merge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D78D1F-BD86-FF77-71B3-A4D4695CF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A5FBB8-77BA-168E-A18A-5502E025D89B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163148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0872B6-AE6F-2AB2-7B52-4E8B66925A51}"/>
              </a:ext>
            </a:extLst>
          </p:cNvPr>
          <p:cNvGraphicFramePr>
            <a:graphicFrameLocks noGrp="1"/>
          </p:cNvGraphicFramePr>
          <p:nvPr/>
        </p:nvGraphicFramePr>
        <p:xfrm>
          <a:off x="5024878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E5B130-4AB9-FD2D-D6FE-8CEB4F3EF1D6}"/>
              </a:ext>
            </a:extLst>
          </p:cNvPr>
          <p:cNvGraphicFramePr>
            <a:graphicFrameLocks noGrp="1"/>
          </p:cNvGraphicFramePr>
          <p:nvPr/>
        </p:nvGraphicFramePr>
        <p:xfrm>
          <a:off x="8682477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E190225-F10B-1473-1D63-000B982B4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547796"/>
              </p:ext>
            </p:extLst>
          </p:nvPr>
        </p:nvGraphicFramePr>
        <p:xfrm>
          <a:off x="4567678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0373B73-A69E-A965-741C-B7F5A966AC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735059"/>
              </p:ext>
            </p:extLst>
          </p:nvPr>
        </p:nvGraphicFramePr>
        <p:xfrm>
          <a:off x="6396478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4CE91BA-12B1-F505-F046-0FBD5A9619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447887"/>
              </p:ext>
            </p:extLst>
          </p:nvPr>
        </p:nvGraphicFramePr>
        <p:xfrm>
          <a:off x="82252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41A9D72-B329-373C-E8B2-A05F2C167ED0}"/>
              </a:ext>
            </a:extLst>
          </p:cNvPr>
          <p:cNvGraphicFramePr>
            <a:graphicFrameLocks noGrp="1"/>
          </p:cNvGraphicFramePr>
          <p:nvPr/>
        </p:nvGraphicFramePr>
        <p:xfrm>
          <a:off x="100540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1B92A03-863F-8929-E4EC-9E4F7BCC51F0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5939278" y="200365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8E82D86-FC92-6479-2617-A3CF89E9B9F1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714421" y="1997246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782D0D7-A598-4F7B-97FF-B0D3EFDEB8B5}"/>
              </a:ext>
            </a:extLst>
          </p:cNvPr>
          <p:cNvCxnSpPr>
            <a:cxnSpLocks/>
          </p:cNvCxnSpPr>
          <p:nvPr/>
        </p:nvCxnSpPr>
        <p:spPr>
          <a:xfrm flipH="1">
            <a:off x="5039626" y="260890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A934CE9-D58D-7EE0-A73C-2BB4417A7D15}"/>
              </a:ext>
            </a:extLst>
          </p:cNvPr>
          <p:cNvCxnSpPr>
            <a:cxnSpLocks/>
          </p:cNvCxnSpPr>
          <p:nvPr/>
        </p:nvCxnSpPr>
        <p:spPr>
          <a:xfrm>
            <a:off x="5971222" y="2612270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E014B28-3518-04AC-4986-2B02301DDC8B}"/>
              </a:ext>
            </a:extLst>
          </p:cNvPr>
          <p:cNvCxnSpPr>
            <a:cxnSpLocks/>
          </p:cNvCxnSpPr>
          <p:nvPr/>
        </p:nvCxnSpPr>
        <p:spPr>
          <a:xfrm flipH="1">
            <a:off x="8677548" y="2612460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A2E2B68-BD7E-4850-E897-D7FF6A9CB5AD}"/>
              </a:ext>
            </a:extLst>
          </p:cNvPr>
          <p:cNvCxnSpPr>
            <a:cxnSpLocks/>
          </p:cNvCxnSpPr>
          <p:nvPr/>
        </p:nvCxnSpPr>
        <p:spPr>
          <a:xfrm>
            <a:off x="9609144" y="2615829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3">
            <a:extLst>
              <a:ext uri="{FF2B5EF4-FFF2-40B4-BE49-F238E27FC236}">
                <a16:creationId xmlns:a16="http://schemas.microsoft.com/office/drawing/2014/main" id="{AC0A1C5E-21CC-A4E0-FBA6-55B74C7887CB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3909636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Recursive Division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Odd-Even Merge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Interleave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Compare and Swap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9828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F19CE-B8A4-D11B-3DE8-E1EA940D5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98A8613-6DB6-84BE-C940-DFDE7D086F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Odd-Even Merge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9216E7-4992-291E-E072-76B68F58A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7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DAA4D3-6384-4B9C-09D7-E81A64596D93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163148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0B5010-6EB0-053B-D0F2-88660343F80E}"/>
              </a:ext>
            </a:extLst>
          </p:cNvPr>
          <p:cNvGraphicFramePr>
            <a:graphicFrameLocks noGrp="1"/>
          </p:cNvGraphicFramePr>
          <p:nvPr/>
        </p:nvGraphicFramePr>
        <p:xfrm>
          <a:off x="5024878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BE879CC-77DF-C627-4F65-4B4C2A8F4865}"/>
              </a:ext>
            </a:extLst>
          </p:cNvPr>
          <p:cNvGraphicFramePr>
            <a:graphicFrameLocks noGrp="1"/>
          </p:cNvGraphicFramePr>
          <p:nvPr/>
        </p:nvGraphicFramePr>
        <p:xfrm>
          <a:off x="8682477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D15343-A375-D8F1-08DE-35EDAA82E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581005"/>
              </p:ext>
            </p:extLst>
          </p:nvPr>
        </p:nvGraphicFramePr>
        <p:xfrm>
          <a:off x="4567678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16AF825-BDD9-9E0B-F091-7BB1D276E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448433"/>
              </p:ext>
            </p:extLst>
          </p:nvPr>
        </p:nvGraphicFramePr>
        <p:xfrm>
          <a:off x="6396478" y="2848724"/>
          <a:ext cx="940625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3425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11A7906-395A-A1BC-0BF6-8F85A5B3B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250403"/>
              </p:ext>
            </p:extLst>
          </p:nvPr>
        </p:nvGraphicFramePr>
        <p:xfrm>
          <a:off x="82252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F3E3226-40B0-2487-7998-970FE57B5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347176"/>
              </p:ext>
            </p:extLst>
          </p:nvPr>
        </p:nvGraphicFramePr>
        <p:xfrm>
          <a:off x="100540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034D5F2-83B7-3CED-1A6D-713B8F66D1E7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5939278" y="200365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383C9DC-D6B5-501B-557F-15B0615F1939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714421" y="1997246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8073A39-41AD-849C-01AF-55A6F16CC7BF}"/>
              </a:ext>
            </a:extLst>
          </p:cNvPr>
          <p:cNvCxnSpPr>
            <a:cxnSpLocks/>
          </p:cNvCxnSpPr>
          <p:nvPr/>
        </p:nvCxnSpPr>
        <p:spPr>
          <a:xfrm flipH="1">
            <a:off x="5039626" y="260890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8157315-D0B2-99D6-ABAA-B0E86B412E11}"/>
              </a:ext>
            </a:extLst>
          </p:cNvPr>
          <p:cNvCxnSpPr>
            <a:cxnSpLocks/>
          </p:cNvCxnSpPr>
          <p:nvPr/>
        </p:nvCxnSpPr>
        <p:spPr>
          <a:xfrm>
            <a:off x="5971222" y="2612270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007BE1A-843F-E762-864B-84D37B3C1099}"/>
              </a:ext>
            </a:extLst>
          </p:cNvPr>
          <p:cNvCxnSpPr>
            <a:cxnSpLocks/>
          </p:cNvCxnSpPr>
          <p:nvPr/>
        </p:nvCxnSpPr>
        <p:spPr>
          <a:xfrm flipH="1">
            <a:off x="8677548" y="2612460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C25EAD3-9F90-DAB7-0E74-E887525FCDC3}"/>
              </a:ext>
            </a:extLst>
          </p:cNvPr>
          <p:cNvCxnSpPr>
            <a:cxnSpLocks/>
          </p:cNvCxnSpPr>
          <p:nvPr/>
        </p:nvCxnSpPr>
        <p:spPr>
          <a:xfrm>
            <a:off x="9609144" y="2615829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3">
            <a:extLst>
              <a:ext uri="{FF2B5EF4-FFF2-40B4-BE49-F238E27FC236}">
                <a16:creationId xmlns:a16="http://schemas.microsoft.com/office/drawing/2014/main" id="{3DC0122E-8D49-DB7A-72E1-0460F81CEB79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3909636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Recursive Division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Odd-Even Merge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Interleave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Compare and Swap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523C96-CA18-13F8-DEC9-FCF6174C7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81531"/>
              </p:ext>
            </p:extLst>
          </p:nvPr>
        </p:nvGraphicFramePr>
        <p:xfrm>
          <a:off x="5024878" y="348917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08E3209-A28E-FE14-27AB-9C3D59AA8360}"/>
              </a:ext>
            </a:extLst>
          </p:cNvPr>
          <p:cNvCxnSpPr>
            <a:cxnSpLocks/>
          </p:cNvCxnSpPr>
          <p:nvPr/>
        </p:nvCxnSpPr>
        <p:spPr>
          <a:xfrm>
            <a:off x="5024878" y="3224370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4809B8-8105-C819-31AC-002F30C35832}"/>
              </a:ext>
            </a:extLst>
          </p:cNvPr>
          <p:cNvCxnSpPr>
            <a:cxnSpLocks/>
          </p:cNvCxnSpPr>
          <p:nvPr/>
        </p:nvCxnSpPr>
        <p:spPr>
          <a:xfrm flipH="1">
            <a:off x="6396477" y="3224370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3979D36-6A15-CD1E-525F-5C077C3E6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668135"/>
              </p:ext>
            </p:extLst>
          </p:nvPr>
        </p:nvGraphicFramePr>
        <p:xfrm>
          <a:off x="8636403" y="349129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6DBD76A-260D-B4B8-A4EC-F856BD69227E}"/>
              </a:ext>
            </a:extLst>
          </p:cNvPr>
          <p:cNvCxnSpPr>
            <a:cxnSpLocks/>
          </p:cNvCxnSpPr>
          <p:nvPr/>
        </p:nvCxnSpPr>
        <p:spPr>
          <a:xfrm>
            <a:off x="8636403" y="3226490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02EC87-E576-3F5F-A678-23F4F7A21CB2}"/>
              </a:ext>
            </a:extLst>
          </p:cNvPr>
          <p:cNvCxnSpPr>
            <a:cxnSpLocks/>
          </p:cNvCxnSpPr>
          <p:nvPr/>
        </p:nvCxnSpPr>
        <p:spPr>
          <a:xfrm flipH="1">
            <a:off x="10008002" y="3226490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12094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66FBC-7D4B-12FF-9761-97BDF3223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B96179A-991C-C51F-68E9-9DD4E8880B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Odd-Even Merge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7CF3E9-65A1-5340-BB4E-69C6C7B1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8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80C3E8-FADB-D4F7-FE26-373D5EA4B323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163148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E1E4AB-EADF-ACC1-AD3E-34F0B3AB1423}"/>
              </a:ext>
            </a:extLst>
          </p:cNvPr>
          <p:cNvGraphicFramePr>
            <a:graphicFrameLocks noGrp="1"/>
          </p:cNvGraphicFramePr>
          <p:nvPr/>
        </p:nvGraphicFramePr>
        <p:xfrm>
          <a:off x="5024878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817C971-2B33-35C4-12ED-BD3527E8A41D}"/>
              </a:ext>
            </a:extLst>
          </p:cNvPr>
          <p:cNvGraphicFramePr>
            <a:graphicFrameLocks noGrp="1"/>
          </p:cNvGraphicFramePr>
          <p:nvPr/>
        </p:nvGraphicFramePr>
        <p:xfrm>
          <a:off x="8682477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682691F-22C4-A984-C2C4-4086F658D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100559"/>
              </p:ext>
            </p:extLst>
          </p:nvPr>
        </p:nvGraphicFramePr>
        <p:xfrm>
          <a:off x="4567678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E74264A-A23A-1D10-BF4B-476EB7F12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24589"/>
              </p:ext>
            </p:extLst>
          </p:nvPr>
        </p:nvGraphicFramePr>
        <p:xfrm>
          <a:off x="6396478" y="2848724"/>
          <a:ext cx="940625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3425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030F1E3-C6B7-0E67-C64C-1C24366360FB}"/>
              </a:ext>
            </a:extLst>
          </p:cNvPr>
          <p:cNvGraphicFramePr>
            <a:graphicFrameLocks noGrp="1"/>
          </p:cNvGraphicFramePr>
          <p:nvPr/>
        </p:nvGraphicFramePr>
        <p:xfrm>
          <a:off x="82252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79EB233-FA1C-986D-9FB1-26C568F5D694}"/>
              </a:ext>
            </a:extLst>
          </p:cNvPr>
          <p:cNvGraphicFramePr>
            <a:graphicFrameLocks noGrp="1"/>
          </p:cNvGraphicFramePr>
          <p:nvPr/>
        </p:nvGraphicFramePr>
        <p:xfrm>
          <a:off x="100540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447EDA4-E4F8-EF8E-C32B-F467D3F78A42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5939278" y="200365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AA34EDF-4EF3-FCD4-8BD2-3BE681A28ED2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714421" y="1997246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F071127-B1A2-2A57-6EC7-5B244B14D1FD}"/>
              </a:ext>
            </a:extLst>
          </p:cNvPr>
          <p:cNvCxnSpPr>
            <a:cxnSpLocks/>
          </p:cNvCxnSpPr>
          <p:nvPr/>
        </p:nvCxnSpPr>
        <p:spPr>
          <a:xfrm flipH="1">
            <a:off x="5039626" y="260890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BFFAD1A-DA2F-157E-C5A2-9839D152FE22}"/>
              </a:ext>
            </a:extLst>
          </p:cNvPr>
          <p:cNvCxnSpPr>
            <a:cxnSpLocks/>
          </p:cNvCxnSpPr>
          <p:nvPr/>
        </p:nvCxnSpPr>
        <p:spPr>
          <a:xfrm>
            <a:off x="5971222" y="2612270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48FAF92-492C-FD5F-0A21-ABFB6C3CAD97}"/>
              </a:ext>
            </a:extLst>
          </p:cNvPr>
          <p:cNvCxnSpPr>
            <a:cxnSpLocks/>
          </p:cNvCxnSpPr>
          <p:nvPr/>
        </p:nvCxnSpPr>
        <p:spPr>
          <a:xfrm flipH="1">
            <a:off x="8677548" y="2612460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4C9DC51-5691-EA73-E8B0-BDF0512D87E5}"/>
              </a:ext>
            </a:extLst>
          </p:cNvPr>
          <p:cNvCxnSpPr>
            <a:cxnSpLocks/>
          </p:cNvCxnSpPr>
          <p:nvPr/>
        </p:nvCxnSpPr>
        <p:spPr>
          <a:xfrm>
            <a:off x="9609144" y="2615829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3">
            <a:extLst>
              <a:ext uri="{FF2B5EF4-FFF2-40B4-BE49-F238E27FC236}">
                <a16:creationId xmlns:a16="http://schemas.microsoft.com/office/drawing/2014/main" id="{1E52C48A-A2F3-CA8B-6E91-B89F6524389D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3909636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Recursive Division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Odd-Even Merge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Interleave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and Swap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C4DEBB-7BEE-CA6D-A0B5-30AF21497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194617"/>
              </p:ext>
            </p:extLst>
          </p:nvPr>
        </p:nvGraphicFramePr>
        <p:xfrm>
          <a:off x="5024878" y="348917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7C4EF7-33F0-FFEF-7155-35AFDC94A80A}"/>
              </a:ext>
            </a:extLst>
          </p:cNvPr>
          <p:cNvCxnSpPr>
            <a:cxnSpLocks/>
          </p:cNvCxnSpPr>
          <p:nvPr/>
        </p:nvCxnSpPr>
        <p:spPr>
          <a:xfrm>
            <a:off x="5024878" y="3224370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6C2DA45-AB79-49DD-AE4E-1F304011B35D}"/>
              </a:ext>
            </a:extLst>
          </p:cNvPr>
          <p:cNvCxnSpPr>
            <a:cxnSpLocks/>
          </p:cNvCxnSpPr>
          <p:nvPr/>
        </p:nvCxnSpPr>
        <p:spPr>
          <a:xfrm flipH="1">
            <a:off x="6396477" y="3224370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92C875F-011D-648E-DE73-934855B72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607103"/>
              </p:ext>
            </p:extLst>
          </p:nvPr>
        </p:nvGraphicFramePr>
        <p:xfrm>
          <a:off x="8698379" y="3494604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D232E41-743D-4F17-FEDD-6C1DB52D6BEA}"/>
              </a:ext>
            </a:extLst>
          </p:cNvPr>
          <p:cNvCxnSpPr>
            <a:cxnSpLocks/>
          </p:cNvCxnSpPr>
          <p:nvPr/>
        </p:nvCxnSpPr>
        <p:spPr>
          <a:xfrm>
            <a:off x="8698379" y="3229799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FF1297-B576-BA55-8E4F-E9A9A1EA59E9}"/>
              </a:ext>
            </a:extLst>
          </p:cNvPr>
          <p:cNvCxnSpPr>
            <a:cxnSpLocks/>
          </p:cNvCxnSpPr>
          <p:nvPr/>
        </p:nvCxnSpPr>
        <p:spPr>
          <a:xfrm flipH="1">
            <a:off x="10069978" y="3229799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1923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6E3BC-21BF-C482-ACBC-A87223462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D04446D-E0F0-80BE-14EC-C138750A3C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Odd-Even Merge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CD5AE3-0B24-FEAD-2056-50028522C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9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0B1E53-53B3-3DFB-95BB-9DBBFBDF6F5B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163148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62B0A5-FC0F-EAD2-F869-A1D8ED4F4040}"/>
              </a:ext>
            </a:extLst>
          </p:cNvPr>
          <p:cNvGraphicFramePr>
            <a:graphicFrameLocks noGrp="1"/>
          </p:cNvGraphicFramePr>
          <p:nvPr/>
        </p:nvGraphicFramePr>
        <p:xfrm>
          <a:off x="5024878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8CE88C-F03B-396A-F420-ACED49F1C148}"/>
              </a:ext>
            </a:extLst>
          </p:cNvPr>
          <p:cNvGraphicFramePr>
            <a:graphicFrameLocks noGrp="1"/>
          </p:cNvGraphicFramePr>
          <p:nvPr/>
        </p:nvGraphicFramePr>
        <p:xfrm>
          <a:off x="8682477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5C4C28B-A826-7D72-F2D6-A29F8C14A608}"/>
              </a:ext>
            </a:extLst>
          </p:cNvPr>
          <p:cNvGraphicFramePr>
            <a:graphicFrameLocks noGrp="1"/>
          </p:cNvGraphicFramePr>
          <p:nvPr/>
        </p:nvGraphicFramePr>
        <p:xfrm>
          <a:off x="4567678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EB4E7AF-959A-F2D2-5F8A-435ED6A564F6}"/>
              </a:ext>
            </a:extLst>
          </p:cNvPr>
          <p:cNvGraphicFramePr>
            <a:graphicFrameLocks noGrp="1"/>
          </p:cNvGraphicFramePr>
          <p:nvPr/>
        </p:nvGraphicFramePr>
        <p:xfrm>
          <a:off x="6396478" y="2848724"/>
          <a:ext cx="940625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3425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91EC428-637B-25A6-F086-CC7644DF8747}"/>
              </a:ext>
            </a:extLst>
          </p:cNvPr>
          <p:cNvGraphicFramePr>
            <a:graphicFrameLocks noGrp="1"/>
          </p:cNvGraphicFramePr>
          <p:nvPr/>
        </p:nvGraphicFramePr>
        <p:xfrm>
          <a:off x="82252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934A5E6-B5B8-7B43-F898-FF26A87FC15F}"/>
              </a:ext>
            </a:extLst>
          </p:cNvPr>
          <p:cNvGraphicFramePr>
            <a:graphicFrameLocks noGrp="1"/>
          </p:cNvGraphicFramePr>
          <p:nvPr/>
        </p:nvGraphicFramePr>
        <p:xfrm>
          <a:off x="100540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DB25F92-B692-B154-C6B6-FA79B4080258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5939278" y="200365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FB6EF34-8C0B-1705-F9C9-13865E861387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714421" y="1997246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B71BE60-FC5B-92BF-B79E-C0CBA2C6114B}"/>
              </a:ext>
            </a:extLst>
          </p:cNvPr>
          <p:cNvCxnSpPr>
            <a:cxnSpLocks/>
          </p:cNvCxnSpPr>
          <p:nvPr/>
        </p:nvCxnSpPr>
        <p:spPr>
          <a:xfrm flipH="1">
            <a:off x="5039626" y="260890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CCF57DF-24F6-CAF3-CA77-0C9933CD4687}"/>
              </a:ext>
            </a:extLst>
          </p:cNvPr>
          <p:cNvCxnSpPr>
            <a:cxnSpLocks/>
          </p:cNvCxnSpPr>
          <p:nvPr/>
        </p:nvCxnSpPr>
        <p:spPr>
          <a:xfrm>
            <a:off x="5971222" y="2612270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3FDBC92-C39C-5598-1BCE-F6578D4FD808}"/>
              </a:ext>
            </a:extLst>
          </p:cNvPr>
          <p:cNvCxnSpPr>
            <a:cxnSpLocks/>
          </p:cNvCxnSpPr>
          <p:nvPr/>
        </p:nvCxnSpPr>
        <p:spPr>
          <a:xfrm flipH="1">
            <a:off x="8677548" y="2612460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06AD4DE-6F64-C9A4-9916-5040769EEFBC}"/>
              </a:ext>
            </a:extLst>
          </p:cNvPr>
          <p:cNvCxnSpPr>
            <a:cxnSpLocks/>
          </p:cNvCxnSpPr>
          <p:nvPr/>
        </p:nvCxnSpPr>
        <p:spPr>
          <a:xfrm>
            <a:off x="9609144" y="2615829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3">
            <a:extLst>
              <a:ext uri="{FF2B5EF4-FFF2-40B4-BE49-F238E27FC236}">
                <a16:creationId xmlns:a16="http://schemas.microsoft.com/office/drawing/2014/main" id="{7BBE0CCB-31F5-EDDC-B3B2-60C512D0E8D9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3909636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Recursive Division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Odd-Even Merge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Interleave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and Swap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544F27-69BC-B8A6-1B4B-BAC4FD38D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640423"/>
              </p:ext>
            </p:extLst>
          </p:nvPr>
        </p:nvGraphicFramePr>
        <p:xfrm>
          <a:off x="5024878" y="348917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2D9FDC2-144B-36BC-589C-1EA64F5578FA}"/>
              </a:ext>
            </a:extLst>
          </p:cNvPr>
          <p:cNvCxnSpPr>
            <a:cxnSpLocks/>
          </p:cNvCxnSpPr>
          <p:nvPr/>
        </p:nvCxnSpPr>
        <p:spPr>
          <a:xfrm>
            <a:off x="5024878" y="3224370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52F8A08-CF5C-F20A-C220-489DF2C65F66}"/>
              </a:ext>
            </a:extLst>
          </p:cNvPr>
          <p:cNvCxnSpPr>
            <a:cxnSpLocks/>
          </p:cNvCxnSpPr>
          <p:nvPr/>
        </p:nvCxnSpPr>
        <p:spPr>
          <a:xfrm flipH="1">
            <a:off x="6396477" y="3224370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250ACFD-5991-3D84-FBA9-DD4B9B7F9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763903"/>
              </p:ext>
            </p:extLst>
          </p:nvPr>
        </p:nvGraphicFramePr>
        <p:xfrm>
          <a:off x="8698379" y="3494604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1C2E2C-9757-D890-3370-7472568E5B1A}"/>
              </a:ext>
            </a:extLst>
          </p:cNvPr>
          <p:cNvCxnSpPr>
            <a:cxnSpLocks/>
          </p:cNvCxnSpPr>
          <p:nvPr/>
        </p:nvCxnSpPr>
        <p:spPr>
          <a:xfrm>
            <a:off x="8698379" y="3229799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5B35D9-FAF8-37E2-9303-48D24B1CD2DB}"/>
              </a:ext>
            </a:extLst>
          </p:cNvPr>
          <p:cNvCxnSpPr>
            <a:cxnSpLocks/>
          </p:cNvCxnSpPr>
          <p:nvPr/>
        </p:nvCxnSpPr>
        <p:spPr>
          <a:xfrm flipH="1">
            <a:off x="10069978" y="3229799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046502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B0E43-5EEA-96AC-5FD5-37BFEEAA2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4928C93-4BB8-B96C-D735-ABF9AFD32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Odd-Even Merge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D33FAD-3DB7-B67F-FF74-DBDE703BD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10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CEE85E-120E-106D-B5F8-034F3FD27CEE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163148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2E493FA-61FC-1C96-205A-F0CFBA7C1E83}"/>
              </a:ext>
            </a:extLst>
          </p:cNvPr>
          <p:cNvGraphicFramePr>
            <a:graphicFrameLocks noGrp="1"/>
          </p:cNvGraphicFramePr>
          <p:nvPr/>
        </p:nvGraphicFramePr>
        <p:xfrm>
          <a:off x="5024878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24BBBC-1B8D-3C66-BB44-DDB0046EB9A7}"/>
              </a:ext>
            </a:extLst>
          </p:cNvPr>
          <p:cNvGraphicFramePr>
            <a:graphicFrameLocks noGrp="1"/>
          </p:cNvGraphicFramePr>
          <p:nvPr/>
        </p:nvGraphicFramePr>
        <p:xfrm>
          <a:off x="8682477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74A0C8-010D-52EB-7407-99BB085B4E20}"/>
              </a:ext>
            </a:extLst>
          </p:cNvPr>
          <p:cNvGraphicFramePr>
            <a:graphicFrameLocks noGrp="1"/>
          </p:cNvGraphicFramePr>
          <p:nvPr/>
        </p:nvGraphicFramePr>
        <p:xfrm>
          <a:off x="4567678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B6F13BC-C619-2046-A9EC-D661BA8CFDDA}"/>
              </a:ext>
            </a:extLst>
          </p:cNvPr>
          <p:cNvGraphicFramePr>
            <a:graphicFrameLocks noGrp="1"/>
          </p:cNvGraphicFramePr>
          <p:nvPr/>
        </p:nvGraphicFramePr>
        <p:xfrm>
          <a:off x="6396478" y="2848724"/>
          <a:ext cx="940625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3425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D1E4B6D-8F05-6DF4-56CC-D3E3682E3AF0}"/>
              </a:ext>
            </a:extLst>
          </p:cNvPr>
          <p:cNvGraphicFramePr>
            <a:graphicFrameLocks noGrp="1"/>
          </p:cNvGraphicFramePr>
          <p:nvPr/>
        </p:nvGraphicFramePr>
        <p:xfrm>
          <a:off x="82252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F2EA99A-D1E2-6BE8-B20D-4E3B59B42270}"/>
              </a:ext>
            </a:extLst>
          </p:cNvPr>
          <p:cNvGraphicFramePr>
            <a:graphicFrameLocks noGrp="1"/>
          </p:cNvGraphicFramePr>
          <p:nvPr/>
        </p:nvGraphicFramePr>
        <p:xfrm>
          <a:off x="100540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3172A65-F9A6-0A43-D7A1-A1A1CA44BB62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5939278" y="200365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FC31E8C-20AB-102D-7F13-D7AE775D7757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714421" y="1997246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651A82E-83CE-E3F7-1486-B7B66D61B6F0}"/>
              </a:ext>
            </a:extLst>
          </p:cNvPr>
          <p:cNvCxnSpPr>
            <a:cxnSpLocks/>
          </p:cNvCxnSpPr>
          <p:nvPr/>
        </p:nvCxnSpPr>
        <p:spPr>
          <a:xfrm flipH="1">
            <a:off x="5039626" y="260890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747AABD-6801-5DE4-4C4D-6DA4570959B6}"/>
              </a:ext>
            </a:extLst>
          </p:cNvPr>
          <p:cNvCxnSpPr>
            <a:cxnSpLocks/>
          </p:cNvCxnSpPr>
          <p:nvPr/>
        </p:nvCxnSpPr>
        <p:spPr>
          <a:xfrm>
            <a:off x="5971222" y="2612270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F952EA0-DAA7-ED24-E131-A8EEC324E68D}"/>
              </a:ext>
            </a:extLst>
          </p:cNvPr>
          <p:cNvCxnSpPr>
            <a:cxnSpLocks/>
          </p:cNvCxnSpPr>
          <p:nvPr/>
        </p:nvCxnSpPr>
        <p:spPr>
          <a:xfrm flipH="1">
            <a:off x="8677548" y="2612460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DDDE0A8-F975-6B8F-38B2-55C4973D9D2A}"/>
              </a:ext>
            </a:extLst>
          </p:cNvPr>
          <p:cNvCxnSpPr>
            <a:cxnSpLocks/>
          </p:cNvCxnSpPr>
          <p:nvPr/>
        </p:nvCxnSpPr>
        <p:spPr>
          <a:xfrm>
            <a:off x="9609144" y="2615829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3">
            <a:extLst>
              <a:ext uri="{FF2B5EF4-FFF2-40B4-BE49-F238E27FC236}">
                <a16:creationId xmlns:a16="http://schemas.microsoft.com/office/drawing/2014/main" id="{0D6CBDD6-947B-FDAE-D985-F0998171C697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3909636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Recursive Division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Odd-Even Merge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Interleave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and Swap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FC31266-F9BF-86C6-E6EE-4812889BF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741945"/>
              </p:ext>
            </p:extLst>
          </p:nvPr>
        </p:nvGraphicFramePr>
        <p:xfrm>
          <a:off x="5024878" y="348917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C1D2F2-E13F-B363-567A-49BD365D0310}"/>
              </a:ext>
            </a:extLst>
          </p:cNvPr>
          <p:cNvCxnSpPr>
            <a:cxnSpLocks/>
          </p:cNvCxnSpPr>
          <p:nvPr/>
        </p:nvCxnSpPr>
        <p:spPr>
          <a:xfrm>
            <a:off x="5024878" y="3224370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304AAA6-5E15-6A81-D356-BB2DDB0D7AC9}"/>
              </a:ext>
            </a:extLst>
          </p:cNvPr>
          <p:cNvCxnSpPr>
            <a:cxnSpLocks/>
          </p:cNvCxnSpPr>
          <p:nvPr/>
        </p:nvCxnSpPr>
        <p:spPr>
          <a:xfrm flipH="1">
            <a:off x="6396477" y="3224370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E652B23-5FCD-63A1-AE73-8664337A2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985037"/>
              </p:ext>
            </p:extLst>
          </p:nvPr>
        </p:nvGraphicFramePr>
        <p:xfrm>
          <a:off x="8698379" y="3494604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7A3E49-EB71-8BD9-52DB-823D539D0503}"/>
              </a:ext>
            </a:extLst>
          </p:cNvPr>
          <p:cNvCxnSpPr>
            <a:cxnSpLocks/>
          </p:cNvCxnSpPr>
          <p:nvPr/>
        </p:nvCxnSpPr>
        <p:spPr>
          <a:xfrm>
            <a:off x="8698379" y="3229799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E1BF1FB-C3B0-D3C2-B41E-ED43A958D2D7}"/>
              </a:ext>
            </a:extLst>
          </p:cNvPr>
          <p:cNvCxnSpPr>
            <a:cxnSpLocks/>
          </p:cNvCxnSpPr>
          <p:nvPr/>
        </p:nvCxnSpPr>
        <p:spPr>
          <a:xfrm flipH="1">
            <a:off x="10069978" y="3229799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985085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8CEDC-CBBD-54D1-7E53-D259363D5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0609336-520C-D020-1E87-E51013BF2A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Odd-Even Merge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0CDEB8-7F87-7BFE-F23E-81FCA5BF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11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BA312B-13B1-CC51-C4B4-D454DE1257E8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163148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3ADCDF1-18C4-64CD-CE67-2A89CB94B675}"/>
              </a:ext>
            </a:extLst>
          </p:cNvPr>
          <p:cNvGraphicFramePr>
            <a:graphicFrameLocks noGrp="1"/>
          </p:cNvGraphicFramePr>
          <p:nvPr/>
        </p:nvGraphicFramePr>
        <p:xfrm>
          <a:off x="5024878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791684F-12C4-92F7-1A9E-3862A5A5FE7D}"/>
              </a:ext>
            </a:extLst>
          </p:cNvPr>
          <p:cNvGraphicFramePr>
            <a:graphicFrameLocks noGrp="1"/>
          </p:cNvGraphicFramePr>
          <p:nvPr/>
        </p:nvGraphicFramePr>
        <p:xfrm>
          <a:off x="8682477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0EEAF95-F63D-F6A0-A4A3-828D0F372A04}"/>
              </a:ext>
            </a:extLst>
          </p:cNvPr>
          <p:cNvGraphicFramePr>
            <a:graphicFrameLocks noGrp="1"/>
          </p:cNvGraphicFramePr>
          <p:nvPr/>
        </p:nvGraphicFramePr>
        <p:xfrm>
          <a:off x="4567678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5BEB55C-AC14-EFB7-2EDD-CEE3269EC9DD}"/>
              </a:ext>
            </a:extLst>
          </p:cNvPr>
          <p:cNvGraphicFramePr>
            <a:graphicFrameLocks noGrp="1"/>
          </p:cNvGraphicFramePr>
          <p:nvPr/>
        </p:nvGraphicFramePr>
        <p:xfrm>
          <a:off x="6396478" y="2848724"/>
          <a:ext cx="940625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3425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8EEF59D-11E6-41A1-6BD8-7022D5F79ED8}"/>
              </a:ext>
            </a:extLst>
          </p:cNvPr>
          <p:cNvGraphicFramePr>
            <a:graphicFrameLocks noGrp="1"/>
          </p:cNvGraphicFramePr>
          <p:nvPr/>
        </p:nvGraphicFramePr>
        <p:xfrm>
          <a:off x="82252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6207308-EF6A-F396-173D-8510F26D8AAB}"/>
              </a:ext>
            </a:extLst>
          </p:cNvPr>
          <p:cNvGraphicFramePr>
            <a:graphicFrameLocks noGrp="1"/>
          </p:cNvGraphicFramePr>
          <p:nvPr/>
        </p:nvGraphicFramePr>
        <p:xfrm>
          <a:off x="100540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C5B1F0-B0F0-DE9D-FFF7-14FBC8BFB86C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5939278" y="200365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10D4B6A-AD0A-0021-1793-C3637AEBE6A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714421" y="1997246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A31E9C7-6C57-0468-1D38-4645E2CE1F36}"/>
              </a:ext>
            </a:extLst>
          </p:cNvPr>
          <p:cNvCxnSpPr>
            <a:cxnSpLocks/>
          </p:cNvCxnSpPr>
          <p:nvPr/>
        </p:nvCxnSpPr>
        <p:spPr>
          <a:xfrm flipH="1">
            <a:off x="5039626" y="260890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4690845-0D2D-078F-A5BA-211F700F85AD}"/>
              </a:ext>
            </a:extLst>
          </p:cNvPr>
          <p:cNvCxnSpPr>
            <a:cxnSpLocks/>
          </p:cNvCxnSpPr>
          <p:nvPr/>
        </p:nvCxnSpPr>
        <p:spPr>
          <a:xfrm>
            <a:off x="5971222" y="2612270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9374CFE-D1F9-50CD-9684-5D0CDA4ADB6C}"/>
              </a:ext>
            </a:extLst>
          </p:cNvPr>
          <p:cNvCxnSpPr>
            <a:cxnSpLocks/>
          </p:cNvCxnSpPr>
          <p:nvPr/>
        </p:nvCxnSpPr>
        <p:spPr>
          <a:xfrm flipH="1">
            <a:off x="8677548" y="2612460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FB1609B-A596-D5D1-DE1F-AF8DCE7EF956}"/>
              </a:ext>
            </a:extLst>
          </p:cNvPr>
          <p:cNvCxnSpPr>
            <a:cxnSpLocks/>
          </p:cNvCxnSpPr>
          <p:nvPr/>
        </p:nvCxnSpPr>
        <p:spPr>
          <a:xfrm>
            <a:off x="9609144" y="2615829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3">
            <a:extLst>
              <a:ext uri="{FF2B5EF4-FFF2-40B4-BE49-F238E27FC236}">
                <a16:creationId xmlns:a16="http://schemas.microsoft.com/office/drawing/2014/main" id="{E563DD9E-CC55-59CF-192A-ACD62828517F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3909636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Recursive Division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Odd-Even Merge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Interleave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and Swap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BB65FA6-1A58-9AF9-00A6-46828CEEB405}"/>
              </a:ext>
            </a:extLst>
          </p:cNvPr>
          <p:cNvGraphicFramePr>
            <a:graphicFrameLocks noGrp="1"/>
          </p:cNvGraphicFramePr>
          <p:nvPr/>
        </p:nvGraphicFramePr>
        <p:xfrm>
          <a:off x="5024878" y="348917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A3A75CD-CF56-9677-B6BB-26DD792489A0}"/>
              </a:ext>
            </a:extLst>
          </p:cNvPr>
          <p:cNvCxnSpPr>
            <a:cxnSpLocks/>
          </p:cNvCxnSpPr>
          <p:nvPr/>
        </p:nvCxnSpPr>
        <p:spPr>
          <a:xfrm>
            <a:off x="5024878" y="3224370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D365C7E-E36C-5F94-0C47-741F1E947C9E}"/>
              </a:ext>
            </a:extLst>
          </p:cNvPr>
          <p:cNvCxnSpPr>
            <a:cxnSpLocks/>
          </p:cNvCxnSpPr>
          <p:nvPr/>
        </p:nvCxnSpPr>
        <p:spPr>
          <a:xfrm flipH="1">
            <a:off x="6396477" y="3224370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F6C40A0-96A1-0BA1-16E4-2240E1789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101562"/>
              </p:ext>
            </p:extLst>
          </p:nvPr>
        </p:nvGraphicFramePr>
        <p:xfrm>
          <a:off x="8698379" y="3494604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59F2E3-CBDC-5F87-5B3B-E267C0C9C483}"/>
              </a:ext>
            </a:extLst>
          </p:cNvPr>
          <p:cNvCxnSpPr>
            <a:cxnSpLocks/>
          </p:cNvCxnSpPr>
          <p:nvPr/>
        </p:nvCxnSpPr>
        <p:spPr>
          <a:xfrm>
            <a:off x="8698379" y="3229799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D65484-4BAD-7CDB-3BDF-5DF17022ED4D}"/>
              </a:ext>
            </a:extLst>
          </p:cNvPr>
          <p:cNvCxnSpPr>
            <a:cxnSpLocks/>
          </p:cNvCxnSpPr>
          <p:nvPr/>
        </p:nvCxnSpPr>
        <p:spPr>
          <a:xfrm flipH="1">
            <a:off x="10069978" y="3229799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62558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DAE77-3CA4-7B0B-0017-3910061E4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8057759-9B96-8DA8-2713-A67406C32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Odd-Even Merge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7B13DD-1272-B08B-653D-F446CEA26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12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198063-10B8-D04C-9EA9-410672E80936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163148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E35BDB2-7B7B-014B-5119-1538911DC774}"/>
              </a:ext>
            </a:extLst>
          </p:cNvPr>
          <p:cNvGraphicFramePr>
            <a:graphicFrameLocks noGrp="1"/>
          </p:cNvGraphicFramePr>
          <p:nvPr/>
        </p:nvGraphicFramePr>
        <p:xfrm>
          <a:off x="5024878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8CA8C5-F271-7CAB-1FDC-37FF4207FECB}"/>
              </a:ext>
            </a:extLst>
          </p:cNvPr>
          <p:cNvGraphicFramePr>
            <a:graphicFrameLocks noGrp="1"/>
          </p:cNvGraphicFramePr>
          <p:nvPr/>
        </p:nvGraphicFramePr>
        <p:xfrm>
          <a:off x="8682477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E9C0440-B053-1D17-1426-8E98EDB5A382}"/>
              </a:ext>
            </a:extLst>
          </p:cNvPr>
          <p:cNvGraphicFramePr>
            <a:graphicFrameLocks noGrp="1"/>
          </p:cNvGraphicFramePr>
          <p:nvPr/>
        </p:nvGraphicFramePr>
        <p:xfrm>
          <a:off x="4567678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738FA03-10D1-E5D7-BC92-82EE30ABFB07}"/>
              </a:ext>
            </a:extLst>
          </p:cNvPr>
          <p:cNvGraphicFramePr>
            <a:graphicFrameLocks noGrp="1"/>
          </p:cNvGraphicFramePr>
          <p:nvPr/>
        </p:nvGraphicFramePr>
        <p:xfrm>
          <a:off x="6396478" y="2848724"/>
          <a:ext cx="940625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3425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0802E27-AF68-01D6-90B2-F407159FE068}"/>
              </a:ext>
            </a:extLst>
          </p:cNvPr>
          <p:cNvGraphicFramePr>
            <a:graphicFrameLocks noGrp="1"/>
          </p:cNvGraphicFramePr>
          <p:nvPr/>
        </p:nvGraphicFramePr>
        <p:xfrm>
          <a:off x="82252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B55F6DA-5FE0-EF1D-8CDE-F10F121E969D}"/>
              </a:ext>
            </a:extLst>
          </p:cNvPr>
          <p:cNvGraphicFramePr>
            <a:graphicFrameLocks noGrp="1"/>
          </p:cNvGraphicFramePr>
          <p:nvPr/>
        </p:nvGraphicFramePr>
        <p:xfrm>
          <a:off x="100540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3DEA75E-3185-8185-6221-07CB545A5230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5939278" y="200365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2DAE24A-94FA-8656-D4CC-F0EBE161148D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714421" y="1997246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511B99C-4BE5-F540-3B9C-F96EDB66DD2F}"/>
              </a:ext>
            </a:extLst>
          </p:cNvPr>
          <p:cNvCxnSpPr>
            <a:cxnSpLocks/>
          </p:cNvCxnSpPr>
          <p:nvPr/>
        </p:nvCxnSpPr>
        <p:spPr>
          <a:xfrm flipH="1">
            <a:off x="5039626" y="260890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FDA5A38-1515-1142-84BB-64A85B00B3AD}"/>
              </a:ext>
            </a:extLst>
          </p:cNvPr>
          <p:cNvCxnSpPr>
            <a:cxnSpLocks/>
          </p:cNvCxnSpPr>
          <p:nvPr/>
        </p:nvCxnSpPr>
        <p:spPr>
          <a:xfrm>
            <a:off x="5971222" y="2612270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89C3CB5-069A-BBB1-5F85-A4D62C734CF6}"/>
              </a:ext>
            </a:extLst>
          </p:cNvPr>
          <p:cNvCxnSpPr>
            <a:cxnSpLocks/>
          </p:cNvCxnSpPr>
          <p:nvPr/>
        </p:nvCxnSpPr>
        <p:spPr>
          <a:xfrm flipH="1">
            <a:off x="8677548" y="2612460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14D8B6E-2D90-96C2-A028-52DC86D81C9B}"/>
              </a:ext>
            </a:extLst>
          </p:cNvPr>
          <p:cNvCxnSpPr>
            <a:cxnSpLocks/>
          </p:cNvCxnSpPr>
          <p:nvPr/>
        </p:nvCxnSpPr>
        <p:spPr>
          <a:xfrm>
            <a:off x="9609144" y="2615829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3">
            <a:extLst>
              <a:ext uri="{FF2B5EF4-FFF2-40B4-BE49-F238E27FC236}">
                <a16:creationId xmlns:a16="http://schemas.microsoft.com/office/drawing/2014/main" id="{C221CC10-CAB7-769F-5CD8-E79C41A969E9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3909636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Recursive Division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Odd-Even Merge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Interleave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Compare and Swap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6AEAD7-C7C6-AFD0-24D0-6C29F3FCA031}"/>
              </a:ext>
            </a:extLst>
          </p:cNvPr>
          <p:cNvGraphicFramePr>
            <a:graphicFrameLocks noGrp="1"/>
          </p:cNvGraphicFramePr>
          <p:nvPr/>
        </p:nvGraphicFramePr>
        <p:xfrm>
          <a:off x="5024878" y="348917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32E9C4-CB82-44AF-9962-17D37749DDE5}"/>
              </a:ext>
            </a:extLst>
          </p:cNvPr>
          <p:cNvCxnSpPr>
            <a:cxnSpLocks/>
          </p:cNvCxnSpPr>
          <p:nvPr/>
        </p:nvCxnSpPr>
        <p:spPr>
          <a:xfrm>
            <a:off x="5024878" y="3224370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74C1BCB-A72E-83B3-BC51-EE1F61162811}"/>
              </a:ext>
            </a:extLst>
          </p:cNvPr>
          <p:cNvCxnSpPr>
            <a:cxnSpLocks/>
          </p:cNvCxnSpPr>
          <p:nvPr/>
        </p:nvCxnSpPr>
        <p:spPr>
          <a:xfrm flipH="1">
            <a:off x="6396477" y="3224370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58569A5-9D9A-7C01-9FE8-F26057125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173049"/>
              </p:ext>
            </p:extLst>
          </p:nvPr>
        </p:nvGraphicFramePr>
        <p:xfrm>
          <a:off x="8698379" y="3494604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3B0363-2382-3F52-C9FA-D59010F81C0C}"/>
              </a:ext>
            </a:extLst>
          </p:cNvPr>
          <p:cNvCxnSpPr>
            <a:cxnSpLocks/>
          </p:cNvCxnSpPr>
          <p:nvPr/>
        </p:nvCxnSpPr>
        <p:spPr>
          <a:xfrm>
            <a:off x="8698379" y="3229799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3EE6950-1C2C-A267-8413-9CF9F85336BE}"/>
              </a:ext>
            </a:extLst>
          </p:cNvPr>
          <p:cNvCxnSpPr>
            <a:cxnSpLocks/>
          </p:cNvCxnSpPr>
          <p:nvPr/>
        </p:nvCxnSpPr>
        <p:spPr>
          <a:xfrm flipH="1">
            <a:off x="10069978" y="3229799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511122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2E859-B681-FF0F-61D2-226B9BBB6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D28BD39-67BA-42BB-2250-C6C3A07D0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Odd-Even Merge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7C2907-4421-434C-E97B-88F0573FC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13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3FC5B1-8043-EBCA-C54E-8589CD236E69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163148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C9D51BF-E81C-9CA3-86ED-10E81D5CAA5D}"/>
              </a:ext>
            </a:extLst>
          </p:cNvPr>
          <p:cNvGraphicFramePr>
            <a:graphicFrameLocks noGrp="1"/>
          </p:cNvGraphicFramePr>
          <p:nvPr/>
        </p:nvGraphicFramePr>
        <p:xfrm>
          <a:off x="5024878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37208B1-B87C-C222-72DF-D7C862F45352}"/>
              </a:ext>
            </a:extLst>
          </p:cNvPr>
          <p:cNvGraphicFramePr>
            <a:graphicFrameLocks noGrp="1"/>
          </p:cNvGraphicFramePr>
          <p:nvPr/>
        </p:nvGraphicFramePr>
        <p:xfrm>
          <a:off x="8682477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B1B3FE-9410-15FC-2E7C-4CBA153C6CCB}"/>
              </a:ext>
            </a:extLst>
          </p:cNvPr>
          <p:cNvGraphicFramePr>
            <a:graphicFrameLocks noGrp="1"/>
          </p:cNvGraphicFramePr>
          <p:nvPr/>
        </p:nvGraphicFramePr>
        <p:xfrm>
          <a:off x="4567678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BC08D98-08D5-EE9A-667F-6E60C5FD5A73}"/>
              </a:ext>
            </a:extLst>
          </p:cNvPr>
          <p:cNvGraphicFramePr>
            <a:graphicFrameLocks noGrp="1"/>
          </p:cNvGraphicFramePr>
          <p:nvPr/>
        </p:nvGraphicFramePr>
        <p:xfrm>
          <a:off x="6396478" y="2848724"/>
          <a:ext cx="940625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3425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FDD6CFC-0AC0-99B8-3B6B-A4EFDD466813}"/>
              </a:ext>
            </a:extLst>
          </p:cNvPr>
          <p:cNvGraphicFramePr>
            <a:graphicFrameLocks noGrp="1"/>
          </p:cNvGraphicFramePr>
          <p:nvPr/>
        </p:nvGraphicFramePr>
        <p:xfrm>
          <a:off x="82252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A018DE1-3B7E-EC6B-3EA5-E04BA03F6269}"/>
              </a:ext>
            </a:extLst>
          </p:cNvPr>
          <p:cNvGraphicFramePr>
            <a:graphicFrameLocks noGrp="1"/>
          </p:cNvGraphicFramePr>
          <p:nvPr/>
        </p:nvGraphicFramePr>
        <p:xfrm>
          <a:off x="100540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32C4418-73DA-F57B-1B04-A954D6DB3CF0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5939278" y="200365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A1D457C-CEAE-0EE5-830B-C342573C24DD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714421" y="1997246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587D66C-8CB8-1CDE-4DDF-A9392A3AB768}"/>
              </a:ext>
            </a:extLst>
          </p:cNvPr>
          <p:cNvCxnSpPr>
            <a:cxnSpLocks/>
          </p:cNvCxnSpPr>
          <p:nvPr/>
        </p:nvCxnSpPr>
        <p:spPr>
          <a:xfrm flipH="1">
            <a:off x="5039626" y="260890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1F4F436-A642-452D-BDB0-C8BCFD49B195}"/>
              </a:ext>
            </a:extLst>
          </p:cNvPr>
          <p:cNvCxnSpPr>
            <a:cxnSpLocks/>
          </p:cNvCxnSpPr>
          <p:nvPr/>
        </p:nvCxnSpPr>
        <p:spPr>
          <a:xfrm>
            <a:off x="5971222" y="2612270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7B6A063-85A3-C724-31D0-A8C6E2DC133A}"/>
              </a:ext>
            </a:extLst>
          </p:cNvPr>
          <p:cNvCxnSpPr>
            <a:cxnSpLocks/>
          </p:cNvCxnSpPr>
          <p:nvPr/>
        </p:nvCxnSpPr>
        <p:spPr>
          <a:xfrm flipH="1">
            <a:off x="8677548" y="2612460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69BA1E0-C8E9-7AB9-BBBB-7B12D9FDCF1A}"/>
              </a:ext>
            </a:extLst>
          </p:cNvPr>
          <p:cNvCxnSpPr>
            <a:cxnSpLocks/>
          </p:cNvCxnSpPr>
          <p:nvPr/>
        </p:nvCxnSpPr>
        <p:spPr>
          <a:xfrm>
            <a:off x="9609144" y="2615829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3">
            <a:extLst>
              <a:ext uri="{FF2B5EF4-FFF2-40B4-BE49-F238E27FC236}">
                <a16:creationId xmlns:a16="http://schemas.microsoft.com/office/drawing/2014/main" id="{19285E3A-C6C7-0928-3AAB-46F07536E179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3909636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Recursive Division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Odd-Even Merge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Interleave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Compare and Swap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4E425C-8A3F-EA8A-CBE7-F5F355CAC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735891"/>
              </p:ext>
            </p:extLst>
          </p:nvPr>
        </p:nvGraphicFramePr>
        <p:xfrm>
          <a:off x="5024878" y="348917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2A245B8-5A7D-3513-3E4C-282A20750D11}"/>
              </a:ext>
            </a:extLst>
          </p:cNvPr>
          <p:cNvCxnSpPr>
            <a:cxnSpLocks/>
          </p:cNvCxnSpPr>
          <p:nvPr/>
        </p:nvCxnSpPr>
        <p:spPr>
          <a:xfrm>
            <a:off x="5024878" y="3224370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6CD2E2-57A9-65D8-B8EC-FFF60939FDC8}"/>
              </a:ext>
            </a:extLst>
          </p:cNvPr>
          <p:cNvCxnSpPr>
            <a:cxnSpLocks/>
          </p:cNvCxnSpPr>
          <p:nvPr/>
        </p:nvCxnSpPr>
        <p:spPr>
          <a:xfrm flipH="1">
            <a:off x="6396477" y="3224370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4595B1C-AB2F-67AA-BEAE-90AE94CEE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004749"/>
              </p:ext>
            </p:extLst>
          </p:nvPr>
        </p:nvGraphicFramePr>
        <p:xfrm>
          <a:off x="8698379" y="3494604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A7F8B9C-4D62-839A-1968-9B637531AA4D}"/>
              </a:ext>
            </a:extLst>
          </p:cNvPr>
          <p:cNvCxnSpPr>
            <a:cxnSpLocks/>
          </p:cNvCxnSpPr>
          <p:nvPr/>
        </p:nvCxnSpPr>
        <p:spPr>
          <a:xfrm>
            <a:off x="8698379" y="3229799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5424AF8-48E8-6F6C-17A8-BA94AC4FF473}"/>
              </a:ext>
            </a:extLst>
          </p:cNvPr>
          <p:cNvCxnSpPr>
            <a:cxnSpLocks/>
          </p:cNvCxnSpPr>
          <p:nvPr/>
        </p:nvCxnSpPr>
        <p:spPr>
          <a:xfrm flipH="1">
            <a:off x="10069978" y="3229799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5858397-AC18-C6E1-E198-8B32C4273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158034"/>
              </p:ext>
            </p:extLst>
          </p:nvPr>
        </p:nvGraphicFramePr>
        <p:xfrm>
          <a:off x="5939278" y="4112977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DC2B760-8157-AEC2-C72B-D72AECD3F225}"/>
              </a:ext>
            </a:extLst>
          </p:cNvPr>
          <p:cNvCxnSpPr>
            <a:cxnSpLocks/>
          </p:cNvCxnSpPr>
          <p:nvPr/>
        </p:nvCxnSpPr>
        <p:spPr>
          <a:xfrm flipH="1">
            <a:off x="8222796" y="3875932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FD8175D-F7EF-644D-5163-AB8AFC6A852B}"/>
              </a:ext>
            </a:extLst>
          </p:cNvPr>
          <p:cNvCxnSpPr>
            <a:cxnSpLocks/>
          </p:cNvCxnSpPr>
          <p:nvPr/>
        </p:nvCxnSpPr>
        <p:spPr>
          <a:xfrm>
            <a:off x="6381729" y="3876523"/>
            <a:ext cx="931596" cy="2236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619892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C5B3A-ACDB-98AA-DB69-E192F9B93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69F0DC0-2A4F-4DDD-E273-5BF6125704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Odd-Even Merge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8559AC-11FE-E155-6807-04799B83D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14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E74A10-5BB3-62BF-8C49-47B407087FED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163148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72321F-08B4-2341-8EA0-B77AE6EDDC31}"/>
              </a:ext>
            </a:extLst>
          </p:cNvPr>
          <p:cNvGraphicFramePr>
            <a:graphicFrameLocks noGrp="1"/>
          </p:cNvGraphicFramePr>
          <p:nvPr/>
        </p:nvGraphicFramePr>
        <p:xfrm>
          <a:off x="5024878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DE670C-A157-6F7D-64AE-597B9937B7A5}"/>
              </a:ext>
            </a:extLst>
          </p:cNvPr>
          <p:cNvGraphicFramePr>
            <a:graphicFrameLocks noGrp="1"/>
          </p:cNvGraphicFramePr>
          <p:nvPr/>
        </p:nvGraphicFramePr>
        <p:xfrm>
          <a:off x="8682477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AD5A9D-A7A7-4214-F43D-FEC63BC76AB4}"/>
              </a:ext>
            </a:extLst>
          </p:cNvPr>
          <p:cNvGraphicFramePr>
            <a:graphicFrameLocks noGrp="1"/>
          </p:cNvGraphicFramePr>
          <p:nvPr/>
        </p:nvGraphicFramePr>
        <p:xfrm>
          <a:off x="4567678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031933-C9DB-FD2F-0E8C-9CD2B552B449}"/>
              </a:ext>
            </a:extLst>
          </p:cNvPr>
          <p:cNvGraphicFramePr>
            <a:graphicFrameLocks noGrp="1"/>
          </p:cNvGraphicFramePr>
          <p:nvPr/>
        </p:nvGraphicFramePr>
        <p:xfrm>
          <a:off x="6396478" y="2848724"/>
          <a:ext cx="940625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3425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BFC11AA-22E4-E640-6437-3BECE7062A34}"/>
              </a:ext>
            </a:extLst>
          </p:cNvPr>
          <p:cNvGraphicFramePr>
            <a:graphicFrameLocks noGrp="1"/>
          </p:cNvGraphicFramePr>
          <p:nvPr/>
        </p:nvGraphicFramePr>
        <p:xfrm>
          <a:off x="82252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21CC24B-FD63-FF4F-AAAB-D021D4E9902C}"/>
              </a:ext>
            </a:extLst>
          </p:cNvPr>
          <p:cNvGraphicFramePr>
            <a:graphicFrameLocks noGrp="1"/>
          </p:cNvGraphicFramePr>
          <p:nvPr/>
        </p:nvGraphicFramePr>
        <p:xfrm>
          <a:off x="100540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DA644D7-575F-01EF-35DD-3C0451DD3C45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5939278" y="200365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02A6187-D9FC-C9D0-F062-707B28910CE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714421" y="1997246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55E3CF3-E055-E412-4406-98A0ADBEB6F5}"/>
              </a:ext>
            </a:extLst>
          </p:cNvPr>
          <p:cNvCxnSpPr>
            <a:cxnSpLocks/>
          </p:cNvCxnSpPr>
          <p:nvPr/>
        </p:nvCxnSpPr>
        <p:spPr>
          <a:xfrm flipH="1">
            <a:off x="5039626" y="260890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A36FDBE-D574-8096-1E8E-60F98678202C}"/>
              </a:ext>
            </a:extLst>
          </p:cNvPr>
          <p:cNvCxnSpPr>
            <a:cxnSpLocks/>
          </p:cNvCxnSpPr>
          <p:nvPr/>
        </p:nvCxnSpPr>
        <p:spPr>
          <a:xfrm>
            <a:off x="5971222" y="2612270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157FF27-5B70-EA8A-4AD4-443A9989C644}"/>
              </a:ext>
            </a:extLst>
          </p:cNvPr>
          <p:cNvCxnSpPr>
            <a:cxnSpLocks/>
          </p:cNvCxnSpPr>
          <p:nvPr/>
        </p:nvCxnSpPr>
        <p:spPr>
          <a:xfrm flipH="1">
            <a:off x="8677548" y="2612460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F904B8-14DF-08D5-218A-9CAA59A29064}"/>
              </a:ext>
            </a:extLst>
          </p:cNvPr>
          <p:cNvCxnSpPr>
            <a:cxnSpLocks/>
          </p:cNvCxnSpPr>
          <p:nvPr/>
        </p:nvCxnSpPr>
        <p:spPr>
          <a:xfrm>
            <a:off x="9609144" y="2615829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3">
            <a:extLst>
              <a:ext uri="{FF2B5EF4-FFF2-40B4-BE49-F238E27FC236}">
                <a16:creationId xmlns:a16="http://schemas.microsoft.com/office/drawing/2014/main" id="{A4A64737-B683-9F84-45F4-15DFBE99D83B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3909636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Recursive Division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Odd-Even Merge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Interleave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and Swap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32FCC9-D316-479A-FBA7-7C1780CF7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180538"/>
              </p:ext>
            </p:extLst>
          </p:nvPr>
        </p:nvGraphicFramePr>
        <p:xfrm>
          <a:off x="5024878" y="348917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911674D-D658-93BE-1F47-E42BC70EAE1B}"/>
              </a:ext>
            </a:extLst>
          </p:cNvPr>
          <p:cNvCxnSpPr>
            <a:cxnSpLocks/>
          </p:cNvCxnSpPr>
          <p:nvPr/>
        </p:nvCxnSpPr>
        <p:spPr>
          <a:xfrm>
            <a:off x="5024878" y="3224370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F322FC-C267-5F5E-788F-8B91463B46B6}"/>
              </a:ext>
            </a:extLst>
          </p:cNvPr>
          <p:cNvCxnSpPr>
            <a:cxnSpLocks/>
          </p:cNvCxnSpPr>
          <p:nvPr/>
        </p:nvCxnSpPr>
        <p:spPr>
          <a:xfrm flipH="1">
            <a:off x="6396477" y="3224370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1B0E579-7B60-4540-C178-DAB8CE476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165566"/>
              </p:ext>
            </p:extLst>
          </p:nvPr>
        </p:nvGraphicFramePr>
        <p:xfrm>
          <a:off x="8698379" y="3494604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6615DEB-1E46-D62C-941E-E250FAF644BB}"/>
              </a:ext>
            </a:extLst>
          </p:cNvPr>
          <p:cNvCxnSpPr>
            <a:cxnSpLocks/>
          </p:cNvCxnSpPr>
          <p:nvPr/>
        </p:nvCxnSpPr>
        <p:spPr>
          <a:xfrm>
            <a:off x="8698379" y="3229799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53D58A7-FB4A-612B-2625-140B88ABA7E2}"/>
              </a:ext>
            </a:extLst>
          </p:cNvPr>
          <p:cNvCxnSpPr>
            <a:cxnSpLocks/>
          </p:cNvCxnSpPr>
          <p:nvPr/>
        </p:nvCxnSpPr>
        <p:spPr>
          <a:xfrm flipH="1">
            <a:off x="10069978" y="3229799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A60FD2D-87EA-3E45-9CD7-CDDEF6C95330}"/>
              </a:ext>
            </a:extLst>
          </p:cNvPr>
          <p:cNvGraphicFramePr>
            <a:graphicFrameLocks noGrp="1"/>
          </p:cNvGraphicFramePr>
          <p:nvPr/>
        </p:nvGraphicFramePr>
        <p:xfrm>
          <a:off x="5939278" y="4112977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7C180B6-CD8D-7774-A9DE-0ACC8B65FF7B}"/>
              </a:ext>
            </a:extLst>
          </p:cNvPr>
          <p:cNvCxnSpPr>
            <a:cxnSpLocks/>
          </p:cNvCxnSpPr>
          <p:nvPr/>
        </p:nvCxnSpPr>
        <p:spPr>
          <a:xfrm flipH="1">
            <a:off x="8222796" y="3875932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22C2CCB-383C-5283-A01F-A6164916E9B0}"/>
              </a:ext>
            </a:extLst>
          </p:cNvPr>
          <p:cNvCxnSpPr>
            <a:cxnSpLocks/>
          </p:cNvCxnSpPr>
          <p:nvPr/>
        </p:nvCxnSpPr>
        <p:spPr>
          <a:xfrm>
            <a:off x="6381729" y="3876523"/>
            <a:ext cx="931596" cy="2236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914202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A1FA8-D303-9D59-898D-C9CACBDA1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F25D97A-7454-EAB0-2F2A-34FC5B33D7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Odd-Even Merge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A5D991-229A-BF76-FC35-F572C4F7E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15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EF8713-BBD7-6E90-C824-3D4524D419CD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163148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10DF423-0201-A013-2A54-92BAC43E09D8}"/>
              </a:ext>
            </a:extLst>
          </p:cNvPr>
          <p:cNvGraphicFramePr>
            <a:graphicFrameLocks noGrp="1"/>
          </p:cNvGraphicFramePr>
          <p:nvPr/>
        </p:nvGraphicFramePr>
        <p:xfrm>
          <a:off x="5024878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0AD2C7-C260-24DA-8440-3AA0D0B42845}"/>
              </a:ext>
            </a:extLst>
          </p:cNvPr>
          <p:cNvGraphicFramePr>
            <a:graphicFrameLocks noGrp="1"/>
          </p:cNvGraphicFramePr>
          <p:nvPr/>
        </p:nvGraphicFramePr>
        <p:xfrm>
          <a:off x="8682477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70753EF-60AB-6FAF-4F6C-FC83F31D9032}"/>
              </a:ext>
            </a:extLst>
          </p:cNvPr>
          <p:cNvGraphicFramePr>
            <a:graphicFrameLocks noGrp="1"/>
          </p:cNvGraphicFramePr>
          <p:nvPr/>
        </p:nvGraphicFramePr>
        <p:xfrm>
          <a:off x="4567678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CCE0319-AB00-88D3-A4CE-7C9803F76485}"/>
              </a:ext>
            </a:extLst>
          </p:cNvPr>
          <p:cNvGraphicFramePr>
            <a:graphicFrameLocks noGrp="1"/>
          </p:cNvGraphicFramePr>
          <p:nvPr/>
        </p:nvGraphicFramePr>
        <p:xfrm>
          <a:off x="6396478" y="2848724"/>
          <a:ext cx="940625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3425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3BB7A0D-59DD-77C4-18E3-E41AC6572DD3}"/>
              </a:ext>
            </a:extLst>
          </p:cNvPr>
          <p:cNvGraphicFramePr>
            <a:graphicFrameLocks noGrp="1"/>
          </p:cNvGraphicFramePr>
          <p:nvPr/>
        </p:nvGraphicFramePr>
        <p:xfrm>
          <a:off x="82252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4235E8E-699D-74ED-07D6-F24F928C8D64}"/>
              </a:ext>
            </a:extLst>
          </p:cNvPr>
          <p:cNvGraphicFramePr>
            <a:graphicFrameLocks noGrp="1"/>
          </p:cNvGraphicFramePr>
          <p:nvPr/>
        </p:nvGraphicFramePr>
        <p:xfrm>
          <a:off x="100540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5BA20F7-49DC-BA29-0735-040EB661152F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5939278" y="200365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3885186-9515-C0F4-ECAC-004D2B5FB35E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714421" y="1997246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1CCC39C-66A6-3ADE-E415-87814047F517}"/>
              </a:ext>
            </a:extLst>
          </p:cNvPr>
          <p:cNvCxnSpPr>
            <a:cxnSpLocks/>
          </p:cNvCxnSpPr>
          <p:nvPr/>
        </p:nvCxnSpPr>
        <p:spPr>
          <a:xfrm flipH="1">
            <a:off x="5039626" y="260890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722E33D-F122-5763-64FD-8FE3C73E5D26}"/>
              </a:ext>
            </a:extLst>
          </p:cNvPr>
          <p:cNvCxnSpPr>
            <a:cxnSpLocks/>
          </p:cNvCxnSpPr>
          <p:nvPr/>
        </p:nvCxnSpPr>
        <p:spPr>
          <a:xfrm>
            <a:off x="5971222" y="2612270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14ED809-A265-CADA-D74B-930074A7CE98}"/>
              </a:ext>
            </a:extLst>
          </p:cNvPr>
          <p:cNvCxnSpPr>
            <a:cxnSpLocks/>
          </p:cNvCxnSpPr>
          <p:nvPr/>
        </p:nvCxnSpPr>
        <p:spPr>
          <a:xfrm flipH="1">
            <a:off x="8677548" y="2612460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C06D1E1-76A6-E11A-C709-D4E635594F89}"/>
              </a:ext>
            </a:extLst>
          </p:cNvPr>
          <p:cNvCxnSpPr>
            <a:cxnSpLocks/>
          </p:cNvCxnSpPr>
          <p:nvPr/>
        </p:nvCxnSpPr>
        <p:spPr>
          <a:xfrm>
            <a:off x="9609144" y="2615829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3">
            <a:extLst>
              <a:ext uri="{FF2B5EF4-FFF2-40B4-BE49-F238E27FC236}">
                <a16:creationId xmlns:a16="http://schemas.microsoft.com/office/drawing/2014/main" id="{71095E7F-89A2-D461-A452-A044870D0C69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3909636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Recursive Division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Odd-Even Merge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Interleave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and Swap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23EC052-61A2-3F99-F917-B79C8DE282B1}"/>
              </a:ext>
            </a:extLst>
          </p:cNvPr>
          <p:cNvGraphicFramePr>
            <a:graphicFrameLocks noGrp="1"/>
          </p:cNvGraphicFramePr>
          <p:nvPr/>
        </p:nvGraphicFramePr>
        <p:xfrm>
          <a:off x="5024878" y="348917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8C1E9D6-2268-74E5-C92E-531A9D91F3B9}"/>
              </a:ext>
            </a:extLst>
          </p:cNvPr>
          <p:cNvCxnSpPr>
            <a:cxnSpLocks/>
          </p:cNvCxnSpPr>
          <p:nvPr/>
        </p:nvCxnSpPr>
        <p:spPr>
          <a:xfrm>
            <a:off x="5024878" y="3224370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B44F2E-8E67-5B07-F55B-573B9B8383CF}"/>
              </a:ext>
            </a:extLst>
          </p:cNvPr>
          <p:cNvCxnSpPr>
            <a:cxnSpLocks/>
          </p:cNvCxnSpPr>
          <p:nvPr/>
        </p:nvCxnSpPr>
        <p:spPr>
          <a:xfrm flipH="1">
            <a:off x="6396477" y="3224370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6B9487D-AB59-1DB0-8D7A-53B0FAC1F763}"/>
              </a:ext>
            </a:extLst>
          </p:cNvPr>
          <p:cNvGraphicFramePr>
            <a:graphicFrameLocks noGrp="1"/>
          </p:cNvGraphicFramePr>
          <p:nvPr/>
        </p:nvGraphicFramePr>
        <p:xfrm>
          <a:off x="8698379" y="3494604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7F3122F-546D-45FD-3B2E-FCA2E0CB6894}"/>
              </a:ext>
            </a:extLst>
          </p:cNvPr>
          <p:cNvCxnSpPr>
            <a:cxnSpLocks/>
          </p:cNvCxnSpPr>
          <p:nvPr/>
        </p:nvCxnSpPr>
        <p:spPr>
          <a:xfrm>
            <a:off x="8698379" y="3229799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2BA7737-9DA0-6B46-CE5D-599ACC088A16}"/>
              </a:ext>
            </a:extLst>
          </p:cNvPr>
          <p:cNvCxnSpPr>
            <a:cxnSpLocks/>
          </p:cNvCxnSpPr>
          <p:nvPr/>
        </p:nvCxnSpPr>
        <p:spPr>
          <a:xfrm flipH="1">
            <a:off x="10069978" y="3229799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76786C3-4BF8-4A5B-7A70-C2F52F44D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820481"/>
              </p:ext>
            </p:extLst>
          </p:nvPr>
        </p:nvGraphicFramePr>
        <p:xfrm>
          <a:off x="5939278" y="4112977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5A51075-8F12-BBEC-A556-C52EB8C99057}"/>
              </a:ext>
            </a:extLst>
          </p:cNvPr>
          <p:cNvCxnSpPr>
            <a:cxnSpLocks/>
          </p:cNvCxnSpPr>
          <p:nvPr/>
        </p:nvCxnSpPr>
        <p:spPr>
          <a:xfrm flipH="1">
            <a:off x="8222796" y="3875932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3A247A-0122-64DE-4D2E-33439FA3D01A}"/>
              </a:ext>
            </a:extLst>
          </p:cNvPr>
          <p:cNvCxnSpPr>
            <a:cxnSpLocks/>
          </p:cNvCxnSpPr>
          <p:nvPr/>
        </p:nvCxnSpPr>
        <p:spPr>
          <a:xfrm>
            <a:off x="6381729" y="3876523"/>
            <a:ext cx="931596" cy="2236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163992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8034E-041C-32CD-7D71-E8162C549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7F2BBCC-ECB8-A48B-C92D-151214564E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Odd-Even Merge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F075D8-7C1F-0A86-6B55-989B49AE7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16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B8EF6B-9BF1-0B16-C437-A70D8E737760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163148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6F936B-A2A5-E942-7776-2AA1DF07C5F4}"/>
              </a:ext>
            </a:extLst>
          </p:cNvPr>
          <p:cNvGraphicFramePr>
            <a:graphicFrameLocks noGrp="1"/>
          </p:cNvGraphicFramePr>
          <p:nvPr/>
        </p:nvGraphicFramePr>
        <p:xfrm>
          <a:off x="5024878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839F4E-4815-7EFE-022D-EEFBDCCF8972}"/>
              </a:ext>
            </a:extLst>
          </p:cNvPr>
          <p:cNvGraphicFramePr>
            <a:graphicFrameLocks noGrp="1"/>
          </p:cNvGraphicFramePr>
          <p:nvPr/>
        </p:nvGraphicFramePr>
        <p:xfrm>
          <a:off x="8682477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F0DB664-C0C1-315F-BF62-5CE9F05ADEF8}"/>
              </a:ext>
            </a:extLst>
          </p:cNvPr>
          <p:cNvGraphicFramePr>
            <a:graphicFrameLocks noGrp="1"/>
          </p:cNvGraphicFramePr>
          <p:nvPr/>
        </p:nvGraphicFramePr>
        <p:xfrm>
          <a:off x="4567678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C7C8A45-FD49-19BD-8F25-839F48A8B677}"/>
              </a:ext>
            </a:extLst>
          </p:cNvPr>
          <p:cNvGraphicFramePr>
            <a:graphicFrameLocks noGrp="1"/>
          </p:cNvGraphicFramePr>
          <p:nvPr/>
        </p:nvGraphicFramePr>
        <p:xfrm>
          <a:off x="6396478" y="2848724"/>
          <a:ext cx="940625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3425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34A3678-D0A6-C848-BBD0-7FAA9B97E205}"/>
              </a:ext>
            </a:extLst>
          </p:cNvPr>
          <p:cNvGraphicFramePr>
            <a:graphicFrameLocks noGrp="1"/>
          </p:cNvGraphicFramePr>
          <p:nvPr/>
        </p:nvGraphicFramePr>
        <p:xfrm>
          <a:off x="82252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E8A83AA-E7FD-7E5A-B7F0-F98047959782}"/>
              </a:ext>
            </a:extLst>
          </p:cNvPr>
          <p:cNvGraphicFramePr>
            <a:graphicFrameLocks noGrp="1"/>
          </p:cNvGraphicFramePr>
          <p:nvPr/>
        </p:nvGraphicFramePr>
        <p:xfrm>
          <a:off x="100540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976BAB5-786D-5983-75BB-D94B9D1C0784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5939278" y="200365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D7C5B50-419E-4C57-2270-274B1723C7C4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714421" y="1997246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AEDB62B-E139-943F-894D-663321E148EA}"/>
              </a:ext>
            </a:extLst>
          </p:cNvPr>
          <p:cNvCxnSpPr>
            <a:cxnSpLocks/>
          </p:cNvCxnSpPr>
          <p:nvPr/>
        </p:nvCxnSpPr>
        <p:spPr>
          <a:xfrm flipH="1">
            <a:off x="5039626" y="260890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A8529E2-C570-C930-51C2-86BFE20F1EC1}"/>
              </a:ext>
            </a:extLst>
          </p:cNvPr>
          <p:cNvCxnSpPr>
            <a:cxnSpLocks/>
          </p:cNvCxnSpPr>
          <p:nvPr/>
        </p:nvCxnSpPr>
        <p:spPr>
          <a:xfrm>
            <a:off x="5971222" y="2612270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21F3221-4EBB-B1CB-C319-FAD49EE4EB7B}"/>
              </a:ext>
            </a:extLst>
          </p:cNvPr>
          <p:cNvCxnSpPr>
            <a:cxnSpLocks/>
          </p:cNvCxnSpPr>
          <p:nvPr/>
        </p:nvCxnSpPr>
        <p:spPr>
          <a:xfrm flipH="1">
            <a:off x="8677548" y="2612460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98C2126-FD95-5ACF-A9AA-60CAEE872563}"/>
              </a:ext>
            </a:extLst>
          </p:cNvPr>
          <p:cNvCxnSpPr>
            <a:cxnSpLocks/>
          </p:cNvCxnSpPr>
          <p:nvPr/>
        </p:nvCxnSpPr>
        <p:spPr>
          <a:xfrm>
            <a:off x="9609144" y="2615829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3">
            <a:extLst>
              <a:ext uri="{FF2B5EF4-FFF2-40B4-BE49-F238E27FC236}">
                <a16:creationId xmlns:a16="http://schemas.microsoft.com/office/drawing/2014/main" id="{298A5D0B-610A-FF60-B7EA-73EAF7902096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3909636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Recursive Division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Odd-Even Merge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Interleave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and Swap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AF2525-1B75-42EA-8488-B2010E9090DA}"/>
              </a:ext>
            </a:extLst>
          </p:cNvPr>
          <p:cNvGraphicFramePr>
            <a:graphicFrameLocks noGrp="1"/>
          </p:cNvGraphicFramePr>
          <p:nvPr/>
        </p:nvGraphicFramePr>
        <p:xfrm>
          <a:off x="5024878" y="348917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37A666-DC8F-E11B-51C9-3730DB23BDC2}"/>
              </a:ext>
            </a:extLst>
          </p:cNvPr>
          <p:cNvCxnSpPr>
            <a:cxnSpLocks/>
          </p:cNvCxnSpPr>
          <p:nvPr/>
        </p:nvCxnSpPr>
        <p:spPr>
          <a:xfrm>
            <a:off x="5024878" y="3224370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60A6FAA-7D08-D821-1772-AC32AC98F077}"/>
              </a:ext>
            </a:extLst>
          </p:cNvPr>
          <p:cNvCxnSpPr>
            <a:cxnSpLocks/>
          </p:cNvCxnSpPr>
          <p:nvPr/>
        </p:nvCxnSpPr>
        <p:spPr>
          <a:xfrm flipH="1">
            <a:off x="6396477" y="3224370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09A1AF9-DC6B-2B3F-1155-1153B1137EC7}"/>
              </a:ext>
            </a:extLst>
          </p:cNvPr>
          <p:cNvGraphicFramePr>
            <a:graphicFrameLocks noGrp="1"/>
          </p:cNvGraphicFramePr>
          <p:nvPr/>
        </p:nvGraphicFramePr>
        <p:xfrm>
          <a:off x="8698379" y="3494604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628594-ADEE-3ED3-521E-54E5337EDA70}"/>
              </a:ext>
            </a:extLst>
          </p:cNvPr>
          <p:cNvCxnSpPr>
            <a:cxnSpLocks/>
          </p:cNvCxnSpPr>
          <p:nvPr/>
        </p:nvCxnSpPr>
        <p:spPr>
          <a:xfrm>
            <a:off x="8698379" y="3229799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6CDB8A5-9D26-2F86-2DE3-3383228664EE}"/>
              </a:ext>
            </a:extLst>
          </p:cNvPr>
          <p:cNvCxnSpPr>
            <a:cxnSpLocks/>
          </p:cNvCxnSpPr>
          <p:nvPr/>
        </p:nvCxnSpPr>
        <p:spPr>
          <a:xfrm flipH="1">
            <a:off x="10069978" y="3229799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1814722-28C7-7AB5-8488-887AEAFCF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369160"/>
              </p:ext>
            </p:extLst>
          </p:nvPr>
        </p:nvGraphicFramePr>
        <p:xfrm>
          <a:off x="5939278" y="4112977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5EF6F2C-DDF6-0F61-7EA1-0549883F0154}"/>
              </a:ext>
            </a:extLst>
          </p:cNvPr>
          <p:cNvCxnSpPr>
            <a:cxnSpLocks/>
          </p:cNvCxnSpPr>
          <p:nvPr/>
        </p:nvCxnSpPr>
        <p:spPr>
          <a:xfrm flipH="1">
            <a:off x="8222796" y="3875932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2735D92-EE0D-D141-E881-75ADBB613F76}"/>
              </a:ext>
            </a:extLst>
          </p:cNvPr>
          <p:cNvCxnSpPr>
            <a:cxnSpLocks/>
          </p:cNvCxnSpPr>
          <p:nvPr/>
        </p:nvCxnSpPr>
        <p:spPr>
          <a:xfrm>
            <a:off x="6381729" y="3876523"/>
            <a:ext cx="931596" cy="2236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760295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4EB62-3BDE-AD52-8D8A-2DE332CE2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2B243FD-637D-7D5F-79A5-47A5E8E226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Odd-Even Merge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C6461E-157D-1BB0-B71F-4B34F7660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17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BED7E4-5280-790A-7780-2FF0F0C153EF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163148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87AD16A-E9D4-C177-F4B0-90BB88D10F41}"/>
              </a:ext>
            </a:extLst>
          </p:cNvPr>
          <p:cNvGraphicFramePr>
            <a:graphicFrameLocks noGrp="1"/>
          </p:cNvGraphicFramePr>
          <p:nvPr/>
        </p:nvGraphicFramePr>
        <p:xfrm>
          <a:off x="5024878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E329CB-F001-464C-05DF-72C2D8CAD812}"/>
              </a:ext>
            </a:extLst>
          </p:cNvPr>
          <p:cNvGraphicFramePr>
            <a:graphicFrameLocks noGrp="1"/>
          </p:cNvGraphicFramePr>
          <p:nvPr/>
        </p:nvGraphicFramePr>
        <p:xfrm>
          <a:off x="8682477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CC1C71A-9BCC-690E-89CE-60D1CF519D75}"/>
              </a:ext>
            </a:extLst>
          </p:cNvPr>
          <p:cNvGraphicFramePr>
            <a:graphicFrameLocks noGrp="1"/>
          </p:cNvGraphicFramePr>
          <p:nvPr/>
        </p:nvGraphicFramePr>
        <p:xfrm>
          <a:off x="4567678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BBF0060-7FC7-C39A-78DA-2C5B51B51C15}"/>
              </a:ext>
            </a:extLst>
          </p:cNvPr>
          <p:cNvGraphicFramePr>
            <a:graphicFrameLocks noGrp="1"/>
          </p:cNvGraphicFramePr>
          <p:nvPr/>
        </p:nvGraphicFramePr>
        <p:xfrm>
          <a:off x="6396478" y="2848724"/>
          <a:ext cx="940625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3425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1910AAC-3D9C-1852-ED76-D0544BBBE047}"/>
              </a:ext>
            </a:extLst>
          </p:cNvPr>
          <p:cNvGraphicFramePr>
            <a:graphicFrameLocks noGrp="1"/>
          </p:cNvGraphicFramePr>
          <p:nvPr/>
        </p:nvGraphicFramePr>
        <p:xfrm>
          <a:off x="82252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65F8551-C78A-B63A-6A37-4338D91EC931}"/>
              </a:ext>
            </a:extLst>
          </p:cNvPr>
          <p:cNvGraphicFramePr>
            <a:graphicFrameLocks noGrp="1"/>
          </p:cNvGraphicFramePr>
          <p:nvPr/>
        </p:nvGraphicFramePr>
        <p:xfrm>
          <a:off x="100540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6AE53CE-0116-AFA4-5840-18A9A3F9C845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5939278" y="200365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0151717-FC15-8F50-FAB0-663A1804232B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714421" y="1997246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36DEB30-943E-2AF7-0FAA-D307A852170D}"/>
              </a:ext>
            </a:extLst>
          </p:cNvPr>
          <p:cNvCxnSpPr>
            <a:cxnSpLocks/>
          </p:cNvCxnSpPr>
          <p:nvPr/>
        </p:nvCxnSpPr>
        <p:spPr>
          <a:xfrm flipH="1">
            <a:off x="5039626" y="260890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6D7E2E6-B321-30E8-CFF2-3F59928FBAD0}"/>
              </a:ext>
            </a:extLst>
          </p:cNvPr>
          <p:cNvCxnSpPr>
            <a:cxnSpLocks/>
          </p:cNvCxnSpPr>
          <p:nvPr/>
        </p:nvCxnSpPr>
        <p:spPr>
          <a:xfrm>
            <a:off x="5971222" y="2612270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6D8995D-42E7-615D-F38D-0302E34776FF}"/>
              </a:ext>
            </a:extLst>
          </p:cNvPr>
          <p:cNvCxnSpPr>
            <a:cxnSpLocks/>
          </p:cNvCxnSpPr>
          <p:nvPr/>
        </p:nvCxnSpPr>
        <p:spPr>
          <a:xfrm flipH="1">
            <a:off x="8677548" y="2612460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5C1DEDD-74BE-2C99-45A6-C19617FE2574}"/>
              </a:ext>
            </a:extLst>
          </p:cNvPr>
          <p:cNvCxnSpPr>
            <a:cxnSpLocks/>
          </p:cNvCxnSpPr>
          <p:nvPr/>
        </p:nvCxnSpPr>
        <p:spPr>
          <a:xfrm>
            <a:off x="9609144" y="2615829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3">
            <a:extLst>
              <a:ext uri="{FF2B5EF4-FFF2-40B4-BE49-F238E27FC236}">
                <a16:creationId xmlns:a16="http://schemas.microsoft.com/office/drawing/2014/main" id="{77C6BAB0-1E18-6986-FB8F-0D842A596489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3909636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Recursive Division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Odd-Even Merge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Interleave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and Swap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EC99D0-E9D0-A080-420A-AEC38B13F771}"/>
              </a:ext>
            </a:extLst>
          </p:cNvPr>
          <p:cNvGraphicFramePr>
            <a:graphicFrameLocks noGrp="1"/>
          </p:cNvGraphicFramePr>
          <p:nvPr/>
        </p:nvGraphicFramePr>
        <p:xfrm>
          <a:off x="5024878" y="348917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0A6EA6-639C-325C-EBA5-05184762E5B9}"/>
              </a:ext>
            </a:extLst>
          </p:cNvPr>
          <p:cNvCxnSpPr>
            <a:cxnSpLocks/>
          </p:cNvCxnSpPr>
          <p:nvPr/>
        </p:nvCxnSpPr>
        <p:spPr>
          <a:xfrm>
            <a:off x="5024878" y="3224370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4E51E4C-3194-8B31-7D99-02E185CB3720}"/>
              </a:ext>
            </a:extLst>
          </p:cNvPr>
          <p:cNvCxnSpPr>
            <a:cxnSpLocks/>
          </p:cNvCxnSpPr>
          <p:nvPr/>
        </p:nvCxnSpPr>
        <p:spPr>
          <a:xfrm flipH="1">
            <a:off x="6396477" y="3224370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4B205A5-1E55-C0EC-B9E8-53AE023C3F7B}"/>
              </a:ext>
            </a:extLst>
          </p:cNvPr>
          <p:cNvGraphicFramePr>
            <a:graphicFrameLocks noGrp="1"/>
          </p:cNvGraphicFramePr>
          <p:nvPr/>
        </p:nvGraphicFramePr>
        <p:xfrm>
          <a:off x="8698379" y="3494604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EA31481-796F-23BF-DA66-00B7C2823DBD}"/>
              </a:ext>
            </a:extLst>
          </p:cNvPr>
          <p:cNvCxnSpPr>
            <a:cxnSpLocks/>
          </p:cNvCxnSpPr>
          <p:nvPr/>
        </p:nvCxnSpPr>
        <p:spPr>
          <a:xfrm>
            <a:off x="8698379" y="3229799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E5D9093-79CE-1768-078E-1A0FEDD9CCB7}"/>
              </a:ext>
            </a:extLst>
          </p:cNvPr>
          <p:cNvCxnSpPr>
            <a:cxnSpLocks/>
          </p:cNvCxnSpPr>
          <p:nvPr/>
        </p:nvCxnSpPr>
        <p:spPr>
          <a:xfrm flipH="1">
            <a:off x="10069978" y="3229799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FD3FE04-0824-61F4-1DCD-E89870F7C4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443695"/>
              </p:ext>
            </p:extLst>
          </p:nvPr>
        </p:nvGraphicFramePr>
        <p:xfrm>
          <a:off x="5939278" y="4112977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DDCC634-F0E0-6654-3D79-3A9FEC2C0E55}"/>
              </a:ext>
            </a:extLst>
          </p:cNvPr>
          <p:cNvCxnSpPr>
            <a:cxnSpLocks/>
          </p:cNvCxnSpPr>
          <p:nvPr/>
        </p:nvCxnSpPr>
        <p:spPr>
          <a:xfrm flipH="1">
            <a:off x="8222796" y="3875932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59A91A0-9A6B-948F-D12E-2142039A9714}"/>
              </a:ext>
            </a:extLst>
          </p:cNvPr>
          <p:cNvCxnSpPr>
            <a:cxnSpLocks/>
          </p:cNvCxnSpPr>
          <p:nvPr/>
        </p:nvCxnSpPr>
        <p:spPr>
          <a:xfrm>
            <a:off x="6381729" y="3876523"/>
            <a:ext cx="931596" cy="2236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100751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A603D-D657-CF25-0F0B-21F65DA26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6D2092A-E44C-A31E-6DFF-1CEAE5BCFF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Odd-Even Merge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A94667-50B1-6EA1-0804-F247CBE8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18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F2278E-C386-DAE9-540F-9C14C3A87762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163148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68D2E6-F806-B92C-A4D5-31A9956131CC}"/>
              </a:ext>
            </a:extLst>
          </p:cNvPr>
          <p:cNvGraphicFramePr>
            <a:graphicFrameLocks noGrp="1"/>
          </p:cNvGraphicFramePr>
          <p:nvPr/>
        </p:nvGraphicFramePr>
        <p:xfrm>
          <a:off x="5024878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75244B-855C-319B-5FE9-64BA8D2CF736}"/>
              </a:ext>
            </a:extLst>
          </p:cNvPr>
          <p:cNvGraphicFramePr>
            <a:graphicFrameLocks noGrp="1"/>
          </p:cNvGraphicFramePr>
          <p:nvPr/>
        </p:nvGraphicFramePr>
        <p:xfrm>
          <a:off x="8682477" y="224010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307EF4D-C4E0-2A1D-8561-6C3D112D45D7}"/>
              </a:ext>
            </a:extLst>
          </p:cNvPr>
          <p:cNvGraphicFramePr>
            <a:graphicFrameLocks noGrp="1"/>
          </p:cNvGraphicFramePr>
          <p:nvPr/>
        </p:nvGraphicFramePr>
        <p:xfrm>
          <a:off x="4567678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71608A5-4CE8-EB93-5F0C-E791F363016E}"/>
              </a:ext>
            </a:extLst>
          </p:cNvPr>
          <p:cNvGraphicFramePr>
            <a:graphicFrameLocks noGrp="1"/>
          </p:cNvGraphicFramePr>
          <p:nvPr/>
        </p:nvGraphicFramePr>
        <p:xfrm>
          <a:off x="6396478" y="2848724"/>
          <a:ext cx="940625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3425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B59548A-C925-953D-E08F-6DA4B767E238}"/>
              </a:ext>
            </a:extLst>
          </p:cNvPr>
          <p:cNvGraphicFramePr>
            <a:graphicFrameLocks noGrp="1"/>
          </p:cNvGraphicFramePr>
          <p:nvPr/>
        </p:nvGraphicFramePr>
        <p:xfrm>
          <a:off x="82252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3DA713C-F266-0487-A571-BEFF22C283D2}"/>
              </a:ext>
            </a:extLst>
          </p:cNvPr>
          <p:cNvGraphicFramePr>
            <a:graphicFrameLocks noGrp="1"/>
          </p:cNvGraphicFramePr>
          <p:nvPr/>
        </p:nvGraphicFramePr>
        <p:xfrm>
          <a:off x="10054077" y="2848724"/>
          <a:ext cx="9144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6F83C98-353A-D733-1DA7-A82EF1F58020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5939278" y="200365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F5B21AE-AAA2-091D-7859-C414D10786E7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714421" y="1997246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ADDA7AE-8599-812F-80BF-19A02CA110D1}"/>
              </a:ext>
            </a:extLst>
          </p:cNvPr>
          <p:cNvCxnSpPr>
            <a:cxnSpLocks/>
          </p:cNvCxnSpPr>
          <p:nvPr/>
        </p:nvCxnSpPr>
        <p:spPr>
          <a:xfrm flipH="1">
            <a:off x="5039626" y="2608901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703E15F-3488-5897-3EBA-C736A4AA8D94}"/>
              </a:ext>
            </a:extLst>
          </p:cNvPr>
          <p:cNvCxnSpPr>
            <a:cxnSpLocks/>
          </p:cNvCxnSpPr>
          <p:nvPr/>
        </p:nvCxnSpPr>
        <p:spPr>
          <a:xfrm>
            <a:off x="5971222" y="2612270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8609F89-F57C-9503-F39A-991A3C86B53F}"/>
              </a:ext>
            </a:extLst>
          </p:cNvPr>
          <p:cNvCxnSpPr>
            <a:cxnSpLocks/>
          </p:cNvCxnSpPr>
          <p:nvPr/>
        </p:nvCxnSpPr>
        <p:spPr>
          <a:xfrm flipH="1">
            <a:off x="8677548" y="2612460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31D3482-ACDC-F269-E0DD-3D4134641F40}"/>
              </a:ext>
            </a:extLst>
          </p:cNvPr>
          <p:cNvCxnSpPr>
            <a:cxnSpLocks/>
          </p:cNvCxnSpPr>
          <p:nvPr/>
        </p:nvCxnSpPr>
        <p:spPr>
          <a:xfrm>
            <a:off x="9609144" y="2615829"/>
            <a:ext cx="882456" cy="2428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3">
            <a:extLst>
              <a:ext uri="{FF2B5EF4-FFF2-40B4-BE49-F238E27FC236}">
                <a16:creationId xmlns:a16="http://schemas.microsoft.com/office/drawing/2014/main" id="{7E5FF6FE-67D8-00BC-BA59-81BAC8E3C657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3909636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Recursive Division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Odd-Even Merge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Interleave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and Swap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1D4FF36-FC3E-7A4A-DB26-40B34B175BCA}"/>
              </a:ext>
            </a:extLst>
          </p:cNvPr>
          <p:cNvGraphicFramePr>
            <a:graphicFrameLocks noGrp="1"/>
          </p:cNvGraphicFramePr>
          <p:nvPr/>
        </p:nvGraphicFramePr>
        <p:xfrm>
          <a:off x="5024878" y="3489175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C501534-2837-A001-9976-80C0A30F4409}"/>
              </a:ext>
            </a:extLst>
          </p:cNvPr>
          <p:cNvCxnSpPr>
            <a:cxnSpLocks/>
          </p:cNvCxnSpPr>
          <p:nvPr/>
        </p:nvCxnSpPr>
        <p:spPr>
          <a:xfrm>
            <a:off x="5024878" y="3224370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6CD6C7A-42F6-0F68-2929-BFE3C10E56F0}"/>
              </a:ext>
            </a:extLst>
          </p:cNvPr>
          <p:cNvCxnSpPr>
            <a:cxnSpLocks/>
          </p:cNvCxnSpPr>
          <p:nvPr/>
        </p:nvCxnSpPr>
        <p:spPr>
          <a:xfrm flipH="1">
            <a:off x="6396477" y="3224370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86B0704-D77E-BB49-545D-225E2AF5EA5D}"/>
              </a:ext>
            </a:extLst>
          </p:cNvPr>
          <p:cNvGraphicFramePr>
            <a:graphicFrameLocks noGrp="1"/>
          </p:cNvGraphicFramePr>
          <p:nvPr/>
        </p:nvGraphicFramePr>
        <p:xfrm>
          <a:off x="8698379" y="3494604"/>
          <a:ext cx="18288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FADF2B-1686-1BF9-4E86-DC6CD496CB84}"/>
              </a:ext>
            </a:extLst>
          </p:cNvPr>
          <p:cNvCxnSpPr>
            <a:cxnSpLocks/>
          </p:cNvCxnSpPr>
          <p:nvPr/>
        </p:nvCxnSpPr>
        <p:spPr>
          <a:xfrm>
            <a:off x="8698379" y="3229799"/>
            <a:ext cx="487921" cy="255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3F8274-2E58-C35B-F34D-9DA6F8F010C8}"/>
              </a:ext>
            </a:extLst>
          </p:cNvPr>
          <p:cNvCxnSpPr>
            <a:cxnSpLocks/>
          </p:cNvCxnSpPr>
          <p:nvPr/>
        </p:nvCxnSpPr>
        <p:spPr>
          <a:xfrm flipH="1">
            <a:off x="10069978" y="3229799"/>
            <a:ext cx="457201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883591D-4E7D-4EE5-88CE-79594C675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449521"/>
              </p:ext>
            </p:extLst>
          </p:nvPr>
        </p:nvGraphicFramePr>
        <p:xfrm>
          <a:off x="5939278" y="4112977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3CBD8C6-5B4C-5FD7-B7A1-56032365140D}"/>
              </a:ext>
            </a:extLst>
          </p:cNvPr>
          <p:cNvCxnSpPr>
            <a:cxnSpLocks/>
          </p:cNvCxnSpPr>
          <p:nvPr/>
        </p:nvCxnSpPr>
        <p:spPr>
          <a:xfrm flipH="1">
            <a:off x="8222796" y="3875932"/>
            <a:ext cx="914400" cy="236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724D88-FA08-A055-1A37-0817DF036909}"/>
              </a:ext>
            </a:extLst>
          </p:cNvPr>
          <p:cNvCxnSpPr>
            <a:cxnSpLocks/>
          </p:cNvCxnSpPr>
          <p:nvPr/>
        </p:nvCxnSpPr>
        <p:spPr>
          <a:xfrm>
            <a:off x="6381729" y="3876523"/>
            <a:ext cx="931596" cy="2236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0E99AB6-3C9B-8C19-B3C5-CE110BDE1F43}"/>
              </a:ext>
            </a:extLst>
          </p:cNvPr>
          <p:cNvSpPr/>
          <p:nvPr/>
        </p:nvSpPr>
        <p:spPr>
          <a:xfrm>
            <a:off x="1472350" y="4951460"/>
            <a:ext cx="3733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Work: O(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log</a:t>
            </a:r>
            <a:r>
              <a:rPr lang="en-US" sz="2200" b="1" i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575B01-9452-82E7-5448-611830F4FAB0}"/>
              </a:ext>
            </a:extLst>
          </p:cNvPr>
          <p:cNvSpPr/>
          <p:nvPr/>
        </p:nvSpPr>
        <p:spPr>
          <a:xfrm>
            <a:off x="1472349" y="5591911"/>
            <a:ext cx="49241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Parallel Time (Depth): O(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en-US" sz="2200" b="1" i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6035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CD717-B9E4-0021-98F4-21D7755ED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5921BD6-C745-9438-8556-EB7A1CCAB7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Quick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8F889F-9C6F-8F75-3684-32DD04A5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19</a:t>
            </a:fld>
            <a:endParaRPr lang="en-US">
              <a:latin typeface="Calibri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6497FE6-3FE0-F32D-3609-BBB1FDC04DB2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10393605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Use a pivot and partition the array into two parts. Sort each of them recursively.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1480" lvl="1" indent="0" algn="just">
              <a:buNone/>
            </a:pPr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1480" lvl="1" indent="0" algn="just">
              <a:buNone/>
            </a:pPr>
            <a:endParaRPr lang="en-US" sz="12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Time complexity is O(N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lg N) O(N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in average and worst case.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8">
                <a:extLst>
                  <a:ext uri="{FF2B5EF4-FFF2-40B4-BE49-F238E27FC236}">
                    <a16:creationId xmlns:a16="http://schemas.microsoft.com/office/drawing/2014/main" id="{0C43BBB9-FFA9-B4A1-1268-063ECF1E926F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036794" y="2426530"/>
                <a:ext cx="4834617" cy="276272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2860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2860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80160" indent="-22860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4480" indent="-228600" algn="l" defTabSz="914400" rtl="0" eaLnBrk="1" latinLnBrk="0" hangingPunct="1">
                  <a:spcBef>
                    <a:spcPct val="20000"/>
                  </a:spcBef>
                  <a:buClr>
                    <a:schemeClr val="accent5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3736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18288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03120" indent="-18288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18288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QUICK-SORT(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left, right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if 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left &lt; right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mid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PARTITION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alt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alt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left</m:t>
                    </m:r>
                    <m:r>
                      <m:rPr>
                        <m:nor/>
                      </m:rPr>
                      <a:rPr lang="en-US" alt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alt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right</m:t>
                    </m:r>
                    <m:r>
                      <m:rPr>
                        <m:nor/>
                      </m:rPr>
                      <a:rPr lang="en-US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QUICK-SORT(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left, mid-1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QUICK-SORT(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mid+1, right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" name="Rectangle 8">
                <a:extLst>
                  <a:ext uri="{FF2B5EF4-FFF2-40B4-BE49-F238E27FC236}">
                    <a16:creationId xmlns:a16="http://schemas.microsoft.com/office/drawing/2014/main" id="{0C43BBB9-FFA9-B4A1-1268-063ECF1E9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94" y="2426530"/>
                <a:ext cx="4834617" cy="2762728"/>
              </a:xfrm>
              <a:prstGeom prst="rect">
                <a:avLst/>
              </a:prstGeom>
              <a:blipFill>
                <a:blip r:embed="rId3"/>
                <a:stretch>
                  <a:fillRect t="-1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8">
                <a:extLst>
                  <a:ext uri="{FF2B5EF4-FFF2-40B4-BE49-F238E27FC236}">
                    <a16:creationId xmlns:a16="http://schemas.microsoft.com/office/drawing/2014/main" id="{0344901F-DFE8-2021-188B-A90710662E5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028860" y="2428668"/>
                <a:ext cx="4992066" cy="35865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2860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2860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80160" indent="-22860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4480" indent="-228600" algn="l" defTabSz="914400" rtl="0" eaLnBrk="1" latinLnBrk="0" hangingPunct="1">
                  <a:spcBef>
                    <a:spcPct val="20000"/>
                  </a:spcBef>
                  <a:buClr>
                    <a:schemeClr val="accent5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3736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18288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03120" indent="-18288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18288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PARTITION 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left, right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pivot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A[low]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low +1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for 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 = low + 1 ; j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high; 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j++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{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if (A[j]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</m:oMath>
                </a14:m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pivot) {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       A[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⟺</m:t>
                    </m:r>
                  </m:oMath>
                </a14:m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A[j]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       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++;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}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}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A[low]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⟺</m:t>
                    </m:r>
                  </m:oMath>
                </a14:m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A[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1]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return 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1 </a:t>
                </a:r>
              </a:p>
            </p:txBody>
          </p:sp>
        </mc:Choice>
        <mc:Fallback xmlns="">
          <p:sp>
            <p:nvSpPr>
              <p:cNvPr id="5" name="Rectangle 8">
                <a:extLst>
                  <a:ext uri="{FF2B5EF4-FFF2-40B4-BE49-F238E27FC236}">
                    <a16:creationId xmlns:a16="http://schemas.microsoft.com/office/drawing/2014/main" id="{0344901F-DFE8-2021-188B-A90710662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860" y="2428668"/>
                <a:ext cx="4992066" cy="3586537"/>
              </a:xfrm>
              <a:prstGeom prst="rect">
                <a:avLst/>
              </a:prstGeom>
              <a:blipFill>
                <a:blip r:embed="rId4"/>
                <a:stretch>
                  <a:fillRect t="-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775304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AB5CC-2EA9-6AB7-16D8-6FB30EF77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9CDA38B-70B9-B06B-4AEE-61D2CD47A3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Parallel Quick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340420-0FFD-8CA5-9A73-7449CA7D7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20</a:t>
            </a:fld>
            <a:endParaRPr lang="en-US">
              <a:latin typeface="Calibri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0DF140D-8251-3CF1-5B68-608E3BA2EC36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10393605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Use a pivot and partition the array into two parts. Sort each of them recursively, </a:t>
            </a:r>
            <a:r>
              <a:rPr lang="en-US" b="1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parallel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8">
                <a:extLst>
                  <a:ext uri="{FF2B5EF4-FFF2-40B4-BE49-F238E27FC236}">
                    <a16:creationId xmlns:a16="http://schemas.microsoft.com/office/drawing/2014/main" id="{9FB84C42-FB45-7A41-8C18-4195DF226302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036794" y="2426530"/>
                <a:ext cx="4992066" cy="276272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2860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2860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80160" indent="-22860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4480" indent="-228600" algn="l" defTabSz="914400" rtl="0" eaLnBrk="1" latinLnBrk="0" hangingPunct="1">
                  <a:spcBef>
                    <a:spcPct val="20000"/>
                  </a:spcBef>
                  <a:buClr>
                    <a:schemeClr val="accent5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3736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18288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03120" indent="-18288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18288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QUICK-SORT(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left, right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if 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left &lt; right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mid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PARTITION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alt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alt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left</m:t>
                    </m:r>
                    <m:r>
                      <m:rPr>
                        <m:nor/>
                      </m:rPr>
                      <a:rPr lang="en-US" alt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alt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right</m:t>
                    </m:r>
                    <m:r>
                      <m:rPr>
                        <m:nor/>
                      </m:rPr>
                      <a:rPr lang="en-US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:r>
                  <a:rPr lang="en-US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Spawn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QUICK-SORT(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left, mid-1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	QUICK-SORT(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mid+1, right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:r>
                  <a:rPr lang="en-US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Sync</a:t>
                </a:r>
              </a:p>
            </p:txBody>
          </p:sp>
        </mc:Choice>
        <mc:Fallback xmlns="">
          <p:sp>
            <p:nvSpPr>
              <p:cNvPr id="4" name="Rectangle 8">
                <a:extLst>
                  <a:ext uri="{FF2B5EF4-FFF2-40B4-BE49-F238E27FC236}">
                    <a16:creationId xmlns:a16="http://schemas.microsoft.com/office/drawing/2014/main" id="{9FB84C42-FB45-7A41-8C18-4195DF226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94" y="2426530"/>
                <a:ext cx="4992066" cy="2762728"/>
              </a:xfrm>
              <a:prstGeom prst="rect">
                <a:avLst/>
              </a:prstGeom>
              <a:blipFill>
                <a:blip r:embed="rId3"/>
                <a:stretch>
                  <a:fillRect t="-1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8">
                <a:extLst>
                  <a:ext uri="{FF2B5EF4-FFF2-40B4-BE49-F238E27FC236}">
                    <a16:creationId xmlns:a16="http://schemas.microsoft.com/office/drawing/2014/main" id="{3D90F85C-E311-D7C5-2ABF-2A173DD2E06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173238" y="2428668"/>
                <a:ext cx="4563072" cy="35865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2860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2860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80160" indent="-22860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4480" indent="-228600" algn="l" defTabSz="914400" rtl="0" eaLnBrk="1" latinLnBrk="0" hangingPunct="1">
                  <a:spcBef>
                    <a:spcPct val="20000"/>
                  </a:spcBef>
                  <a:buClr>
                    <a:schemeClr val="accent5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3736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18288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03120" indent="-18288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18288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PARTITION 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left, right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pivot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A[low]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low +1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for 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 = low + 1 ; j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high; 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j++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{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if (A[j]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</m:oMath>
                </a14:m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pivot) {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       A[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⟺</m:t>
                    </m:r>
                  </m:oMath>
                </a14:m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A[j]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       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++;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}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}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A[low]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⟺</m:t>
                    </m:r>
                  </m:oMath>
                </a14:m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A[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1]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return 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1 </a:t>
                </a:r>
              </a:p>
            </p:txBody>
          </p:sp>
        </mc:Choice>
        <mc:Fallback xmlns="">
          <p:sp>
            <p:nvSpPr>
              <p:cNvPr id="5" name="Rectangle 8">
                <a:extLst>
                  <a:ext uri="{FF2B5EF4-FFF2-40B4-BE49-F238E27FC236}">
                    <a16:creationId xmlns:a16="http://schemas.microsoft.com/office/drawing/2014/main" id="{3D90F85C-E311-D7C5-2ABF-2A173DD2E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3238" y="2428668"/>
                <a:ext cx="4563072" cy="3586537"/>
              </a:xfrm>
              <a:prstGeom prst="rect">
                <a:avLst/>
              </a:prstGeom>
              <a:blipFill>
                <a:blip r:embed="rId4"/>
                <a:stretch>
                  <a:fillRect t="-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428204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A524B-18B0-71F5-766B-116F12735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96EC4B2-B560-17ED-BB55-D9DADA81AE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Parallel Quick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36FD4F-7361-CA96-2541-D173E1515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21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B24EEA-110F-D869-5E5E-4D4A4533E48B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163148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54" name="Rectangle 3">
            <a:extLst>
              <a:ext uri="{FF2B5EF4-FFF2-40B4-BE49-F238E27FC236}">
                <a16:creationId xmlns:a16="http://schemas.microsoft.com/office/drawing/2014/main" id="{0E88E0E3-5B50-BEE9-2F9C-A1D34E2165DC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3909636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Choose a Pivot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7F4016-D3AF-38BF-0E53-E948EC5CB757}"/>
              </a:ext>
            </a:extLst>
          </p:cNvPr>
          <p:cNvSpPr txBox="1"/>
          <p:nvPr/>
        </p:nvSpPr>
        <p:spPr>
          <a:xfrm>
            <a:off x="9925931" y="1627914"/>
            <a:ext cx="107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pivot = 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8828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F3396-15A3-F00E-554B-38FFCC7EC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58931A4-B9C6-22C3-945A-12571E0C3E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Parallel Quick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AAD87F-5140-490B-C0A6-7BA86AFC0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22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858165-2B0A-4951-098C-954000B09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944950"/>
              </p:ext>
            </p:extLst>
          </p:nvPr>
        </p:nvGraphicFramePr>
        <p:xfrm>
          <a:off x="5954026" y="163148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54" name="Rectangle 3">
            <a:extLst>
              <a:ext uri="{FF2B5EF4-FFF2-40B4-BE49-F238E27FC236}">
                <a16:creationId xmlns:a16="http://schemas.microsoft.com/office/drawing/2014/main" id="{6B2142FD-9E4E-B8C2-FD35-94C2C82F58EC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4425942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Choose a Pivot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Create Boolean Masks in Parallel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CF2CEB-5EC6-2CFC-729B-4199B8CB6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263755"/>
              </p:ext>
            </p:extLst>
          </p:nvPr>
        </p:nvGraphicFramePr>
        <p:xfrm>
          <a:off x="5954026" y="2301431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924972-0C05-C464-6A9B-94BA81FD4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422009"/>
              </p:ext>
            </p:extLst>
          </p:nvPr>
        </p:nvGraphicFramePr>
        <p:xfrm>
          <a:off x="5954026" y="297137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74F2067-200E-DDCD-6BF0-7F177394CF63}"/>
              </a:ext>
            </a:extLst>
          </p:cNvPr>
          <p:cNvSpPr txBox="1"/>
          <p:nvPr/>
        </p:nvSpPr>
        <p:spPr>
          <a:xfrm>
            <a:off x="9914021" y="2269347"/>
            <a:ext cx="107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Is_less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931216-B670-25BC-E392-4D408B8D04AB}"/>
              </a:ext>
            </a:extLst>
          </p:cNvPr>
          <p:cNvSpPr txBox="1"/>
          <p:nvPr/>
        </p:nvSpPr>
        <p:spPr>
          <a:xfrm>
            <a:off x="9914021" y="2943479"/>
            <a:ext cx="107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Is_more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6F4AD5-2D8D-FB77-72D9-04F55178598A}"/>
              </a:ext>
            </a:extLst>
          </p:cNvPr>
          <p:cNvSpPr txBox="1"/>
          <p:nvPr/>
        </p:nvSpPr>
        <p:spPr>
          <a:xfrm>
            <a:off x="9925931" y="1627914"/>
            <a:ext cx="107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pivot = 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0300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DB056-E5A9-06D4-AE9C-B17BF0821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4248D03-BF50-C764-A565-4834822D6F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Parallel Quick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727B86-EF7C-D961-3678-B1E4F97A4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23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D2DBEC-A534-D0E4-4AA3-4BA117E51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649473"/>
              </p:ext>
            </p:extLst>
          </p:nvPr>
        </p:nvGraphicFramePr>
        <p:xfrm>
          <a:off x="5954026" y="163148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54" name="Rectangle 3">
            <a:extLst>
              <a:ext uri="{FF2B5EF4-FFF2-40B4-BE49-F238E27FC236}">
                <a16:creationId xmlns:a16="http://schemas.microsoft.com/office/drawing/2014/main" id="{AE5FF9FD-29F4-F129-BBC1-6E4551AEAFC3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4425942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Choose a Pivot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Create Boolean Masks in Parallel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3: Compute Prefix Sums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E34EC4C-DE87-D95C-C53C-56153BBEB1C5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2301431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6A90D3-0EDB-02AF-F929-40CEC92CB7A7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297137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7ECBD47-8ABB-0803-A08C-0B6BAD6A91A7}"/>
              </a:ext>
            </a:extLst>
          </p:cNvPr>
          <p:cNvSpPr txBox="1"/>
          <p:nvPr/>
        </p:nvSpPr>
        <p:spPr>
          <a:xfrm>
            <a:off x="9914021" y="2269347"/>
            <a:ext cx="107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Is_less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784C78-520E-DCB6-A703-E9E8F1B62A3E}"/>
              </a:ext>
            </a:extLst>
          </p:cNvPr>
          <p:cNvSpPr txBox="1"/>
          <p:nvPr/>
        </p:nvSpPr>
        <p:spPr>
          <a:xfrm>
            <a:off x="9914021" y="2943479"/>
            <a:ext cx="107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Is_more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5FA541-D064-9F97-2330-BC690D75D3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078456"/>
              </p:ext>
            </p:extLst>
          </p:nvPr>
        </p:nvGraphicFramePr>
        <p:xfrm>
          <a:off x="5954026" y="417075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1990C3B-035B-289E-7962-E2B7664425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197684"/>
              </p:ext>
            </p:extLst>
          </p:nvPr>
        </p:nvGraphicFramePr>
        <p:xfrm>
          <a:off x="5954026" y="4840701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E9EF02E-DAB2-1809-C2C3-96D4C08272E8}"/>
              </a:ext>
            </a:extLst>
          </p:cNvPr>
          <p:cNvSpPr txBox="1"/>
          <p:nvPr/>
        </p:nvSpPr>
        <p:spPr>
          <a:xfrm>
            <a:off x="9785685" y="4138672"/>
            <a:ext cx="1315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prefix_less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D40099-F357-8801-5DC4-371DAD1F2BC6}"/>
              </a:ext>
            </a:extLst>
          </p:cNvPr>
          <p:cNvSpPr txBox="1"/>
          <p:nvPr/>
        </p:nvSpPr>
        <p:spPr>
          <a:xfrm>
            <a:off x="9785685" y="4812804"/>
            <a:ext cx="146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prefix_more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CC76C0-DB6D-B697-6F30-6E429A570945}"/>
              </a:ext>
            </a:extLst>
          </p:cNvPr>
          <p:cNvSpPr txBox="1"/>
          <p:nvPr/>
        </p:nvSpPr>
        <p:spPr>
          <a:xfrm>
            <a:off x="9726329" y="5446474"/>
            <a:ext cx="1649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total_less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D68D21-5668-FB36-08F6-735C59F6023B}"/>
              </a:ext>
            </a:extLst>
          </p:cNvPr>
          <p:cNvSpPr txBox="1"/>
          <p:nvPr/>
        </p:nvSpPr>
        <p:spPr>
          <a:xfrm>
            <a:off x="9925931" y="1627914"/>
            <a:ext cx="107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pivot = 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364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C9A09-24EF-42A1-EF9A-7691A7132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E850A06-2759-1C9F-B764-F9AF0882A9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Parallel Quick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24945D-0EF2-E886-8971-CFC682C60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24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366541-EA60-F1D2-2E7C-B17ABB632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813412"/>
              </p:ext>
            </p:extLst>
          </p:nvPr>
        </p:nvGraphicFramePr>
        <p:xfrm>
          <a:off x="5954026" y="163148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54" name="Rectangle 3">
            <a:extLst>
              <a:ext uri="{FF2B5EF4-FFF2-40B4-BE49-F238E27FC236}">
                <a16:creationId xmlns:a16="http://schemas.microsoft.com/office/drawing/2014/main" id="{639D749F-EE6C-9D56-D9FF-A47C82F3B862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4425942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Choose a Pivot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Create Boolean Masks in Parallel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3: Compute Prefix Sums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4: Scatter Values to Output Array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4770BF-FDE6-C43D-8398-279B0EB45180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2301431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4F213D-735C-8A4B-13A8-40A5791CB505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297137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BCA9BF4-B719-9866-D15C-1A1A3BC8242F}"/>
              </a:ext>
            </a:extLst>
          </p:cNvPr>
          <p:cNvSpPr txBox="1"/>
          <p:nvPr/>
        </p:nvSpPr>
        <p:spPr>
          <a:xfrm>
            <a:off x="9914021" y="2269347"/>
            <a:ext cx="107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Is_less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04BD8A-3E88-49BA-09C2-73EA26DC3B9C}"/>
              </a:ext>
            </a:extLst>
          </p:cNvPr>
          <p:cNvSpPr txBox="1"/>
          <p:nvPr/>
        </p:nvSpPr>
        <p:spPr>
          <a:xfrm>
            <a:off x="9914021" y="2943479"/>
            <a:ext cx="107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Is_more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F8BB3D-FCB3-67D1-F37A-D4E1E3C67EB0}"/>
              </a:ext>
            </a:extLst>
          </p:cNvPr>
          <p:cNvSpPr txBox="1"/>
          <p:nvPr/>
        </p:nvSpPr>
        <p:spPr>
          <a:xfrm>
            <a:off x="9785685" y="4138672"/>
            <a:ext cx="1315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prefix_less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D67D30-B01A-9E4F-D8AA-D05F3DC5772B}"/>
              </a:ext>
            </a:extLst>
          </p:cNvPr>
          <p:cNvSpPr txBox="1"/>
          <p:nvPr/>
        </p:nvSpPr>
        <p:spPr>
          <a:xfrm>
            <a:off x="9785685" y="4812804"/>
            <a:ext cx="146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prefix_more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DC63BB-7574-B960-A4BD-29B6FB6A97D4}"/>
              </a:ext>
            </a:extLst>
          </p:cNvPr>
          <p:cNvSpPr txBox="1"/>
          <p:nvPr/>
        </p:nvSpPr>
        <p:spPr>
          <a:xfrm>
            <a:off x="-174456" y="5300002"/>
            <a:ext cx="74869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A[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&lt; pivot</a:t>
            </a:r>
          </a:p>
          <a:p>
            <a:pPr lvl="2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output[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prefix_less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]] = A[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lvl="2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</a:p>
          <a:p>
            <a:pPr lvl="2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output[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total_less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prefix_more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]] = A[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A844A3-DA35-BE7F-65A0-B5657F3F5ECE}"/>
              </a:ext>
            </a:extLst>
          </p:cNvPr>
          <p:cNvSpPr txBox="1"/>
          <p:nvPr/>
        </p:nvSpPr>
        <p:spPr>
          <a:xfrm>
            <a:off x="9726329" y="5446474"/>
            <a:ext cx="1649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total_less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4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A639D9F-CBD3-3715-524B-028279B91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823932"/>
              </p:ext>
            </p:extLst>
          </p:nvPr>
        </p:nvGraphicFramePr>
        <p:xfrm>
          <a:off x="5954026" y="5503928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C611394-1119-662B-1DD1-75CA12F33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195624"/>
              </p:ext>
            </p:extLst>
          </p:nvPr>
        </p:nvGraphicFramePr>
        <p:xfrm>
          <a:off x="5954026" y="417075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2461BC7-35E8-081E-8337-037833EA7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971423"/>
              </p:ext>
            </p:extLst>
          </p:nvPr>
        </p:nvGraphicFramePr>
        <p:xfrm>
          <a:off x="5954026" y="4840701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12A1942-7F4F-03F2-C522-E5ECF60E50F2}"/>
              </a:ext>
            </a:extLst>
          </p:cNvPr>
          <p:cNvSpPr txBox="1"/>
          <p:nvPr/>
        </p:nvSpPr>
        <p:spPr>
          <a:xfrm>
            <a:off x="9925931" y="1627914"/>
            <a:ext cx="107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pivot = 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917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6CCCC-9202-1E54-32BC-D3BACD6AF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3919E90-ED4C-CDCA-5B48-5E7EB06F78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Parallel Quick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5C6F03-DEF6-9DC0-7503-08E721F4C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25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15D15B-6EAB-E5B1-5CAB-B5ECA8427F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744988"/>
              </p:ext>
            </p:extLst>
          </p:nvPr>
        </p:nvGraphicFramePr>
        <p:xfrm>
          <a:off x="5954026" y="163148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54" name="Rectangle 3">
            <a:extLst>
              <a:ext uri="{FF2B5EF4-FFF2-40B4-BE49-F238E27FC236}">
                <a16:creationId xmlns:a16="http://schemas.microsoft.com/office/drawing/2014/main" id="{692EE79E-AE6C-A9E3-3DCB-680A35A30A1D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4425942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Choose a Pivot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Create Boolean Masks in Parallel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3: Compute Prefix Sums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4: Scatter Values to Output Array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9DD69C-CA10-B615-9C60-336AFFB4E555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2301431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7AB0A5B-62BD-5491-625A-2E173864F286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297137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BD616E8-74B5-2E59-5B20-FDC00EB97CE5}"/>
              </a:ext>
            </a:extLst>
          </p:cNvPr>
          <p:cNvSpPr txBox="1"/>
          <p:nvPr/>
        </p:nvSpPr>
        <p:spPr>
          <a:xfrm>
            <a:off x="9914021" y="2269347"/>
            <a:ext cx="107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Is_less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E34544-835E-3FD6-9768-F22F0DD6C976}"/>
              </a:ext>
            </a:extLst>
          </p:cNvPr>
          <p:cNvSpPr txBox="1"/>
          <p:nvPr/>
        </p:nvSpPr>
        <p:spPr>
          <a:xfrm>
            <a:off x="9914021" y="2943479"/>
            <a:ext cx="107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Is_more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BF388C-4FEC-324B-D81A-17ABBBF90720}"/>
              </a:ext>
            </a:extLst>
          </p:cNvPr>
          <p:cNvSpPr txBox="1"/>
          <p:nvPr/>
        </p:nvSpPr>
        <p:spPr>
          <a:xfrm>
            <a:off x="9785685" y="4138672"/>
            <a:ext cx="1315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prefix_less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D20DE1-60CF-B305-2601-BAC12F2783CE}"/>
              </a:ext>
            </a:extLst>
          </p:cNvPr>
          <p:cNvSpPr txBox="1"/>
          <p:nvPr/>
        </p:nvSpPr>
        <p:spPr>
          <a:xfrm>
            <a:off x="9785685" y="4812804"/>
            <a:ext cx="146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prefix_more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77CA90-2E96-CDB8-56E2-EBB74112C379}"/>
              </a:ext>
            </a:extLst>
          </p:cNvPr>
          <p:cNvSpPr txBox="1"/>
          <p:nvPr/>
        </p:nvSpPr>
        <p:spPr>
          <a:xfrm>
            <a:off x="-174456" y="5300002"/>
            <a:ext cx="74869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A[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&lt; pivot</a:t>
            </a:r>
          </a:p>
          <a:p>
            <a:pPr lvl="2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output[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prefix_less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]] = A[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lvl="2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</a:p>
          <a:p>
            <a:pPr lvl="2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output[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total_less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prefix_more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]] = A[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AB80C8-8EE6-D634-64E0-F3A2998C5FD4}"/>
              </a:ext>
            </a:extLst>
          </p:cNvPr>
          <p:cNvSpPr txBox="1"/>
          <p:nvPr/>
        </p:nvSpPr>
        <p:spPr>
          <a:xfrm>
            <a:off x="9726329" y="5446474"/>
            <a:ext cx="1649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total_less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4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B945100-3159-46C4-86B1-F7358B3A89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27883"/>
              </p:ext>
            </p:extLst>
          </p:nvPr>
        </p:nvGraphicFramePr>
        <p:xfrm>
          <a:off x="5954026" y="5503928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855DE58-37CF-7E0D-D078-64D1C0426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875285"/>
              </p:ext>
            </p:extLst>
          </p:nvPr>
        </p:nvGraphicFramePr>
        <p:xfrm>
          <a:off x="5954026" y="417075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5128812-6292-2448-9C74-AC3AEF5E6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695232"/>
              </p:ext>
            </p:extLst>
          </p:nvPr>
        </p:nvGraphicFramePr>
        <p:xfrm>
          <a:off x="5954026" y="4840701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CC53DAC-BD36-90C5-5750-84AF1B0CA763}"/>
              </a:ext>
            </a:extLst>
          </p:cNvPr>
          <p:cNvSpPr txBox="1"/>
          <p:nvPr/>
        </p:nvSpPr>
        <p:spPr>
          <a:xfrm>
            <a:off x="9925931" y="1627914"/>
            <a:ext cx="107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pivot = 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1655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E629F-94C8-1823-28A7-E963FD5C3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CF1BE17-3076-2290-533F-51F60F12BE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Parallel Quick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FAA69C-C7EE-D9AA-21ED-08DC1D3D1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26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74CC9A-78F9-2D4C-FA52-CA0DFAD1C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524728"/>
              </p:ext>
            </p:extLst>
          </p:nvPr>
        </p:nvGraphicFramePr>
        <p:xfrm>
          <a:off x="5954026" y="163148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54" name="Rectangle 3">
            <a:extLst>
              <a:ext uri="{FF2B5EF4-FFF2-40B4-BE49-F238E27FC236}">
                <a16:creationId xmlns:a16="http://schemas.microsoft.com/office/drawing/2014/main" id="{EE0F1780-F044-E242-6915-BD736F0CDA82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4425942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Choose a Pivot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Create Boolean Masks in Parallel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3: Compute Prefix Sums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4: Scatter Values to Output Array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4A792F-3BA1-50E2-FF7C-F644F4BDCEBD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2301431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074568-05B3-6AAC-341C-A69A8149D6F0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297137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76A2346-08E7-49A1-8270-C3C0627FD64E}"/>
              </a:ext>
            </a:extLst>
          </p:cNvPr>
          <p:cNvSpPr txBox="1"/>
          <p:nvPr/>
        </p:nvSpPr>
        <p:spPr>
          <a:xfrm>
            <a:off x="9914021" y="2269347"/>
            <a:ext cx="107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Is_less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251AED-90C4-AE7C-A209-22DA0AB8C8E5}"/>
              </a:ext>
            </a:extLst>
          </p:cNvPr>
          <p:cNvSpPr txBox="1"/>
          <p:nvPr/>
        </p:nvSpPr>
        <p:spPr>
          <a:xfrm>
            <a:off x="9914021" y="2943479"/>
            <a:ext cx="107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Is_more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2C18F7-A202-BEE9-8E11-342B3403287D}"/>
              </a:ext>
            </a:extLst>
          </p:cNvPr>
          <p:cNvSpPr txBox="1"/>
          <p:nvPr/>
        </p:nvSpPr>
        <p:spPr>
          <a:xfrm>
            <a:off x="9785685" y="4138672"/>
            <a:ext cx="1315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prefix_less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8E0DAB-4068-0519-98F4-29E0BC2BE9E9}"/>
              </a:ext>
            </a:extLst>
          </p:cNvPr>
          <p:cNvSpPr txBox="1"/>
          <p:nvPr/>
        </p:nvSpPr>
        <p:spPr>
          <a:xfrm>
            <a:off x="9785685" y="4812804"/>
            <a:ext cx="146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prefix_more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A8D600-2D06-14CE-7333-721965D489A5}"/>
              </a:ext>
            </a:extLst>
          </p:cNvPr>
          <p:cNvSpPr txBox="1"/>
          <p:nvPr/>
        </p:nvSpPr>
        <p:spPr>
          <a:xfrm>
            <a:off x="-174456" y="5300002"/>
            <a:ext cx="74869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A[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&lt; pivot</a:t>
            </a:r>
          </a:p>
          <a:p>
            <a:pPr lvl="2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output[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prefix_less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]] = A[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lvl="2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</a:p>
          <a:p>
            <a:pPr lvl="2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output[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total_less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prefix_more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]] = A[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BF1EFD-EAD4-7A6D-B08D-EA0C3084631D}"/>
              </a:ext>
            </a:extLst>
          </p:cNvPr>
          <p:cNvSpPr txBox="1"/>
          <p:nvPr/>
        </p:nvSpPr>
        <p:spPr>
          <a:xfrm>
            <a:off x="9726329" y="5446474"/>
            <a:ext cx="1649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total_less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4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660024A-6E86-199D-9D9F-D596D9F611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416937"/>
              </p:ext>
            </p:extLst>
          </p:nvPr>
        </p:nvGraphicFramePr>
        <p:xfrm>
          <a:off x="5954026" y="5503928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E725D25-4C81-8044-54D2-68A8C55D1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355881"/>
              </p:ext>
            </p:extLst>
          </p:nvPr>
        </p:nvGraphicFramePr>
        <p:xfrm>
          <a:off x="5954026" y="417075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C1CE6A1-8A73-15C3-7E5E-3E5E3D3A9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218299"/>
              </p:ext>
            </p:extLst>
          </p:nvPr>
        </p:nvGraphicFramePr>
        <p:xfrm>
          <a:off x="5954026" y="4840701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923AAF9-268B-9B20-3450-1FD834DEBE56}"/>
              </a:ext>
            </a:extLst>
          </p:cNvPr>
          <p:cNvSpPr txBox="1"/>
          <p:nvPr/>
        </p:nvSpPr>
        <p:spPr>
          <a:xfrm>
            <a:off x="9925931" y="1627914"/>
            <a:ext cx="107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pivot = 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0242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594F5-2C59-DC12-6F0C-DDDAFC2DB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4CCFBAD-DCE5-4487-1CBF-6DB89D2B0C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Parallel Quick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88A10F-32F2-7209-8E16-7EE2AAC7B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27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583F87-7380-C964-D4F4-DB5ECE282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406377"/>
              </p:ext>
            </p:extLst>
          </p:nvPr>
        </p:nvGraphicFramePr>
        <p:xfrm>
          <a:off x="5954026" y="163148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54" name="Rectangle 3">
            <a:extLst>
              <a:ext uri="{FF2B5EF4-FFF2-40B4-BE49-F238E27FC236}">
                <a16:creationId xmlns:a16="http://schemas.microsoft.com/office/drawing/2014/main" id="{FB3670F5-1725-FF39-7968-4A6699C3A13B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4425942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Choose a Pivot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Create Boolean Masks in Parallel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3: Compute Prefix Sums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4: Scatter Values to Output Array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EE5E04-BCD4-C23B-99A9-3B6258646EEB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2301431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E89624-6E72-4555-D74A-38988BC12C28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297137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8A08212-0844-65D3-255B-2E44725417B4}"/>
              </a:ext>
            </a:extLst>
          </p:cNvPr>
          <p:cNvSpPr txBox="1"/>
          <p:nvPr/>
        </p:nvSpPr>
        <p:spPr>
          <a:xfrm>
            <a:off x="9914021" y="2269347"/>
            <a:ext cx="107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Is_less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F1729-0C63-A9A1-7292-C72761DC94D1}"/>
              </a:ext>
            </a:extLst>
          </p:cNvPr>
          <p:cNvSpPr txBox="1"/>
          <p:nvPr/>
        </p:nvSpPr>
        <p:spPr>
          <a:xfrm>
            <a:off x="9914021" y="2943479"/>
            <a:ext cx="107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Is_more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E78DDF-817E-0491-2153-CAE83096C24A}"/>
              </a:ext>
            </a:extLst>
          </p:cNvPr>
          <p:cNvSpPr txBox="1"/>
          <p:nvPr/>
        </p:nvSpPr>
        <p:spPr>
          <a:xfrm>
            <a:off x="9785685" y="4138672"/>
            <a:ext cx="1315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prefix_less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F19346-ECEC-B5A0-A7F2-CBEE079FF41B}"/>
              </a:ext>
            </a:extLst>
          </p:cNvPr>
          <p:cNvSpPr txBox="1"/>
          <p:nvPr/>
        </p:nvSpPr>
        <p:spPr>
          <a:xfrm>
            <a:off x="9785685" y="4812804"/>
            <a:ext cx="146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prefix_more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D8896B-CE63-80FC-575A-942853A992F3}"/>
              </a:ext>
            </a:extLst>
          </p:cNvPr>
          <p:cNvSpPr txBox="1"/>
          <p:nvPr/>
        </p:nvSpPr>
        <p:spPr>
          <a:xfrm>
            <a:off x="-174456" y="5300002"/>
            <a:ext cx="74869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A[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&lt; pivot</a:t>
            </a:r>
          </a:p>
          <a:p>
            <a:pPr lvl="2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output[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prefix_less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]] = A[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lvl="2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</a:p>
          <a:p>
            <a:pPr lvl="2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output[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total_less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prefix_more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]] = A[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230684-3DBB-C4D1-EEA9-E4C30A3CA7DA}"/>
              </a:ext>
            </a:extLst>
          </p:cNvPr>
          <p:cNvSpPr txBox="1"/>
          <p:nvPr/>
        </p:nvSpPr>
        <p:spPr>
          <a:xfrm>
            <a:off x="9726329" y="5446474"/>
            <a:ext cx="1649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total_less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4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923A900-DA8C-BB60-C0EC-37032022D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662251"/>
              </p:ext>
            </p:extLst>
          </p:nvPr>
        </p:nvGraphicFramePr>
        <p:xfrm>
          <a:off x="5954026" y="5503928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578A8EA-EF10-155A-5C59-20E81BE3E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810104"/>
              </p:ext>
            </p:extLst>
          </p:nvPr>
        </p:nvGraphicFramePr>
        <p:xfrm>
          <a:off x="5954026" y="417075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CF20A96-F492-926F-8D60-1BD5EA927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165469"/>
              </p:ext>
            </p:extLst>
          </p:nvPr>
        </p:nvGraphicFramePr>
        <p:xfrm>
          <a:off x="5954026" y="4840701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EC20C0C-DDA1-82FA-4398-5187ABD311C2}"/>
              </a:ext>
            </a:extLst>
          </p:cNvPr>
          <p:cNvSpPr txBox="1"/>
          <p:nvPr/>
        </p:nvSpPr>
        <p:spPr>
          <a:xfrm>
            <a:off x="9925931" y="1627914"/>
            <a:ext cx="107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pivot = 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6757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59B9B-87AC-19F9-70DA-B138D946F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77486A7-206A-CF64-BD39-F67175CCB2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Parallel Quick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AA4EAE-59C8-01E4-7EDB-384576177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28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BA3B84-2D7C-CF0C-4279-614C87602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182750"/>
              </p:ext>
            </p:extLst>
          </p:nvPr>
        </p:nvGraphicFramePr>
        <p:xfrm>
          <a:off x="5954026" y="163148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54" name="Rectangle 3">
            <a:extLst>
              <a:ext uri="{FF2B5EF4-FFF2-40B4-BE49-F238E27FC236}">
                <a16:creationId xmlns:a16="http://schemas.microsoft.com/office/drawing/2014/main" id="{A483C154-B25C-30F9-43C6-521F22D86367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4425942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Choose a Pivot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Create Boolean Masks in Parallel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3: Compute Prefix Sums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4: Scatter Values to Output Array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6E3C20-E5F1-5D01-0EF1-45686149A7F7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2301431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752562-96A3-A8E7-0211-CB52BB4FA8E0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297137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FBA052E-A67B-BDED-DEE6-985A0C8007C7}"/>
              </a:ext>
            </a:extLst>
          </p:cNvPr>
          <p:cNvSpPr txBox="1"/>
          <p:nvPr/>
        </p:nvSpPr>
        <p:spPr>
          <a:xfrm>
            <a:off x="9914021" y="2269347"/>
            <a:ext cx="107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Is_less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0FE53-5005-6E0B-D231-18BB9C7FAF4B}"/>
              </a:ext>
            </a:extLst>
          </p:cNvPr>
          <p:cNvSpPr txBox="1"/>
          <p:nvPr/>
        </p:nvSpPr>
        <p:spPr>
          <a:xfrm>
            <a:off x="9914021" y="2943479"/>
            <a:ext cx="107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Is_more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34AC4D-0B32-D04B-B0D9-48C77B972839}"/>
              </a:ext>
            </a:extLst>
          </p:cNvPr>
          <p:cNvSpPr txBox="1"/>
          <p:nvPr/>
        </p:nvSpPr>
        <p:spPr>
          <a:xfrm>
            <a:off x="9785685" y="4138672"/>
            <a:ext cx="1315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prefix_less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0C635A-4969-A0D4-B2CD-B69A79B2FCDD}"/>
              </a:ext>
            </a:extLst>
          </p:cNvPr>
          <p:cNvSpPr txBox="1"/>
          <p:nvPr/>
        </p:nvSpPr>
        <p:spPr>
          <a:xfrm>
            <a:off x="9785685" y="4812804"/>
            <a:ext cx="146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prefix_more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C19160-3110-2A61-40F3-1DF4C2A367C7}"/>
              </a:ext>
            </a:extLst>
          </p:cNvPr>
          <p:cNvSpPr txBox="1"/>
          <p:nvPr/>
        </p:nvSpPr>
        <p:spPr>
          <a:xfrm>
            <a:off x="-174456" y="5300002"/>
            <a:ext cx="74869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A[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&lt; pivot</a:t>
            </a:r>
          </a:p>
          <a:p>
            <a:pPr lvl="2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output[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prefix_less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]] = A[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lvl="2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</a:p>
          <a:p>
            <a:pPr lvl="2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output[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total_less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prefix_more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]] = A[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F2E598-3214-39BF-B581-D028F0F9DEC4}"/>
              </a:ext>
            </a:extLst>
          </p:cNvPr>
          <p:cNvSpPr txBox="1"/>
          <p:nvPr/>
        </p:nvSpPr>
        <p:spPr>
          <a:xfrm>
            <a:off x="9726329" y="5446474"/>
            <a:ext cx="1649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total_less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4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1075B7B-16B5-E0BC-C859-D554AE67729E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5503928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C30A9A3-D6F1-C810-F511-46AA1BC79C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584462"/>
              </p:ext>
            </p:extLst>
          </p:nvPr>
        </p:nvGraphicFramePr>
        <p:xfrm>
          <a:off x="5954026" y="417075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0599734-93D6-4E2D-4769-54EB526C2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83996"/>
              </p:ext>
            </p:extLst>
          </p:nvPr>
        </p:nvGraphicFramePr>
        <p:xfrm>
          <a:off x="5954026" y="4840701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A097BAF-1A7A-5E0F-DA54-28BE1B66299F}"/>
              </a:ext>
            </a:extLst>
          </p:cNvPr>
          <p:cNvSpPr txBox="1"/>
          <p:nvPr/>
        </p:nvSpPr>
        <p:spPr>
          <a:xfrm>
            <a:off x="9925931" y="1627914"/>
            <a:ext cx="1074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pivot = 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815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08F04-916E-6237-E326-AE85404ED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BA339D1-69FF-36C2-56C2-4D4398EF91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Parallel Quick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17A1C6-7BC8-D523-0B2D-356FF7408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29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6C5FED-5D4C-3722-FF82-5D21C65B9778}"/>
              </a:ext>
            </a:extLst>
          </p:cNvPr>
          <p:cNvGraphicFramePr>
            <a:graphicFrameLocks noGrp="1"/>
          </p:cNvGraphicFramePr>
          <p:nvPr/>
        </p:nvGraphicFramePr>
        <p:xfrm>
          <a:off x="5954026" y="163148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54" name="Rectangle 3">
            <a:extLst>
              <a:ext uri="{FF2B5EF4-FFF2-40B4-BE49-F238E27FC236}">
                <a16:creationId xmlns:a16="http://schemas.microsoft.com/office/drawing/2014/main" id="{B00D3CBE-7946-4B97-7516-79217588416A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4425942" cy="538234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Choose a Pivot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Create Boolean Masks in Parallel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3: Compute Prefix Sums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4: Scatter Values to Output Array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C9DD18-F18D-E977-1540-2BF9F986C583}"/>
              </a:ext>
            </a:extLst>
          </p:cNvPr>
          <p:cNvSpPr txBox="1"/>
          <p:nvPr/>
        </p:nvSpPr>
        <p:spPr>
          <a:xfrm>
            <a:off x="8325046" y="2783986"/>
            <a:ext cx="128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pivot = 17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7A7DCBC-5E58-5DCC-2A9F-8E5B2F574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743778"/>
              </p:ext>
            </p:extLst>
          </p:nvPr>
        </p:nvGraphicFramePr>
        <p:xfrm>
          <a:off x="5954026" y="2349126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B143EAB-6FF0-32BB-4CE3-74D2DD91596A}"/>
              </a:ext>
            </a:extLst>
          </p:cNvPr>
          <p:cNvSpPr txBox="1"/>
          <p:nvPr/>
        </p:nvSpPr>
        <p:spPr>
          <a:xfrm>
            <a:off x="6227540" y="2702999"/>
            <a:ext cx="128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pivot = 3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9B4872-1ECF-68A2-228C-51390C063C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171691"/>
              </p:ext>
            </p:extLst>
          </p:nvPr>
        </p:nvGraphicFramePr>
        <p:xfrm>
          <a:off x="5954026" y="3338923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E6E5AA-7F73-72CE-B7DA-FC477FADAB43}"/>
                  </a:ext>
                </a:extLst>
              </p:cNvPr>
              <p:cNvSpPr txBox="1"/>
              <p:nvPr/>
            </p:nvSpPr>
            <p:spPr>
              <a:xfrm>
                <a:off x="7608725" y="3922297"/>
                <a:ext cx="19396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E6E5AA-7F73-72CE-B7DA-FC477FADA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725" y="3922297"/>
                <a:ext cx="19396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BB07AD8-EDC4-95CE-1087-65F29CE5D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804157"/>
              </p:ext>
            </p:extLst>
          </p:nvPr>
        </p:nvGraphicFramePr>
        <p:xfrm>
          <a:off x="5954026" y="4522672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F89D0B08-F422-842E-BCC1-52045A8806E0}"/>
              </a:ext>
            </a:extLst>
          </p:cNvPr>
          <p:cNvSpPr/>
          <p:nvPr/>
        </p:nvSpPr>
        <p:spPr>
          <a:xfrm>
            <a:off x="1406868" y="5065970"/>
            <a:ext cx="3733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Work: O(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log n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AD3AE0-0395-1827-266B-CCEDB3E1B8D8}"/>
              </a:ext>
            </a:extLst>
          </p:cNvPr>
          <p:cNvSpPr/>
          <p:nvPr/>
        </p:nvSpPr>
        <p:spPr>
          <a:xfrm>
            <a:off x="1406867" y="5674337"/>
            <a:ext cx="639582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Partition Step (Parallel Prefix Scan): O(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n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619616-3358-367D-C6AB-5169D00B838E}"/>
              </a:ext>
            </a:extLst>
          </p:cNvPr>
          <p:cNvSpPr/>
          <p:nvPr/>
        </p:nvSpPr>
        <p:spPr>
          <a:xfrm>
            <a:off x="1406867" y="6320477"/>
            <a:ext cx="49241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Parallel Time (Depth): O(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en-US" sz="2200" b="1" i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2686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80A7D-4C79-E970-5EBA-B5EE943D7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2E77689-C1F0-6DF4-89AD-C63686578D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Shell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F50C3C-F3EF-282E-6479-3942AD6B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30</a:t>
            </a:fld>
            <a:endParaRPr lang="en-US">
              <a:latin typeface="Calibri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96E8D413-7745-489E-9E15-0512E1F1BB4F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10393605" cy="5030335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Generalization of insertion sort by allowing  exchanges of far-apart elements. It works by: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Starting with a large gap (interval between elements being compared),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Sorting elements at that gap using insertion sort,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Gradually reducing the gap until it becomes 1 (normal insertion sort).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147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1069E-E40E-190F-D2B7-109D74004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D1B93FF-60F0-1165-F4B5-4B51FFB44B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Shell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8DD469-1FC8-DAFB-1D8D-E7D9BB8A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31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09D113-333D-1FA5-5A1C-07D6C01FC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040412"/>
              </p:ext>
            </p:extLst>
          </p:nvPr>
        </p:nvGraphicFramePr>
        <p:xfrm>
          <a:off x="3044367" y="5624113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EE4AF37-7D56-340C-EA60-51B0A01F629A}"/>
              </a:ext>
            </a:extLst>
          </p:cNvPr>
          <p:cNvSpPr txBox="1"/>
          <p:nvPr/>
        </p:nvSpPr>
        <p:spPr>
          <a:xfrm>
            <a:off x="2895663" y="5030471"/>
            <a:ext cx="5232764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Gap Sequence: {n/2, n/4, … 1}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500377-A0AB-903D-FFFF-1C0A688B43D3}"/>
              </a:ext>
            </a:extLst>
          </p:cNvPr>
          <p:cNvSpPr txBox="1"/>
          <p:nvPr/>
        </p:nvSpPr>
        <p:spPr>
          <a:xfrm>
            <a:off x="7474267" y="5578493"/>
            <a:ext cx="2256319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Gap = 4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F032585-B2B4-76B5-FE35-FF9DE352C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699655"/>
              </p:ext>
            </p:extLst>
          </p:nvPr>
        </p:nvGraphicFramePr>
        <p:xfrm>
          <a:off x="3048650" y="5628690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65F7199-FE05-DDE3-4534-1F1D84611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574648"/>
              </p:ext>
            </p:extLst>
          </p:nvPr>
        </p:nvGraphicFramePr>
        <p:xfrm>
          <a:off x="3048650" y="5628690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86E51BC-2453-8B53-E8A6-C0E298027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382526"/>
              </p:ext>
            </p:extLst>
          </p:nvPr>
        </p:nvGraphicFramePr>
        <p:xfrm>
          <a:off x="3048650" y="5628690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2D85644-43DD-5C01-8013-972E8B9E2D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877751"/>
              </p:ext>
            </p:extLst>
          </p:nvPr>
        </p:nvGraphicFramePr>
        <p:xfrm>
          <a:off x="3048650" y="5628690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78ABE0B-9D46-2086-8B1B-32281F600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74106"/>
              </p:ext>
            </p:extLst>
          </p:nvPr>
        </p:nvGraphicFramePr>
        <p:xfrm>
          <a:off x="3048650" y="5628690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FC71D17-D5B1-F61D-0016-4862B8018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946852"/>
              </p:ext>
            </p:extLst>
          </p:nvPr>
        </p:nvGraphicFramePr>
        <p:xfrm>
          <a:off x="3048650" y="5628690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A5A5F68-CDE6-793A-9A0B-F65095ADCD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619932"/>
              </p:ext>
            </p:extLst>
          </p:nvPr>
        </p:nvGraphicFramePr>
        <p:xfrm>
          <a:off x="3048650" y="5628690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DCFA5CB0-F47F-9E5D-E515-7354257DF1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280967"/>
              </p:ext>
            </p:extLst>
          </p:nvPr>
        </p:nvGraphicFramePr>
        <p:xfrm>
          <a:off x="3048650" y="5628690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50CB1C7C-412F-F8C6-A126-D7AA376C9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04686"/>
              </p:ext>
            </p:extLst>
          </p:nvPr>
        </p:nvGraphicFramePr>
        <p:xfrm>
          <a:off x="3048650" y="562869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A22E889B-69E8-AC39-CCB5-6E180B7E3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425454"/>
              </p:ext>
            </p:extLst>
          </p:nvPr>
        </p:nvGraphicFramePr>
        <p:xfrm>
          <a:off x="3048650" y="562869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255EF1B7-3026-B0F1-02D5-CEE8C0811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359478"/>
              </p:ext>
            </p:extLst>
          </p:nvPr>
        </p:nvGraphicFramePr>
        <p:xfrm>
          <a:off x="3048650" y="562869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FED5705F-1777-D63A-9945-31BFE6256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962682"/>
              </p:ext>
            </p:extLst>
          </p:nvPr>
        </p:nvGraphicFramePr>
        <p:xfrm>
          <a:off x="3048650" y="562869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BDF5BA85-6F9B-E514-D020-8602102D2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282409"/>
              </p:ext>
            </p:extLst>
          </p:nvPr>
        </p:nvGraphicFramePr>
        <p:xfrm>
          <a:off x="3048650" y="562869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AEA128C9-803B-E660-AE6E-FA359AD4B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210429"/>
              </p:ext>
            </p:extLst>
          </p:nvPr>
        </p:nvGraphicFramePr>
        <p:xfrm>
          <a:off x="3048650" y="562869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2150AB60-2D53-2EA9-2FEC-DB9F16B5D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861846"/>
              </p:ext>
            </p:extLst>
          </p:nvPr>
        </p:nvGraphicFramePr>
        <p:xfrm>
          <a:off x="3048650" y="562869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E4710F8D-619D-3D0C-3700-C4993084C6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518081"/>
              </p:ext>
            </p:extLst>
          </p:nvPr>
        </p:nvGraphicFramePr>
        <p:xfrm>
          <a:off x="3048650" y="562869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308BC2AB-4E4C-A448-DF43-E85B6FA88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991767"/>
              </p:ext>
            </p:extLst>
          </p:nvPr>
        </p:nvGraphicFramePr>
        <p:xfrm>
          <a:off x="3048650" y="562869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9DA6CEB8-D8F8-1E8C-65B5-E877028026BE}"/>
              </a:ext>
            </a:extLst>
          </p:cNvPr>
          <p:cNvSpPr txBox="1"/>
          <p:nvPr/>
        </p:nvSpPr>
        <p:spPr>
          <a:xfrm>
            <a:off x="7479423" y="5578493"/>
            <a:ext cx="2256319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Gap = 2</a:t>
            </a:r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7A9E0AD0-CDF2-C956-BCAD-C8FE2D236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459842"/>
              </p:ext>
            </p:extLst>
          </p:nvPr>
        </p:nvGraphicFramePr>
        <p:xfrm>
          <a:off x="3048650" y="562869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1B82ABA8-4056-B0B6-69D5-3E2C9D3684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144418"/>
              </p:ext>
            </p:extLst>
          </p:nvPr>
        </p:nvGraphicFramePr>
        <p:xfrm>
          <a:off x="3048650" y="562869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814D8502-2A57-05E6-84C3-55A20E419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585574"/>
              </p:ext>
            </p:extLst>
          </p:nvPr>
        </p:nvGraphicFramePr>
        <p:xfrm>
          <a:off x="3048650" y="562869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66029BFB-0E12-8CB4-4F4F-1E4962D7D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340650"/>
              </p:ext>
            </p:extLst>
          </p:nvPr>
        </p:nvGraphicFramePr>
        <p:xfrm>
          <a:off x="3048650" y="562869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3072" name="Table 3071">
            <a:extLst>
              <a:ext uri="{FF2B5EF4-FFF2-40B4-BE49-F238E27FC236}">
                <a16:creationId xmlns:a16="http://schemas.microsoft.com/office/drawing/2014/main" id="{6264A7DB-BDA4-152C-3505-C528BEC3C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477699"/>
              </p:ext>
            </p:extLst>
          </p:nvPr>
        </p:nvGraphicFramePr>
        <p:xfrm>
          <a:off x="3048650" y="562869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3073" name="Table 3072">
            <a:extLst>
              <a:ext uri="{FF2B5EF4-FFF2-40B4-BE49-F238E27FC236}">
                <a16:creationId xmlns:a16="http://schemas.microsoft.com/office/drawing/2014/main" id="{128A3026-638D-0983-C918-655FDA66F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970237"/>
              </p:ext>
            </p:extLst>
          </p:nvPr>
        </p:nvGraphicFramePr>
        <p:xfrm>
          <a:off x="3048650" y="562869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3075" name="Table 3074">
            <a:extLst>
              <a:ext uri="{FF2B5EF4-FFF2-40B4-BE49-F238E27FC236}">
                <a16:creationId xmlns:a16="http://schemas.microsoft.com/office/drawing/2014/main" id="{B438F1A2-2B50-059A-AA2B-30FB63E30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015374"/>
              </p:ext>
            </p:extLst>
          </p:nvPr>
        </p:nvGraphicFramePr>
        <p:xfrm>
          <a:off x="3048650" y="562869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3076" name="Table 3075">
            <a:extLst>
              <a:ext uri="{FF2B5EF4-FFF2-40B4-BE49-F238E27FC236}">
                <a16:creationId xmlns:a16="http://schemas.microsoft.com/office/drawing/2014/main" id="{EA93DC25-9A0A-1FAD-5998-63D124CA2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280325"/>
              </p:ext>
            </p:extLst>
          </p:nvPr>
        </p:nvGraphicFramePr>
        <p:xfrm>
          <a:off x="3048650" y="562869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3077" name="Table 3076">
            <a:extLst>
              <a:ext uri="{FF2B5EF4-FFF2-40B4-BE49-F238E27FC236}">
                <a16:creationId xmlns:a16="http://schemas.microsoft.com/office/drawing/2014/main" id="{2921DA72-CE59-399E-F2BF-49D7D707BA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971682"/>
              </p:ext>
            </p:extLst>
          </p:nvPr>
        </p:nvGraphicFramePr>
        <p:xfrm>
          <a:off x="3048650" y="562869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3078" name="Table 3077">
            <a:extLst>
              <a:ext uri="{FF2B5EF4-FFF2-40B4-BE49-F238E27FC236}">
                <a16:creationId xmlns:a16="http://schemas.microsoft.com/office/drawing/2014/main" id="{984B1400-778E-698E-BC9D-629AD17EF7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766038"/>
              </p:ext>
            </p:extLst>
          </p:nvPr>
        </p:nvGraphicFramePr>
        <p:xfrm>
          <a:off x="3048650" y="562869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3079" name="TextBox 3078">
            <a:extLst>
              <a:ext uri="{FF2B5EF4-FFF2-40B4-BE49-F238E27FC236}">
                <a16:creationId xmlns:a16="http://schemas.microsoft.com/office/drawing/2014/main" id="{DA7DB010-1065-58D6-F6AC-94D6D957C819}"/>
              </a:ext>
            </a:extLst>
          </p:cNvPr>
          <p:cNvSpPr txBox="1"/>
          <p:nvPr/>
        </p:nvSpPr>
        <p:spPr>
          <a:xfrm>
            <a:off x="7475502" y="5577572"/>
            <a:ext cx="2256319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Gap = 1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187E95A8-6AC3-6E9F-F02D-751CFD612F3D}"/>
              </a:ext>
            </a:extLst>
          </p:cNvPr>
          <p:cNvSpPr txBox="1">
            <a:spLocks noChangeArrowheads="1"/>
          </p:cNvSpPr>
          <p:nvPr/>
        </p:nvSpPr>
        <p:spPr>
          <a:xfrm>
            <a:off x="764620" y="1282060"/>
            <a:ext cx="7839042" cy="3240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ShellSort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n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length[A];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for (gap = n/2; gap &gt; </a:t>
            </a:r>
            <a:r>
              <a:rPr lang="en-US" alt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gap /= 2)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gap;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 </a:t>
            </a:r>
            <a:r>
              <a:rPr lang="en-US" alt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endParaRPr lang="en-US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key = A[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j =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en-US" sz="16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while(j &gt; 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gap – 1 &amp;&amp; A[j – gap] &gt;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key)</a:t>
            </a:r>
            <a:endParaRPr lang="en-US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     A[j] = A[</a:t>
            </a:r>
            <a:r>
              <a:rPr lang="en-US" alt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j – 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gap];</a:t>
            </a: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     </a:t>
            </a:r>
            <a:r>
              <a:rPr lang="en-US" alt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j – H; </a:t>
            </a:r>
            <a:endParaRPr lang="en-US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A[j] =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key;</a:t>
            </a:r>
            <a:endParaRPr lang="en-US" altLang="en-US" sz="1600" b="1" i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703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1" grpId="1"/>
      <p:bldP spid="59" grpId="0"/>
      <p:bldP spid="59" grpId="1"/>
      <p:bldP spid="3079" grpId="0"/>
      <p:bldP spid="3079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2433A-A72A-9A64-AB75-67416DC29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D6B0DEF-2BED-3677-EAA8-BA80EF019D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Parallel Shell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CD9944-D3B6-5FCF-E7C9-848FE0E43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32</a:t>
            </a:fld>
            <a:endParaRPr lang="en-US"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3CF565-C7AB-64E2-6A83-12D61FC4ABD0}"/>
              </a:ext>
            </a:extLst>
          </p:cNvPr>
          <p:cNvGraphicFramePr>
            <a:graphicFrameLocks noGrp="1"/>
          </p:cNvGraphicFramePr>
          <p:nvPr/>
        </p:nvGraphicFramePr>
        <p:xfrm>
          <a:off x="2373157" y="5984743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C0F3561-2A08-52A0-DCAF-D9DC1044CE44}"/>
              </a:ext>
            </a:extLst>
          </p:cNvPr>
          <p:cNvSpPr txBox="1"/>
          <p:nvPr/>
        </p:nvSpPr>
        <p:spPr>
          <a:xfrm>
            <a:off x="2224453" y="5391101"/>
            <a:ext cx="5232764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Gap Sequence: {n/2, n/4, … 1}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AE177B-7F8F-9B30-BF64-09655B309978}"/>
              </a:ext>
            </a:extLst>
          </p:cNvPr>
          <p:cNvSpPr txBox="1"/>
          <p:nvPr/>
        </p:nvSpPr>
        <p:spPr>
          <a:xfrm>
            <a:off x="6803057" y="5939123"/>
            <a:ext cx="2256319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Gap = 4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DA800BD-BCE8-C36A-99A6-B4E64D4592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911141"/>
              </p:ext>
            </p:extLst>
          </p:nvPr>
        </p:nvGraphicFramePr>
        <p:xfrm>
          <a:off x="2377440" y="5989320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453136F-58A2-605A-42FA-AFCC3C9E4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806403"/>
              </p:ext>
            </p:extLst>
          </p:nvPr>
        </p:nvGraphicFramePr>
        <p:xfrm>
          <a:off x="2377440" y="5989320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0E45C42-6D57-69CC-4761-AA32EFB08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704401"/>
              </p:ext>
            </p:extLst>
          </p:nvPr>
        </p:nvGraphicFramePr>
        <p:xfrm>
          <a:off x="2377440" y="5989320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D0EC802-FE1A-44C0-15A4-5FAD88916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893298"/>
              </p:ext>
            </p:extLst>
          </p:nvPr>
        </p:nvGraphicFramePr>
        <p:xfrm>
          <a:off x="2377440" y="5989320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DB125EF-F19B-A0DC-0FA6-0ED1990F8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770345"/>
              </p:ext>
            </p:extLst>
          </p:nvPr>
        </p:nvGraphicFramePr>
        <p:xfrm>
          <a:off x="2377440" y="5989320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B18C8179-4FD9-D1D7-0518-0FFFFE242E5E}"/>
              </a:ext>
            </a:extLst>
          </p:cNvPr>
          <p:cNvSpPr txBox="1"/>
          <p:nvPr/>
        </p:nvSpPr>
        <p:spPr>
          <a:xfrm>
            <a:off x="6808213" y="5939123"/>
            <a:ext cx="2256319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Gap = 2</a:t>
            </a:r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8FB9D09A-4740-854C-BE6A-2FEF5E0BB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033452"/>
              </p:ext>
            </p:extLst>
          </p:nvPr>
        </p:nvGraphicFramePr>
        <p:xfrm>
          <a:off x="2377440" y="598932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2AF93B9C-53B9-E9CB-528C-772822711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197782"/>
              </p:ext>
            </p:extLst>
          </p:nvPr>
        </p:nvGraphicFramePr>
        <p:xfrm>
          <a:off x="2377440" y="598932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C5C85223-C116-A686-B8D8-3C11AE30E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387010"/>
              </p:ext>
            </p:extLst>
          </p:nvPr>
        </p:nvGraphicFramePr>
        <p:xfrm>
          <a:off x="2377440" y="598932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A28C8E23-DE9E-2BF8-542C-661EA2384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621527"/>
              </p:ext>
            </p:extLst>
          </p:nvPr>
        </p:nvGraphicFramePr>
        <p:xfrm>
          <a:off x="2377440" y="598932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3072" name="Table 3071">
            <a:extLst>
              <a:ext uri="{FF2B5EF4-FFF2-40B4-BE49-F238E27FC236}">
                <a16:creationId xmlns:a16="http://schemas.microsoft.com/office/drawing/2014/main" id="{CDA424F6-7A0B-E6C7-5087-6EE59B609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127137"/>
              </p:ext>
            </p:extLst>
          </p:nvPr>
        </p:nvGraphicFramePr>
        <p:xfrm>
          <a:off x="2377440" y="598932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3073" name="Table 3072">
            <a:extLst>
              <a:ext uri="{FF2B5EF4-FFF2-40B4-BE49-F238E27FC236}">
                <a16:creationId xmlns:a16="http://schemas.microsoft.com/office/drawing/2014/main" id="{57568416-86A7-A02D-B088-ACA6262D7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584596"/>
              </p:ext>
            </p:extLst>
          </p:nvPr>
        </p:nvGraphicFramePr>
        <p:xfrm>
          <a:off x="2377440" y="598932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3075" name="Table 3074">
            <a:extLst>
              <a:ext uri="{FF2B5EF4-FFF2-40B4-BE49-F238E27FC236}">
                <a16:creationId xmlns:a16="http://schemas.microsoft.com/office/drawing/2014/main" id="{379DB205-6A81-C1D6-64DF-E5669D555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218071"/>
              </p:ext>
            </p:extLst>
          </p:nvPr>
        </p:nvGraphicFramePr>
        <p:xfrm>
          <a:off x="2377440" y="598932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3076" name="Table 3075">
            <a:extLst>
              <a:ext uri="{FF2B5EF4-FFF2-40B4-BE49-F238E27FC236}">
                <a16:creationId xmlns:a16="http://schemas.microsoft.com/office/drawing/2014/main" id="{22ACF1EE-B73D-2374-81B5-E637AFDBE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519424"/>
              </p:ext>
            </p:extLst>
          </p:nvPr>
        </p:nvGraphicFramePr>
        <p:xfrm>
          <a:off x="2377440" y="598932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3077" name="Table 3076">
            <a:extLst>
              <a:ext uri="{FF2B5EF4-FFF2-40B4-BE49-F238E27FC236}">
                <a16:creationId xmlns:a16="http://schemas.microsoft.com/office/drawing/2014/main" id="{10C68974-CA57-63DE-3026-86FDCBA47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637693"/>
              </p:ext>
            </p:extLst>
          </p:nvPr>
        </p:nvGraphicFramePr>
        <p:xfrm>
          <a:off x="2377440" y="598932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3078" name="Table 3077">
            <a:extLst>
              <a:ext uri="{FF2B5EF4-FFF2-40B4-BE49-F238E27FC236}">
                <a16:creationId xmlns:a16="http://schemas.microsoft.com/office/drawing/2014/main" id="{F1B39CE5-344F-8F9F-B33B-A3A3BCA0A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943575"/>
              </p:ext>
            </p:extLst>
          </p:nvPr>
        </p:nvGraphicFramePr>
        <p:xfrm>
          <a:off x="2377440" y="5989320"/>
          <a:ext cx="370078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5" name="Rectangle 8">
            <a:extLst>
              <a:ext uri="{FF2B5EF4-FFF2-40B4-BE49-F238E27FC236}">
                <a16:creationId xmlns:a16="http://schemas.microsoft.com/office/drawing/2014/main" id="{2E96FAB5-6FEC-6727-4E33-3BE9E7D6C357}"/>
              </a:ext>
            </a:extLst>
          </p:cNvPr>
          <p:cNvSpPr txBox="1">
            <a:spLocks noChangeArrowheads="1"/>
          </p:cNvSpPr>
          <p:nvPr/>
        </p:nvSpPr>
        <p:spPr>
          <a:xfrm>
            <a:off x="764620" y="1282060"/>
            <a:ext cx="7839042" cy="3930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ShellSort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n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length[A];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for (gap = n/2; gap &gt; </a:t>
            </a:r>
            <a:r>
              <a:rPr lang="en-US" alt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gap /= 2)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		 #pragma </a:t>
            </a:r>
            <a:r>
              <a:rPr lang="en-US" altLang="en-US" sz="16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omp</a:t>
            </a:r>
            <a:r>
              <a:rPr lang="en-US" alt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parallel for shared(A, n, gap)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gap;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 </a:t>
            </a:r>
            <a:r>
              <a:rPr lang="en-US" alt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endParaRPr lang="en-US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key = A[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j =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en-US" sz="16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while(j &gt; 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gap – 1 &amp;&amp; A[j – gap] &gt;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key)</a:t>
            </a:r>
            <a:endParaRPr lang="en-US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     A[j] = A[</a:t>
            </a:r>
            <a:r>
              <a:rPr lang="en-US" alt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j – 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gap];</a:t>
            </a: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     </a:t>
            </a:r>
            <a:r>
              <a:rPr lang="en-US" alt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j – H; </a:t>
            </a:r>
            <a:endParaRPr lang="en-US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A[j] =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key;</a:t>
            </a:r>
            <a:endParaRPr lang="en-US" altLang="en-US" sz="1600" b="1" i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EDA4E3-43F6-D2E5-34CB-5181C2D219E2}"/>
              </a:ext>
            </a:extLst>
          </p:cNvPr>
          <p:cNvSpPr/>
          <p:nvPr/>
        </p:nvSpPr>
        <p:spPr>
          <a:xfrm>
            <a:off x="7333909" y="3927435"/>
            <a:ext cx="3733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Work: O(</a:t>
            </a:r>
            <a:r>
              <a:rPr 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log</a:t>
            </a:r>
            <a:r>
              <a:rPr lang="en-US" sz="1600" b="1" i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0DA0D9-CC45-C8E0-9242-07A861EBFA2E}"/>
              </a:ext>
            </a:extLst>
          </p:cNvPr>
          <p:cNvSpPr/>
          <p:nvPr/>
        </p:nvSpPr>
        <p:spPr>
          <a:xfrm>
            <a:off x="7222531" y="4340670"/>
            <a:ext cx="29868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Case: O((n/p) </a:t>
            </a:r>
            <a:r>
              <a:rPr 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n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C26E09-D5DA-7A69-8D3B-9DDB71A5BAFF}"/>
              </a:ext>
            </a:extLst>
          </p:cNvPr>
          <p:cNvSpPr/>
          <p:nvPr/>
        </p:nvSpPr>
        <p:spPr>
          <a:xfrm>
            <a:off x="7457217" y="4758783"/>
            <a:ext cx="265940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Worst Case: O(n</a:t>
            </a:r>
            <a:r>
              <a:rPr lang="en-US" sz="16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/p)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5331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1" grpId="1"/>
      <p:bldP spid="59" grpId="0"/>
      <p:bldP spid="59" grpId="1"/>
      <p:bldP spid="6" grpId="0"/>
      <p:bldP spid="7" grpId="0"/>
      <p:bldP spid="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35095</TotalTime>
  <Words>2509</Words>
  <Application>Microsoft Office PowerPoint</Application>
  <PresentationFormat>Widescreen</PresentationFormat>
  <Paragraphs>1631</Paragraphs>
  <Slides>32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Cambria</vt:lpstr>
      <vt:lpstr>Cambria Math</vt:lpstr>
      <vt:lpstr>Courier New</vt:lpstr>
      <vt:lpstr>Times New Roman</vt:lpstr>
      <vt:lpstr>Adjacency</vt:lpstr>
      <vt:lpstr>CSC 334 – Parallel and Distributed Computing</vt:lpstr>
      <vt:lpstr>Parallel Merge Sort</vt:lpstr>
      <vt:lpstr>Parallel Merge Sort</vt:lpstr>
      <vt:lpstr>Odd-Even Merge Sort</vt:lpstr>
      <vt:lpstr>Odd-Even Merge Sort</vt:lpstr>
      <vt:lpstr>Odd-Even Merge Sort</vt:lpstr>
      <vt:lpstr>Odd-Even Merge Sort</vt:lpstr>
      <vt:lpstr>Odd-Even Merge Sort</vt:lpstr>
      <vt:lpstr>Odd-Even Merge Sort</vt:lpstr>
      <vt:lpstr>Odd-Even Merge Sort</vt:lpstr>
      <vt:lpstr>Odd-Even Merge Sort</vt:lpstr>
      <vt:lpstr>Odd-Even Merge Sort</vt:lpstr>
      <vt:lpstr>Odd-Even Merge Sort</vt:lpstr>
      <vt:lpstr>Odd-Even Merge Sort</vt:lpstr>
      <vt:lpstr>Odd-Even Merge Sort</vt:lpstr>
      <vt:lpstr>Odd-Even Merge Sort</vt:lpstr>
      <vt:lpstr>Odd-Even Merge Sort</vt:lpstr>
      <vt:lpstr>Odd-Even Merge Sort</vt:lpstr>
      <vt:lpstr>Quick Sort</vt:lpstr>
      <vt:lpstr>Parallel Quick Sort</vt:lpstr>
      <vt:lpstr>Parallel Quick Sort</vt:lpstr>
      <vt:lpstr>Parallel Quick Sort</vt:lpstr>
      <vt:lpstr>Parallel Quick Sort</vt:lpstr>
      <vt:lpstr>Parallel Quick Sort</vt:lpstr>
      <vt:lpstr>Parallel Quick Sort</vt:lpstr>
      <vt:lpstr>Parallel Quick Sort</vt:lpstr>
      <vt:lpstr>Parallel Quick Sort</vt:lpstr>
      <vt:lpstr>Parallel Quick Sort</vt:lpstr>
      <vt:lpstr>Parallel Quick Sort</vt:lpstr>
      <vt:lpstr>Shell Sort</vt:lpstr>
      <vt:lpstr>Shell Sort</vt:lpstr>
      <vt:lpstr>Parallel Shell Sort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 334 – Parallel and Distributed Computing</dc:title>
  <dc:creator>Hasan Jamal</dc:creator>
  <cp:lastModifiedBy>INFO TECH</cp:lastModifiedBy>
  <cp:revision>138</cp:revision>
  <dcterms:created xsi:type="dcterms:W3CDTF">2020-06-08T03:46:58Z</dcterms:created>
  <dcterms:modified xsi:type="dcterms:W3CDTF">2025-10-09T08:00:20Z</dcterms:modified>
</cp:coreProperties>
</file>